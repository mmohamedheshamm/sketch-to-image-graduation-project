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embeddedFontLst>
    <p:embeddedFont>
      <p:font typeface="Raleway"/>
      <p:regular r:id="rId37"/>
      <p:bold r:id="rId38"/>
      <p:italic r:id="rId39"/>
      <p:boldItalic r:id="rId40"/>
    </p:embeddedFont>
    <p:embeddedFont>
      <p:font typeface="Montserrat"/>
      <p:regular r:id="rId41"/>
      <p:bold r:id="rId42"/>
      <p:italic r:id="rId43"/>
      <p:boldItalic r:id="rId44"/>
    </p:embeddedFont>
    <p:embeddedFont>
      <p:font typeface="Anaheim"/>
      <p:regular r:id="rId45"/>
    </p:embeddedFont>
    <p:embeddedFont>
      <p:font typeface="Albert Sans"/>
      <p:regular r:id="rId46"/>
      <p:bold r:id="rId47"/>
      <p:italic r:id="rId48"/>
      <p:boldItalic r:id="rId49"/>
    </p:embeddedFont>
    <p:embeddedFont>
      <p:font typeface="Open Sans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4" roundtripDataSignature="AMtx7mhqZxVPMqsrEgTjvrbHMVSpgqW8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B970EE1-3A0B-42FC-9527-CD1BF2297EF8}">
  <a:tblStyle styleId="{5B970EE1-3A0B-42FC-9527-CD1BF2297EF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180BEBED-D0E2-4FBA-9601-0A5CD215CFA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BA7D25CE-64D6-4AE3-8B97-1A845A56479B}" styleName="Table_2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-boldItalic.fntdata"/><Relationship Id="rId42" Type="http://schemas.openxmlformats.org/officeDocument/2006/relationships/font" Target="fonts/Montserrat-bold.fntdata"/><Relationship Id="rId41" Type="http://schemas.openxmlformats.org/officeDocument/2006/relationships/font" Target="fonts/Montserrat-regular.fntdata"/><Relationship Id="rId44" Type="http://schemas.openxmlformats.org/officeDocument/2006/relationships/font" Target="fonts/Montserrat-boldItalic.fntdata"/><Relationship Id="rId43" Type="http://schemas.openxmlformats.org/officeDocument/2006/relationships/font" Target="fonts/Montserrat-italic.fntdata"/><Relationship Id="rId46" Type="http://schemas.openxmlformats.org/officeDocument/2006/relationships/font" Target="fonts/AlbertSans-regular.fntdata"/><Relationship Id="rId45" Type="http://schemas.openxmlformats.org/officeDocument/2006/relationships/font" Target="fonts/Anaheim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AlbertSans-italic.fntdata"/><Relationship Id="rId47" Type="http://schemas.openxmlformats.org/officeDocument/2006/relationships/font" Target="fonts/AlbertSans-bold.fntdata"/><Relationship Id="rId49" Type="http://schemas.openxmlformats.org/officeDocument/2006/relationships/font" Target="fonts/Albert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font" Target="fonts/Raleway-regular.fntdata"/><Relationship Id="rId36" Type="http://schemas.openxmlformats.org/officeDocument/2006/relationships/slide" Target="slides/slide31.xml"/><Relationship Id="rId39" Type="http://schemas.openxmlformats.org/officeDocument/2006/relationships/font" Target="fonts/Raleway-italic.fntdata"/><Relationship Id="rId38" Type="http://schemas.openxmlformats.org/officeDocument/2006/relationships/font" Target="fonts/Raleway-bold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OpenSans-bold.fntdata"/><Relationship Id="rId50" Type="http://schemas.openxmlformats.org/officeDocument/2006/relationships/font" Target="fonts/OpenSans-regular.fntdata"/><Relationship Id="rId53" Type="http://schemas.openxmlformats.org/officeDocument/2006/relationships/font" Target="fonts/OpenSans-boldItalic.fntdata"/><Relationship Id="rId52" Type="http://schemas.openxmlformats.org/officeDocument/2006/relationships/font" Target="fonts/Open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54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9" name="Google Shape;43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6" name="Google Shape;5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2" name="Google Shape;532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0" name="Google Shape;5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0" name="Google Shape;58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9" name="Google Shape;61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5" name="Google Shape;625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1" name="Google Shape;631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7" name="Google Shape;637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29eb3a17349_1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3" name="Google Shape;643;g29eb3a17349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29dd93409d3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9" name="Google Shape;649;g29dd93409d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5" name="Google Shape;655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3" name="Google Shape;69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8" name="Google Shape;71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29dd93409d3_0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4" name="Google Shape;724;g29dd93409d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0" name="Google Shape;730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7" name="Google Shape;73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4" name="Google Shape;764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1" name="Google Shape;771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9" name="Google Shape;80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4" name="Google Shape;824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3" name="Google Shape;86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8" name="Google Shape;878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7" name="Google Shape;91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296e8571644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3" name="Google Shape;923;g296e857164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0" name="Google Shape;930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9"/>
          <p:cNvGrpSpPr/>
          <p:nvPr/>
        </p:nvGrpSpPr>
        <p:grpSpPr>
          <a:xfrm>
            <a:off x="-305727" y="-257103"/>
            <a:ext cx="9757915" cy="5664267"/>
            <a:chOff x="-305727" y="-257103"/>
            <a:chExt cx="9757915" cy="5664267"/>
          </a:xfrm>
        </p:grpSpPr>
        <p:sp>
          <p:nvSpPr>
            <p:cNvPr id="10" name="Google Shape;10;p29"/>
            <p:cNvSpPr/>
            <p:nvPr/>
          </p:nvSpPr>
          <p:spPr>
            <a:xfrm>
              <a:off x="-305727" y="535594"/>
              <a:ext cx="1002686" cy="1000275"/>
            </a:xfrm>
            <a:custGeom>
              <a:rect b="b" l="l" r="r" t="t"/>
              <a:pathLst>
                <a:path extrusionOk="0" h="14522" w="14557">
                  <a:moveTo>
                    <a:pt x="7288" y="4771"/>
                  </a:moveTo>
                  <a:cubicBezTo>
                    <a:pt x="8654" y="4780"/>
                    <a:pt x="9759" y="5894"/>
                    <a:pt x="9759" y="7270"/>
                  </a:cubicBezTo>
                  <a:cubicBezTo>
                    <a:pt x="9759" y="8637"/>
                    <a:pt x="8645" y="9759"/>
                    <a:pt x="7269" y="9759"/>
                  </a:cubicBezTo>
                  <a:cubicBezTo>
                    <a:pt x="5893" y="9759"/>
                    <a:pt x="4780" y="8637"/>
                    <a:pt x="4780" y="7270"/>
                  </a:cubicBezTo>
                  <a:cubicBezTo>
                    <a:pt x="4780" y="5894"/>
                    <a:pt x="5893" y="4771"/>
                    <a:pt x="7269" y="4771"/>
                  </a:cubicBezTo>
                  <a:close/>
                  <a:moveTo>
                    <a:pt x="6808" y="1"/>
                  </a:moveTo>
                  <a:cubicBezTo>
                    <a:pt x="6400" y="1"/>
                    <a:pt x="6056" y="299"/>
                    <a:pt x="5993" y="698"/>
                  </a:cubicBezTo>
                  <a:lnTo>
                    <a:pt x="5794" y="1784"/>
                  </a:lnTo>
                  <a:cubicBezTo>
                    <a:pt x="5323" y="1911"/>
                    <a:pt x="4870" y="2101"/>
                    <a:pt x="4445" y="2345"/>
                  </a:cubicBezTo>
                  <a:lnTo>
                    <a:pt x="3540" y="1711"/>
                  </a:lnTo>
                  <a:cubicBezTo>
                    <a:pt x="3394" y="1609"/>
                    <a:pt x="3226" y="1560"/>
                    <a:pt x="3059" y="1560"/>
                  </a:cubicBezTo>
                  <a:cubicBezTo>
                    <a:pt x="2842" y="1560"/>
                    <a:pt x="2626" y="1643"/>
                    <a:pt x="2462" y="1802"/>
                  </a:cubicBezTo>
                  <a:lnTo>
                    <a:pt x="1811" y="2454"/>
                  </a:lnTo>
                  <a:cubicBezTo>
                    <a:pt x="1530" y="2753"/>
                    <a:pt x="1494" y="3205"/>
                    <a:pt x="1738" y="3531"/>
                  </a:cubicBezTo>
                  <a:lnTo>
                    <a:pt x="2372" y="4436"/>
                  </a:lnTo>
                  <a:cubicBezTo>
                    <a:pt x="2128" y="4862"/>
                    <a:pt x="1937" y="5314"/>
                    <a:pt x="1811" y="5794"/>
                  </a:cubicBezTo>
                  <a:lnTo>
                    <a:pt x="697" y="5975"/>
                  </a:lnTo>
                  <a:cubicBezTo>
                    <a:pt x="299" y="6048"/>
                    <a:pt x="9" y="6383"/>
                    <a:pt x="0" y="6790"/>
                  </a:cubicBezTo>
                  <a:lnTo>
                    <a:pt x="0" y="7722"/>
                  </a:lnTo>
                  <a:cubicBezTo>
                    <a:pt x="0" y="8130"/>
                    <a:pt x="290" y="8483"/>
                    <a:pt x="697" y="8555"/>
                  </a:cubicBezTo>
                  <a:lnTo>
                    <a:pt x="1784" y="8745"/>
                  </a:lnTo>
                  <a:cubicBezTo>
                    <a:pt x="1910" y="9216"/>
                    <a:pt x="2100" y="9678"/>
                    <a:pt x="2345" y="10103"/>
                  </a:cubicBezTo>
                  <a:lnTo>
                    <a:pt x="1738" y="10999"/>
                  </a:lnTo>
                  <a:cubicBezTo>
                    <a:pt x="1503" y="11334"/>
                    <a:pt x="1539" y="11787"/>
                    <a:pt x="1829" y="12077"/>
                  </a:cubicBezTo>
                  <a:lnTo>
                    <a:pt x="2481" y="12729"/>
                  </a:lnTo>
                  <a:cubicBezTo>
                    <a:pt x="2644" y="12887"/>
                    <a:pt x="2860" y="12971"/>
                    <a:pt x="3078" y="12971"/>
                  </a:cubicBezTo>
                  <a:cubicBezTo>
                    <a:pt x="3244" y="12971"/>
                    <a:pt x="3412" y="12921"/>
                    <a:pt x="3558" y="12819"/>
                  </a:cubicBezTo>
                  <a:lnTo>
                    <a:pt x="4463" y="12185"/>
                  </a:lnTo>
                  <a:cubicBezTo>
                    <a:pt x="4889" y="12430"/>
                    <a:pt x="5341" y="12620"/>
                    <a:pt x="5812" y="12747"/>
                  </a:cubicBezTo>
                  <a:lnTo>
                    <a:pt x="6002" y="13833"/>
                  </a:lnTo>
                  <a:cubicBezTo>
                    <a:pt x="6073" y="14225"/>
                    <a:pt x="6417" y="14521"/>
                    <a:pt x="6817" y="14521"/>
                  </a:cubicBezTo>
                  <a:cubicBezTo>
                    <a:pt x="6823" y="14521"/>
                    <a:pt x="6829" y="14521"/>
                    <a:pt x="6835" y="14521"/>
                  </a:cubicBezTo>
                  <a:lnTo>
                    <a:pt x="7758" y="14521"/>
                  </a:lnTo>
                  <a:cubicBezTo>
                    <a:pt x="7764" y="14521"/>
                    <a:pt x="7770" y="14521"/>
                    <a:pt x="7776" y="14521"/>
                  </a:cubicBezTo>
                  <a:cubicBezTo>
                    <a:pt x="8176" y="14521"/>
                    <a:pt x="8511" y="14225"/>
                    <a:pt x="8582" y="13833"/>
                  </a:cubicBezTo>
                  <a:lnTo>
                    <a:pt x="8772" y="12747"/>
                  </a:lnTo>
                  <a:cubicBezTo>
                    <a:pt x="9243" y="12620"/>
                    <a:pt x="9705" y="12430"/>
                    <a:pt x="10130" y="12185"/>
                  </a:cubicBezTo>
                  <a:lnTo>
                    <a:pt x="11035" y="12819"/>
                  </a:lnTo>
                  <a:cubicBezTo>
                    <a:pt x="11177" y="12921"/>
                    <a:pt x="11343" y="12971"/>
                    <a:pt x="11508" y="12971"/>
                  </a:cubicBezTo>
                  <a:cubicBezTo>
                    <a:pt x="11724" y="12971"/>
                    <a:pt x="11940" y="12887"/>
                    <a:pt x="12104" y="12729"/>
                  </a:cubicBezTo>
                  <a:lnTo>
                    <a:pt x="12755" y="12077"/>
                  </a:lnTo>
                  <a:cubicBezTo>
                    <a:pt x="13045" y="11787"/>
                    <a:pt x="13081" y="11334"/>
                    <a:pt x="12846" y="10999"/>
                  </a:cubicBezTo>
                  <a:lnTo>
                    <a:pt x="12212" y="10094"/>
                  </a:lnTo>
                  <a:cubicBezTo>
                    <a:pt x="12457" y="9669"/>
                    <a:pt x="12647" y="9216"/>
                    <a:pt x="12773" y="8736"/>
                  </a:cubicBezTo>
                  <a:lnTo>
                    <a:pt x="13860" y="8546"/>
                  </a:lnTo>
                  <a:cubicBezTo>
                    <a:pt x="14267" y="8483"/>
                    <a:pt x="14557" y="8130"/>
                    <a:pt x="14557" y="7722"/>
                  </a:cubicBezTo>
                  <a:lnTo>
                    <a:pt x="14557" y="6790"/>
                  </a:lnTo>
                  <a:cubicBezTo>
                    <a:pt x="14557" y="6383"/>
                    <a:pt x="14267" y="6030"/>
                    <a:pt x="13860" y="5957"/>
                  </a:cubicBezTo>
                  <a:lnTo>
                    <a:pt x="12773" y="5767"/>
                  </a:lnTo>
                  <a:cubicBezTo>
                    <a:pt x="12647" y="5296"/>
                    <a:pt x="12457" y="4844"/>
                    <a:pt x="12212" y="4418"/>
                  </a:cubicBezTo>
                  <a:lnTo>
                    <a:pt x="12837" y="3531"/>
                  </a:lnTo>
                  <a:cubicBezTo>
                    <a:pt x="13072" y="3196"/>
                    <a:pt x="13027" y="2743"/>
                    <a:pt x="12746" y="2454"/>
                  </a:cubicBezTo>
                  <a:lnTo>
                    <a:pt x="12085" y="1802"/>
                  </a:lnTo>
                  <a:cubicBezTo>
                    <a:pt x="11927" y="1643"/>
                    <a:pt x="11713" y="1560"/>
                    <a:pt x="11497" y="1560"/>
                  </a:cubicBezTo>
                  <a:cubicBezTo>
                    <a:pt x="11331" y="1560"/>
                    <a:pt x="11163" y="1609"/>
                    <a:pt x="11017" y="1711"/>
                  </a:cubicBezTo>
                  <a:lnTo>
                    <a:pt x="10103" y="2345"/>
                  </a:lnTo>
                  <a:cubicBezTo>
                    <a:pt x="9677" y="2101"/>
                    <a:pt x="9225" y="1911"/>
                    <a:pt x="8754" y="1784"/>
                  </a:cubicBezTo>
                  <a:lnTo>
                    <a:pt x="8555" y="698"/>
                  </a:lnTo>
                  <a:cubicBezTo>
                    <a:pt x="8492" y="290"/>
                    <a:pt x="8138" y="1"/>
                    <a:pt x="77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29"/>
            <p:cNvSpPr/>
            <p:nvPr/>
          </p:nvSpPr>
          <p:spPr>
            <a:xfrm>
              <a:off x="758020" y="-180223"/>
              <a:ext cx="805069" cy="803141"/>
            </a:xfrm>
            <a:custGeom>
              <a:rect b="b" l="l" r="r" t="t"/>
              <a:pathLst>
                <a:path extrusionOk="0" h="11660" w="11688">
                  <a:moveTo>
                    <a:pt x="5849" y="3838"/>
                  </a:moveTo>
                  <a:cubicBezTo>
                    <a:pt x="6953" y="3838"/>
                    <a:pt x="7840" y="4735"/>
                    <a:pt x="7840" y="5830"/>
                  </a:cubicBezTo>
                  <a:cubicBezTo>
                    <a:pt x="7840" y="6934"/>
                    <a:pt x="6944" y="7831"/>
                    <a:pt x="5840" y="7831"/>
                  </a:cubicBezTo>
                  <a:cubicBezTo>
                    <a:pt x="4735" y="7831"/>
                    <a:pt x="3839" y="6934"/>
                    <a:pt x="3839" y="5830"/>
                  </a:cubicBezTo>
                  <a:cubicBezTo>
                    <a:pt x="3839" y="4726"/>
                    <a:pt x="4735" y="3838"/>
                    <a:pt x="5840" y="3838"/>
                  </a:cubicBezTo>
                  <a:close/>
                  <a:moveTo>
                    <a:pt x="5469" y="0"/>
                  </a:moveTo>
                  <a:cubicBezTo>
                    <a:pt x="5143" y="0"/>
                    <a:pt x="4862" y="235"/>
                    <a:pt x="4808" y="561"/>
                  </a:cubicBezTo>
                  <a:lnTo>
                    <a:pt x="4654" y="1430"/>
                  </a:lnTo>
                  <a:cubicBezTo>
                    <a:pt x="4274" y="1539"/>
                    <a:pt x="3912" y="1684"/>
                    <a:pt x="3568" y="1883"/>
                  </a:cubicBezTo>
                  <a:lnTo>
                    <a:pt x="2843" y="1376"/>
                  </a:lnTo>
                  <a:cubicBezTo>
                    <a:pt x="2725" y="1293"/>
                    <a:pt x="2590" y="1254"/>
                    <a:pt x="2456" y="1254"/>
                  </a:cubicBezTo>
                  <a:cubicBezTo>
                    <a:pt x="2282" y="1254"/>
                    <a:pt x="2111" y="1321"/>
                    <a:pt x="1983" y="1449"/>
                  </a:cubicBezTo>
                  <a:lnTo>
                    <a:pt x="1458" y="1974"/>
                  </a:lnTo>
                  <a:cubicBezTo>
                    <a:pt x="1232" y="2209"/>
                    <a:pt x="1205" y="2571"/>
                    <a:pt x="1395" y="2834"/>
                  </a:cubicBezTo>
                  <a:lnTo>
                    <a:pt x="1902" y="3558"/>
                  </a:lnTo>
                  <a:cubicBezTo>
                    <a:pt x="1712" y="3902"/>
                    <a:pt x="1558" y="4273"/>
                    <a:pt x="1458" y="4653"/>
                  </a:cubicBezTo>
                  <a:lnTo>
                    <a:pt x="562" y="4798"/>
                  </a:lnTo>
                  <a:cubicBezTo>
                    <a:pt x="245" y="4852"/>
                    <a:pt x="10" y="5124"/>
                    <a:pt x="1" y="5450"/>
                  </a:cubicBezTo>
                  <a:lnTo>
                    <a:pt x="1" y="6201"/>
                  </a:lnTo>
                  <a:cubicBezTo>
                    <a:pt x="1" y="6527"/>
                    <a:pt x="236" y="6808"/>
                    <a:pt x="562" y="6871"/>
                  </a:cubicBezTo>
                  <a:lnTo>
                    <a:pt x="1431" y="7016"/>
                  </a:lnTo>
                  <a:cubicBezTo>
                    <a:pt x="1531" y="7405"/>
                    <a:pt x="1685" y="7767"/>
                    <a:pt x="1884" y="8111"/>
                  </a:cubicBezTo>
                  <a:lnTo>
                    <a:pt x="1395" y="8835"/>
                  </a:lnTo>
                  <a:cubicBezTo>
                    <a:pt x="1205" y="9098"/>
                    <a:pt x="1241" y="9460"/>
                    <a:pt x="1467" y="9695"/>
                  </a:cubicBezTo>
                  <a:lnTo>
                    <a:pt x="1993" y="10221"/>
                  </a:lnTo>
                  <a:cubicBezTo>
                    <a:pt x="2125" y="10348"/>
                    <a:pt x="2299" y="10416"/>
                    <a:pt x="2472" y="10416"/>
                  </a:cubicBezTo>
                  <a:cubicBezTo>
                    <a:pt x="2605" y="10416"/>
                    <a:pt x="2738" y="10376"/>
                    <a:pt x="2852" y="10293"/>
                  </a:cubicBezTo>
                  <a:lnTo>
                    <a:pt x="3586" y="9786"/>
                  </a:lnTo>
                  <a:cubicBezTo>
                    <a:pt x="3921" y="9976"/>
                    <a:pt x="4292" y="10130"/>
                    <a:pt x="4672" y="10230"/>
                  </a:cubicBezTo>
                  <a:lnTo>
                    <a:pt x="4826" y="11108"/>
                  </a:lnTo>
                  <a:cubicBezTo>
                    <a:pt x="4880" y="11425"/>
                    <a:pt x="5161" y="11660"/>
                    <a:pt x="5487" y="11660"/>
                  </a:cubicBezTo>
                  <a:lnTo>
                    <a:pt x="6229" y="11660"/>
                  </a:lnTo>
                  <a:cubicBezTo>
                    <a:pt x="6555" y="11660"/>
                    <a:pt x="6836" y="11425"/>
                    <a:pt x="6890" y="11108"/>
                  </a:cubicBezTo>
                  <a:lnTo>
                    <a:pt x="7044" y="10230"/>
                  </a:lnTo>
                  <a:cubicBezTo>
                    <a:pt x="7424" y="10130"/>
                    <a:pt x="7786" y="9976"/>
                    <a:pt x="8130" y="9786"/>
                  </a:cubicBezTo>
                  <a:lnTo>
                    <a:pt x="8863" y="10293"/>
                  </a:lnTo>
                  <a:cubicBezTo>
                    <a:pt x="8978" y="10376"/>
                    <a:pt x="9111" y="10416"/>
                    <a:pt x="9244" y="10416"/>
                  </a:cubicBezTo>
                  <a:cubicBezTo>
                    <a:pt x="9417" y="10416"/>
                    <a:pt x="9590" y="10348"/>
                    <a:pt x="9723" y="10221"/>
                  </a:cubicBezTo>
                  <a:lnTo>
                    <a:pt x="10239" y="9695"/>
                  </a:lnTo>
                  <a:cubicBezTo>
                    <a:pt x="10475" y="9460"/>
                    <a:pt x="10502" y="9098"/>
                    <a:pt x="10321" y="8835"/>
                  </a:cubicBezTo>
                  <a:lnTo>
                    <a:pt x="9805" y="8102"/>
                  </a:lnTo>
                  <a:cubicBezTo>
                    <a:pt x="10004" y="7767"/>
                    <a:pt x="10158" y="7396"/>
                    <a:pt x="10258" y="7016"/>
                  </a:cubicBezTo>
                  <a:lnTo>
                    <a:pt x="11136" y="6862"/>
                  </a:lnTo>
                  <a:cubicBezTo>
                    <a:pt x="11452" y="6808"/>
                    <a:pt x="11688" y="6527"/>
                    <a:pt x="11688" y="6201"/>
                  </a:cubicBezTo>
                  <a:lnTo>
                    <a:pt x="11688" y="5450"/>
                  </a:lnTo>
                  <a:cubicBezTo>
                    <a:pt x="11688" y="5124"/>
                    <a:pt x="11452" y="4843"/>
                    <a:pt x="11136" y="4789"/>
                  </a:cubicBezTo>
                  <a:lnTo>
                    <a:pt x="10258" y="4635"/>
                  </a:lnTo>
                  <a:cubicBezTo>
                    <a:pt x="10158" y="4255"/>
                    <a:pt x="10004" y="3884"/>
                    <a:pt x="9805" y="3549"/>
                  </a:cubicBezTo>
                  <a:lnTo>
                    <a:pt x="10303" y="2834"/>
                  </a:lnTo>
                  <a:cubicBezTo>
                    <a:pt x="10493" y="2571"/>
                    <a:pt x="10466" y="2209"/>
                    <a:pt x="10230" y="1974"/>
                  </a:cubicBezTo>
                  <a:lnTo>
                    <a:pt x="9705" y="1449"/>
                  </a:lnTo>
                  <a:cubicBezTo>
                    <a:pt x="9577" y="1321"/>
                    <a:pt x="9406" y="1254"/>
                    <a:pt x="9233" y="1254"/>
                  </a:cubicBezTo>
                  <a:cubicBezTo>
                    <a:pt x="9099" y="1254"/>
                    <a:pt x="8964" y="1293"/>
                    <a:pt x="8845" y="1376"/>
                  </a:cubicBezTo>
                  <a:lnTo>
                    <a:pt x="8112" y="1883"/>
                  </a:lnTo>
                  <a:cubicBezTo>
                    <a:pt x="7777" y="1684"/>
                    <a:pt x="7406" y="1539"/>
                    <a:pt x="7026" y="1430"/>
                  </a:cubicBezTo>
                  <a:lnTo>
                    <a:pt x="6872" y="561"/>
                  </a:lnTo>
                  <a:cubicBezTo>
                    <a:pt x="6818" y="235"/>
                    <a:pt x="6537" y="0"/>
                    <a:pt x="62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" name="Google Shape;12;p29"/>
            <p:cNvGrpSpPr/>
            <p:nvPr/>
          </p:nvGrpSpPr>
          <p:grpSpPr>
            <a:xfrm>
              <a:off x="8332762" y="208643"/>
              <a:ext cx="1119426" cy="814515"/>
              <a:chOff x="1835150" y="2508950"/>
              <a:chExt cx="335650" cy="244225"/>
            </a:xfrm>
          </p:grpSpPr>
          <p:sp>
            <p:nvSpPr>
              <p:cNvPr id="13" name="Google Shape;13;p29"/>
              <p:cNvSpPr/>
              <p:nvPr/>
            </p:nvSpPr>
            <p:spPr>
              <a:xfrm>
                <a:off x="1835150" y="2508950"/>
                <a:ext cx="335650" cy="244225"/>
              </a:xfrm>
              <a:custGeom>
                <a:rect b="b" l="l" r="r" t="t"/>
                <a:pathLst>
                  <a:path extrusionOk="0" h="9769" w="13426">
                    <a:moveTo>
                      <a:pt x="1223" y="1"/>
                    </a:moveTo>
                    <a:cubicBezTo>
                      <a:pt x="553" y="1"/>
                      <a:pt x="1" y="544"/>
                      <a:pt x="1" y="1223"/>
                    </a:cubicBezTo>
                    <a:lnTo>
                      <a:pt x="1" y="5568"/>
                    </a:lnTo>
                    <a:cubicBezTo>
                      <a:pt x="1" y="6247"/>
                      <a:pt x="553" y="6799"/>
                      <a:pt x="1223" y="6799"/>
                    </a:cubicBezTo>
                    <a:lnTo>
                      <a:pt x="1449" y="6799"/>
                    </a:lnTo>
                    <a:lnTo>
                      <a:pt x="1449" y="9769"/>
                    </a:lnTo>
                    <a:lnTo>
                      <a:pt x="3477" y="6799"/>
                    </a:lnTo>
                    <a:lnTo>
                      <a:pt x="12204" y="6799"/>
                    </a:lnTo>
                    <a:cubicBezTo>
                      <a:pt x="12874" y="6799"/>
                      <a:pt x="13426" y="6247"/>
                      <a:pt x="13426" y="5568"/>
                    </a:cubicBezTo>
                    <a:lnTo>
                      <a:pt x="13426" y="1223"/>
                    </a:lnTo>
                    <a:cubicBezTo>
                      <a:pt x="13426" y="544"/>
                      <a:pt x="12874" y="1"/>
                      <a:pt x="122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29"/>
              <p:cNvSpPr/>
              <p:nvPr/>
            </p:nvSpPr>
            <p:spPr>
              <a:xfrm>
                <a:off x="1905325" y="2583200"/>
                <a:ext cx="29675" cy="29900"/>
              </a:xfrm>
              <a:custGeom>
                <a:rect b="b" l="l" r="r" t="t"/>
                <a:pathLst>
                  <a:path extrusionOk="0" h="1196" w="1187">
                    <a:moveTo>
                      <a:pt x="589" y="0"/>
                    </a:moveTo>
                    <a:cubicBezTo>
                      <a:pt x="263" y="0"/>
                      <a:pt x="0" y="272"/>
                      <a:pt x="0" y="598"/>
                    </a:cubicBezTo>
                    <a:cubicBezTo>
                      <a:pt x="0" y="924"/>
                      <a:pt x="263" y="1195"/>
                      <a:pt x="589" y="1195"/>
                    </a:cubicBezTo>
                    <a:cubicBezTo>
                      <a:pt x="924" y="1195"/>
                      <a:pt x="1186" y="924"/>
                      <a:pt x="1186" y="598"/>
                    </a:cubicBezTo>
                    <a:cubicBezTo>
                      <a:pt x="1186" y="272"/>
                      <a:pt x="92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29"/>
              <p:cNvSpPr/>
              <p:nvPr/>
            </p:nvSpPr>
            <p:spPr>
              <a:xfrm>
                <a:off x="1990175" y="2583200"/>
                <a:ext cx="29900" cy="29900"/>
              </a:xfrm>
              <a:custGeom>
                <a:rect b="b" l="l" r="r" t="t"/>
                <a:pathLst>
                  <a:path extrusionOk="0" h="1196" w="1196">
                    <a:moveTo>
                      <a:pt x="598" y="0"/>
                    </a:moveTo>
                    <a:cubicBezTo>
                      <a:pt x="273" y="0"/>
                      <a:pt x="1" y="272"/>
                      <a:pt x="1" y="598"/>
                    </a:cubicBezTo>
                    <a:cubicBezTo>
                      <a:pt x="1" y="924"/>
                      <a:pt x="273" y="1195"/>
                      <a:pt x="598" y="1195"/>
                    </a:cubicBezTo>
                    <a:cubicBezTo>
                      <a:pt x="924" y="1195"/>
                      <a:pt x="1196" y="924"/>
                      <a:pt x="1196" y="598"/>
                    </a:cubicBezTo>
                    <a:cubicBezTo>
                      <a:pt x="1196" y="272"/>
                      <a:pt x="924" y="0"/>
                      <a:pt x="5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29"/>
              <p:cNvSpPr/>
              <p:nvPr/>
            </p:nvSpPr>
            <p:spPr>
              <a:xfrm>
                <a:off x="2075275" y="2583200"/>
                <a:ext cx="29675" cy="29900"/>
              </a:xfrm>
              <a:custGeom>
                <a:rect b="b" l="l" r="r" t="t"/>
                <a:pathLst>
                  <a:path extrusionOk="0" h="1196" w="1187">
                    <a:moveTo>
                      <a:pt x="589" y="0"/>
                    </a:moveTo>
                    <a:cubicBezTo>
                      <a:pt x="263" y="0"/>
                      <a:pt x="1" y="272"/>
                      <a:pt x="1" y="598"/>
                    </a:cubicBezTo>
                    <a:cubicBezTo>
                      <a:pt x="1" y="924"/>
                      <a:pt x="263" y="1195"/>
                      <a:pt x="589" y="1195"/>
                    </a:cubicBezTo>
                    <a:cubicBezTo>
                      <a:pt x="924" y="1195"/>
                      <a:pt x="1187" y="924"/>
                      <a:pt x="1187" y="598"/>
                    </a:cubicBezTo>
                    <a:cubicBezTo>
                      <a:pt x="1187" y="272"/>
                      <a:pt x="92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" name="Google Shape;17;p29"/>
            <p:cNvGrpSpPr/>
            <p:nvPr/>
          </p:nvGrpSpPr>
          <p:grpSpPr>
            <a:xfrm>
              <a:off x="-140049" y="3995853"/>
              <a:ext cx="720809" cy="891736"/>
              <a:chOff x="-155849" y="3975828"/>
              <a:chExt cx="720809" cy="891736"/>
            </a:xfrm>
          </p:grpSpPr>
          <p:sp>
            <p:nvSpPr>
              <p:cNvPr id="18" name="Google Shape;18;p29"/>
              <p:cNvSpPr/>
              <p:nvPr/>
            </p:nvSpPr>
            <p:spPr>
              <a:xfrm>
                <a:off x="-155849" y="3975828"/>
                <a:ext cx="720809" cy="891736"/>
              </a:xfrm>
              <a:custGeom>
                <a:rect b="b" l="l" r="r" t="t"/>
                <a:pathLst>
                  <a:path extrusionOk="0" h="18604" w="15038">
                    <a:moveTo>
                      <a:pt x="933" y="1"/>
                    </a:moveTo>
                    <a:cubicBezTo>
                      <a:pt x="417" y="1"/>
                      <a:pt x="1" y="417"/>
                      <a:pt x="1" y="933"/>
                    </a:cubicBezTo>
                    <a:lnTo>
                      <a:pt x="1" y="17672"/>
                    </a:lnTo>
                    <a:cubicBezTo>
                      <a:pt x="1" y="18188"/>
                      <a:pt x="417" y="18604"/>
                      <a:pt x="933" y="18604"/>
                    </a:cubicBezTo>
                    <a:lnTo>
                      <a:pt x="14114" y="18604"/>
                    </a:lnTo>
                    <a:cubicBezTo>
                      <a:pt x="14621" y="18604"/>
                      <a:pt x="15037" y="18188"/>
                      <a:pt x="15037" y="17672"/>
                    </a:cubicBezTo>
                    <a:lnTo>
                      <a:pt x="15037" y="933"/>
                    </a:lnTo>
                    <a:cubicBezTo>
                      <a:pt x="15037" y="417"/>
                      <a:pt x="14621" y="1"/>
                      <a:pt x="141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9;p29"/>
              <p:cNvSpPr/>
              <p:nvPr/>
            </p:nvSpPr>
            <p:spPr>
              <a:xfrm>
                <a:off x="-26096" y="4103424"/>
                <a:ext cx="461734" cy="21713"/>
              </a:xfrm>
              <a:custGeom>
                <a:rect b="b" l="l" r="r" t="t"/>
                <a:pathLst>
                  <a:path extrusionOk="0" h="453" w="9633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3"/>
                      <a:pt x="9633" y="227"/>
                    </a:cubicBezTo>
                    <a:cubicBezTo>
                      <a:pt x="9633" y="100"/>
                      <a:pt x="9524" y="0"/>
                      <a:pt x="94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29"/>
              <p:cNvSpPr/>
              <p:nvPr/>
            </p:nvSpPr>
            <p:spPr>
              <a:xfrm>
                <a:off x="-26096" y="4164586"/>
                <a:ext cx="461734" cy="21761"/>
              </a:xfrm>
              <a:custGeom>
                <a:rect b="b" l="l" r="r" t="t"/>
                <a:pathLst>
                  <a:path extrusionOk="0" h="454" w="9633">
                    <a:moveTo>
                      <a:pt x="227" y="1"/>
                    </a:moveTo>
                    <a:cubicBezTo>
                      <a:pt x="100" y="1"/>
                      <a:pt x="1" y="100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4"/>
                      <a:pt x="9633" y="227"/>
                    </a:cubicBezTo>
                    <a:cubicBezTo>
                      <a:pt x="9633" y="10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29"/>
              <p:cNvSpPr/>
              <p:nvPr/>
            </p:nvSpPr>
            <p:spPr>
              <a:xfrm>
                <a:off x="-26096" y="4225364"/>
                <a:ext cx="303796" cy="21713"/>
              </a:xfrm>
              <a:custGeom>
                <a:rect b="b" l="l" r="r" t="t"/>
                <a:pathLst>
                  <a:path extrusionOk="0" h="453" w="6338">
                    <a:moveTo>
                      <a:pt x="227" y="0"/>
                    </a:moveTo>
                    <a:cubicBezTo>
                      <a:pt x="100" y="0"/>
                      <a:pt x="1" y="109"/>
                      <a:pt x="1" y="226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3"/>
                      <a:pt x="6338" y="226"/>
                    </a:cubicBezTo>
                    <a:cubicBezTo>
                      <a:pt x="6338" y="109"/>
                      <a:pt x="6238" y="0"/>
                      <a:pt x="61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29"/>
              <p:cNvSpPr/>
              <p:nvPr/>
            </p:nvSpPr>
            <p:spPr>
              <a:xfrm>
                <a:off x="-26096" y="4355932"/>
                <a:ext cx="461734" cy="21761"/>
              </a:xfrm>
              <a:custGeom>
                <a:rect b="b" l="l" r="r" t="t"/>
                <a:pathLst>
                  <a:path extrusionOk="0" h="454" w="9633">
                    <a:moveTo>
                      <a:pt x="227" y="1"/>
                    </a:moveTo>
                    <a:cubicBezTo>
                      <a:pt x="100" y="1"/>
                      <a:pt x="1" y="101"/>
                      <a:pt x="1" y="227"/>
                    </a:cubicBezTo>
                    <a:cubicBezTo>
                      <a:pt x="1" y="354"/>
                      <a:pt x="100" y="454"/>
                      <a:pt x="227" y="454"/>
                    </a:cubicBezTo>
                    <a:lnTo>
                      <a:pt x="9406" y="454"/>
                    </a:lnTo>
                    <a:cubicBezTo>
                      <a:pt x="9524" y="454"/>
                      <a:pt x="9633" y="354"/>
                      <a:pt x="9633" y="227"/>
                    </a:cubicBezTo>
                    <a:cubicBezTo>
                      <a:pt x="9633" y="101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29"/>
              <p:cNvSpPr/>
              <p:nvPr/>
            </p:nvSpPr>
            <p:spPr>
              <a:xfrm>
                <a:off x="-26096" y="4417142"/>
                <a:ext cx="461734" cy="21713"/>
              </a:xfrm>
              <a:custGeom>
                <a:rect b="b" l="l" r="r" t="t"/>
                <a:pathLst>
                  <a:path extrusionOk="0" h="453" w="9633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4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44"/>
                      <a:pt x="9633" y="227"/>
                    </a:cubicBezTo>
                    <a:cubicBezTo>
                      <a:pt x="9633" y="100"/>
                      <a:pt x="9524" y="0"/>
                      <a:pt x="94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24;p29"/>
              <p:cNvSpPr/>
              <p:nvPr/>
            </p:nvSpPr>
            <p:spPr>
              <a:xfrm>
                <a:off x="-26096" y="4477872"/>
                <a:ext cx="303796" cy="21761"/>
              </a:xfrm>
              <a:custGeom>
                <a:rect b="b" l="l" r="r" t="t"/>
                <a:pathLst>
                  <a:path extrusionOk="0" h="454" w="6338">
                    <a:moveTo>
                      <a:pt x="227" y="1"/>
                    </a:moveTo>
                    <a:cubicBezTo>
                      <a:pt x="100" y="1"/>
                      <a:pt x="1" y="109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4"/>
                      <a:pt x="6338" y="227"/>
                    </a:cubicBezTo>
                    <a:cubicBezTo>
                      <a:pt x="6338" y="109"/>
                      <a:pt x="6238" y="1"/>
                      <a:pt x="61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29"/>
              <p:cNvSpPr/>
              <p:nvPr/>
            </p:nvSpPr>
            <p:spPr>
              <a:xfrm>
                <a:off x="-26096" y="4608488"/>
                <a:ext cx="461734" cy="21761"/>
              </a:xfrm>
              <a:custGeom>
                <a:rect b="b" l="l" r="r" t="t"/>
                <a:pathLst>
                  <a:path extrusionOk="0" h="454" w="9633">
                    <a:moveTo>
                      <a:pt x="227" y="1"/>
                    </a:moveTo>
                    <a:cubicBezTo>
                      <a:pt x="100" y="1"/>
                      <a:pt x="1" y="100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4"/>
                      <a:pt x="9633" y="227"/>
                    </a:cubicBezTo>
                    <a:cubicBezTo>
                      <a:pt x="9633" y="10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29"/>
              <p:cNvSpPr/>
              <p:nvPr/>
            </p:nvSpPr>
            <p:spPr>
              <a:xfrm>
                <a:off x="-26096" y="4669219"/>
                <a:ext cx="461734" cy="21761"/>
              </a:xfrm>
              <a:custGeom>
                <a:rect b="b" l="l" r="r" t="t"/>
                <a:pathLst>
                  <a:path extrusionOk="0" h="454" w="9633">
                    <a:moveTo>
                      <a:pt x="227" y="1"/>
                    </a:moveTo>
                    <a:cubicBezTo>
                      <a:pt x="100" y="1"/>
                      <a:pt x="1" y="110"/>
                      <a:pt x="1" y="227"/>
                    </a:cubicBezTo>
                    <a:cubicBezTo>
                      <a:pt x="1" y="354"/>
                      <a:pt x="100" y="454"/>
                      <a:pt x="227" y="454"/>
                    </a:cubicBezTo>
                    <a:lnTo>
                      <a:pt x="9406" y="454"/>
                    </a:lnTo>
                    <a:cubicBezTo>
                      <a:pt x="9524" y="454"/>
                      <a:pt x="9633" y="354"/>
                      <a:pt x="9633" y="227"/>
                    </a:cubicBezTo>
                    <a:cubicBezTo>
                      <a:pt x="9633" y="11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29"/>
              <p:cNvSpPr/>
              <p:nvPr/>
            </p:nvSpPr>
            <p:spPr>
              <a:xfrm>
                <a:off x="-26096" y="4730428"/>
                <a:ext cx="303796" cy="21713"/>
              </a:xfrm>
              <a:custGeom>
                <a:rect b="b" l="l" r="r" t="t"/>
                <a:pathLst>
                  <a:path extrusionOk="0" h="453" w="6338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3"/>
                      <a:pt x="6338" y="227"/>
                    </a:cubicBezTo>
                    <a:cubicBezTo>
                      <a:pt x="6338" y="100"/>
                      <a:pt x="6238" y="0"/>
                      <a:pt x="61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" name="Google Shape;28;p29"/>
            <p:cNvSpPr/>
            <p:nvPr/>
          </p:nvSpPr>
          <p:spPr>
            <a:xfrm>
              <a:off x="3446428" y="4603994"/>
              <a:ext cx="805069" cy="803170"/>
            </a:xfrm>
            <a:custGeom>
              <a:rect b="b" l="l" r="r" t="t"/>
              <a:pathLst>
                <a:path extrusionOk="0" h="11660" w="11688">
                  <a:moveTo>
                    <a:pt x="5849" y="3838"/>
                  </a:moveTo>
                  <a:cubicBezTo>
                    <a:pt x="6953" y="3838"/>
                    <a:pt x="7840" y="4735"/>
                    <a:pt x="7840" y="5830"/>
                  </a:cubicBezTo>
                  <a:cubicBezTo>
                    <a:pt x="7840" y="6934"/>
                    <a:pt x="6944" y="7831"/>
                    <a:pt x="5840" y="7831"/>
                  </a:cubicBezTo>
                  <a:cubicBezTo>
                    <a:pt x="4735" y="7831"/>
                    <a:pt x="3839" y="6934"/>
                    <a:pt x="3839" y="5830"/>
                  </a:cubicBezTo>
                  <a:cubicBezTo>
                    <a:pt x="3839" y="4726"/>
                    <a:pt x="4735" y="3838"/>
                    <a:pt x="5840" y="3838"/>
                  </a:cubicBezTo>
                  <a:close/>
                  <a:moveTo>
                    <a:pt x="5469" y="0"/>
                  </a:moveTo>
                  <a:cubicBezTo>
                    <a:pt x="5143" y="0"/>
                    <a:pt x="4862" y="235"/>
                    <a:pt x="4808" y="561"/>
                  </a:cubicBezTo>
                  <a:lnTo>
                    <a:pt x="4654" y="1430"/>
                  </a:lnTo>
                  <a:cubicBezTo>
                    <a:pt x="4274" y="1539"/>
                    <a:pt x="3912" y="1684"/>
                    <a:pt x="3568" y="1883"/>
                  </a:cubicBezTo>
                  <a:lnTo>
                    <a:pt x="2843" y="1376"/>
                  </a:lnTo>
                  <a:cubicBezTo>
                    <a:pt x="2725" y="1293"/>
                    <a:pt x="2590" y="1254"/>
                    <a:pt x="2456" y="1254"/>
                  </a:cubicBezTo>
                  <a:cubicBezTo>
                    <a:pt x="2282" y="1254"/>
                    <a:pt x="2111" y="1321"/>
                    <a:pt x="1983" y="1449"/>
                  </a:cubicBezTo>
                  <a:lnTo>
                    <a:pt x="1458" y="1974"/>
                  </a:lnTo>
                  <a:cubicBezTo>
                    <a:pt x="1232" y="2209"/>
                    <a:pt x="1205" y="2571"/>
                    <a:pt x="1395" y="2834"/>
                  </a:cubicBezTo>
                  <a:lnTo>
                    <a:pt x="1902" y="3558"/>
                  </a:lnTo>
                  <a:cubicBezTo>
                    <a:pt x="1712" y="3902"/>
                    <a:pt x="1558" y="4273"/>
                    <a:pt x="1458" y="4653"/>
                  </a:cubicBezTo>
                  <a:lnTo>
                    <a:pt x="562" y="4798"/>
                  </a:lnTo>
                  <a:cubicBezTo>
                    <a:pt x="245" y="4852"/>
                    <a:pt x="10" y="5124"/>
                    <a:pt x="1" y="5450"/>
                  </a:cubicBezTo>
                  <a:lnTo>
                    <a:pt x="1" y="6201"/>
                  </a:lnTo>
                  <a:cubicBezTo>
                    <a:pt x="1" y="6527"/>
                    <a:pt x="236" y="6808"/>
                    <a:pt x="562" y="6871"/>
                  </a:cubicBezTo>
                  <a:lnTo>
                    <a:pt x="1431" y="7016"/>
                  </a:lnTo>
                  <a:cubicBezTo>
                    <a:pt x="1531" y="7405"/>
                    <a:pt x="1685" y="7767"/>
                    <a:pt x="1884" y="8111"/>
                  </a:cubicBezTo>
                  <a:lnTo>
                    <a:pt x="1395" y="8835"/>
                  </a:lnTo>
                  <a:cubicBezTo>
                    <a:pt x="1205" y="9098"/>
                    <a:pt x="1241" y="9460"/>
                    <a:pt x="1467" y="9695"/>
                  </a:cubicBezTo>
                  <a:lnTo>
                    <a:pt x="1993" y="10221"/>
                  </a:lnTo>
                  <a:cubicBezTo>
                    <a:pt x="2125" y="10348"/>
                    <a:pt x="2299" y="10416"/>
                    <a:pt x="2472" y="10416"/>
                  </a:cubicBezTo>
                  <a:cubicBezTo>
                    <a:pt x="2605" y="10416"/>
                    <a:pt x="2738" y="10376"/>
                    <a:pt x="2852" y="10293"/>
                  </a:cubicBezTo>
                  <a:lnTo>
                    <a:pt x="3586" y="9786"/>
                  </a:lnTo>
                  <a:cubicBezTo>
                    <a:pt x="3921" y="9976"/>
                    <a:pt x="4292" y="10130"/>
                    <a:pt x="4672" y="10230"/>
                  </a:cubicBezTo>
                  <a:lnTo>
                    <a:pt x="4826" y="11108"/>
                  </a:lnTo>
                  <a:cubicBezTo>
                    <a:pt x="4880" y="11425"/>
                    <a:pt x="5161" y="11660"/>
                    <a:pt x="5487" y="11660"/>
                  </a:cubicBezTo>
                  <a:lnTo>
                    <a:pt x="6229" y="11660"/>
                  </a:lnTo>
                  <a:cubicBezTo>
                    <a:pt x="6555" y="11660"/>
                    <a:pt x="6836" y="11425"/>
                    <a:pt x="6890" y="11108"/>
                  </a:cubicBezTo>
                  <a:lnTo>
                    <a:pt x="7044" y="10230"/>
                  </a:lnTo>
                  <a:cubicBezTo>
                    <a:pt x="7424" y="10130"/>
                    <a:pt x="7786" y="9976"/>
                    <a:pt x="8130" y="9786"/>
                  </a:cubicBezTo>
                  <a:lnTo>
                    <a:pt x="8863" y="10293"/>
                  </a:lnTo>
                  <a:cubicBezTo>
                    <a:pt x="8978" y="10376"/>
                    <a:pt x="9111" y="10416"/>
                    <a:pt x="9244" y="10416"/>
                  </a:cubicBezTo>
                  <a:cubicBezTo>
                    <a:pt x="9417" y="10416"/>
                    <a:pt x="9590" y="10348"/>
                    <a:pt x="9723" y="10221"/>
                  </a:cubicBezTo>
                  <a:lnTo>
                    <a:pt x="10239" y="9695"/>
                  </a:lnTo>
                  <a:cubicBezTo>
                    <a:pt x="10475" y="9460"/>
                    <a:pt x="10502" y="9098"/>
                    <a:pt x="10321" y="8835"/>
                  </a:cubicBezTo>
                  <a:lnTo>
                    <a:pt x="9805" y="8102"/>
                  </a:lnTo>
                  <a:cubicBezTo>
                    <a:pt x="10004" y="7767"/>
                    <a:pt x="10158" y="7396"/>
                    <a:pt x="10258" y="7016"/>
                  </a:cubicBezTo>
                  <a:lnTo>
                    <a:pt x="11136" y="6862"/>
                  </a:lnTo>
                  <a:cubicBezTo>
                    <a:pt x="11452" y="6808"/>
                    <a:pt x="11688" y="6527"/>
                    <a:pt x="11688" y="6201"/>
                  </a:cubicBezTo>
                  <a:lnTo>
                    <a:pt x="11688" y="5450"/>
                  </a:lnTo>
                  <a:cubicBezTo>
                    <a:pt x="11688" y="5124"/>
                    <a:pt x="11452" y="4843"/>
                    <a:pt x="11136" y="4789"/>
                  </a:cubicBezTo>
                  <a:lnTo>
                    <a:pt x="10258" y="4635"/>
                  </a:lnTo>
                  <a:cubicBezTo>
                    <a:pt x="10158" y="4255"/>
                    <a:pt x="10004" y="3884"/>
                    <a:pt x="9805" y="3549"/>
                  </a:cubicBezTo>
                  <a:lnTo>
                    <a:pt x="10303" y="2834"/>
                  </a:lnTo>
                  <a:cubicBezTo>
                    <a:pt x="10493" y="2571"/>
                    <a:pt x="10466" y="2209"/>
                    <a:pt x="10230" y="1974"/>
                  </a:cubicBezTo>
                  <a:lnTo>
                    <a:pt x="9705" y="1449"/>
                  </a:lnTo>
                  <a:cubicBezTo>
                    <a:pt x="9577" y="1321"/>
                    <a:pt x="9406" y="1254"/>
                    <a:pt x="9233" y="1254"/>
                  </a:cubicBezTo>
                  <a:cubicBezTo>
                    <a:pt x="9099" y="1254"/>
                    <a:pt x="8964" y="1293"/>
                    <a:pt x="8845" y="1376"/>
                  </a:cubicBezTo>
                  <a:lnTo>
                    <a:pt x="8112" y="1883"/>
                  </a:lnTo>
                  <a:cubicBezTo>
                    <a:pt x="7777" y="1684"/>
                    <a:pt x="7406" y="1539"/>
                    <a:pt x="7026" y="1430"/>
                  </a:cubicBezTo>
                  <a:lnTo>
                    <a:pt x="6872" y="561"/>
                  </a:lnTo>
                  <a:cubicBezTo>
                    <a:pt x="6818" y="235"/>
                    <a:pt x="6537" y="0"/>
                    <a:pt x="62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" name="Google Shape;29;p29"/>
            <p:cNvGrpSpPr/>
            <p:nvPr/>
          </p:nvGrpSpPr>
          <p:grpSpPr>
            <a:xfrm>
              <a:off x="3938435" y="-257103"/>
              <a:ext cx="1119452" cy="796601"/>
              <a:chOff x="3858275" y="126750"/>
              <a:chExt cx="864375" cy="615088"/>
            </a:xfrm>
          </p:grpSpPr>
          <p:sp>
            <p:nvSpPr>
              <p:cNvPr id="30" name="Google Shape;30;p29"/>
              <p:cNvSpPr/>
              <p:nvPr/>
            </p:nvSpPr>
            <p:spPr>
              <a:xfrm>
                <a:off x="3858275" y="126750"/>
                <a:ext cx="864375" cy="615088"/>
              </a:xfrm>
              <a:custGeom>
                <a:rect b="b" l="l" r="r" t="t"/>
                <a:pathLst>
                  <a:path extrusionOk="0" h="14784" w="20777">
                    <a:moveTo>
                      <a:pt x="951" y="0"/>
                    </a:moveTo>
                    <a:cubicBezTo>
                      <a:pt x="426" y="0"/>
                      <a:pt x="1" y="435"/>
                      <a:pt x="1" y="960"/>
                    </a:cubicBezTo>
                    <a:lnTo>
                      <a:pt x="1" y="13833"/>
                    </a:lnTo>
                    <a:cubicBezTo>
                      <a:pt x="1" y="14358"/>
                      <a:pt x="426" y="14783"/>
                      <a:pt x="951" y="14783"/>
                    </a:cubicBezTo>
                    <a:lnTo>
                      <a:pt x="19817" y="14783"/>
                    </a:lnTo>
                    <a:cubicBezTo>
                      <a:pt x="20351" y="14783"/>
                      <a:pt x="20776" y="14358"/>
                      <a:pt x="20776" y="13833"/>
                    </a:cubicBezTo>
                    <a:lnTo>
                      <a:pt x="20776" y="960"/>
                    </a:lnTo>
                    <a:cubicBezTo>
                      <a:pt x="20776" y="435"/>
                      <a:pt x="20351" y="0"/>
                      <a:pt x="198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p29"/>
              <p:cNvSpPr/>
              <p:nvPr/>
            </p:nvSpPr>
            <p:spPr>
              <a:xfrm>
                <a:off x="3956585" y="207712"/>
                <a:ext cx="667762" cy="453494"/>
              </a:xfrm>
              <a:custGeom>
                <a:rect b="b" l="l" r="r" t="t"/>
                <a:pathLst>
                  <a:path extrusionOk="0" h="10900" w="16051">
                    <a:moveTo>
                      <a:pt x="960" y="0"/>
                    </a:moveTo>
                    <a:cubicBezTo>
                      <a:pt x="426" y="0"/>
                      <a:pt x="0" y="426"/>
                      <a:pt x="0" y="960"/>
                    </a:cubicBezTo>
                    <a:lnTo>
                      <a:pt x="0" y="9940"/>
                    </a:lnTo>
                    <a:cubicBezTo>
                      <a:pt x="0" y="10474"/>
                      <a:pt x="426" y="10900"/>
                      <a:pt x="960" y="10900"/>
                    </a:cubicBezTo>
                    <a:lnTo>
                      <a:pt x="15091" y="10900"/>
                    </a:lnTo>
                    <a:cubicBezTo>
                      <a:pt x="15616" y="10900"/>
                      <a:pt x="16051" y="10474"/>
                      <a:pt x="16051" y="9940"/>
                    </a:cubicBezTo>
                    <a:lnTo>
                      <a:pt x="16051" y="960"/>
                    </a:lnTo>
                    <a:cubicBezTo>
                      <a:pt x="16051" y="426"/>
                      <a:pt x="15616" y="0"/>
                      <a:pt x="150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p29"/>
              <p:cNvSpPr/>
              <p:nvPr/>
            </p:nvSpPr>
            <p:spPr>
              <a:xfrm>
                <a:off x="4301188" y="333481"/>
                <a:ext cx="323168" cy="327723"/>
              </a:xfrm>
              <a:custGeom>
                <a:rect b="b" l="l" r="r" t="t"/>
                <a:pathLst>
                  <a:path extrusionOk="0" h="7877" w="7768">
                    <a:moveTo>
                      <a:pt x="4309" y="1"/>
                    </a:moveTo>
                    <a:lnTo>
                      <a:pt x="0" y="5270"/>
                    </a:lnTo>
                    <a:lnTo>
                      <a:pt x="2653" y="7877"/>
                    </a:lnTo>
                    <a:lnTo>
                      <a:pt x="6808" y="7877"/>
                    </a:lnTo>
                    <a:cubicBezTo>
                      <a:pt x="7333" y="7877"/>
                      <a:pt x="7768" y="7451"/>
                      <a:pt x="7768" y="6917"/>
                    </a:cubicBezTo>
                    <a:lnTo>
                      <a:pt x="7768" y="4871"/>
                    </a:lnTo>
                    <a:lnTo>
                      <a:pt x="430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33;p29"/>
              <p:cNvSpPr/>
              <p:nvPr/>
            </p:nvSpPr>
            <p:spPr>
              <a:xfrm>
                <a:off x="4039043" y="471357"/>
                <a:ext cx="372509" cy="189844"/>
              </a:xfrm>
              <a:custGeom>
                <a:rect b="b" l="l" r="r" t="t"/>
                <a:pathLst>
                  <a:path extrusionOk="0" h="4563" w="8954">
                    <a:moveTo>
                      <a:pt x="4319" y="0"/>
                    </a:moveTo>
                    <a:lnTo>
                      <a:pt x="1" y="4563"/>
                    </a:lnTo>
                    <a:lnTo>
                      <a:pt x="8954" y="4563"/>
                    </a:lnTo>
                    <a:lnTo>
                      <a:pt x="6301" y="1956"/>
                    </a:lnTo>
                    <a:lnTo>
                      <a:pt x="43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29"/>
              <p:cNvSpPr/>
              <p:nvPr/>
            </p:nvSpPr>
            <p:spPr>
              <a:xfrm>
                <a:off x="4042080" y="291336"/>
                <a:ext cx="141240" cy="141249"/>
              </a:xfrm>
              <a:custGeom>
                <a:rect b="b" l="l" r="r" t="t"/>
                <a:pathLst>
                  <a:path extrusionOk="0" h="3395" w="3395">
                    <a:moveTo>
                      <a:pt x="1702" y="0"/>
                    </a:moveTo>
                    <a:cubicBezTo>
                      <a:pt x="761" y="0"/>
                      <a:pt x="0" y="761"/>
                      <a:pt x="0" y="1702"/>
                    </a:cubicBezTo>
                    <a:cubicBezTo>
                      <a:pt x="0" y="2634"/>
                      <a:pt x="761" y="3395"/>
                      <a:pt x="1702" y="3395"/>
                    </a:cubicBezTo>
                    <a:cubicBezTo>
                      <a:pt x="2634" y="3395"/>
                      <a:pt x="3395" y="2634"/>
                      <a:pt x="3395" y="1702"/>
                    </a:cubicBezTo>
                    <a:cubicBezTo>
                      <a:pt x="3395" y="761"/>
                      <a:pt x="2634" y="0"/>
                      <a:pt x="17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5" name="Google Shape;35;p29"/>
          <p:cNvSpPr txBox="1"/>
          <p:nvPr>
            <p:ph type="ctrTitle"/>
          </p:nvPr>
        </p:nvSpPr>
        <p:spPr>
          <a:xfrm>
            <a:off x="713225" y="1588363"/>
            <a:ext cx="4771800" cy="14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36" name="Google Shape;36;p29"/>
          <p:cNvSpPr txBox="1"/>
          <p:nvPr>
            <p:ph idx="1" type="subTitle"/>
          </p:nvPr>
        </p:nvSpPr>
        <p:spPr>
          <a:xfrm>
            <a:off x="713225" y="3079338"/>
            <a:ext cx="47718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9" name="Google Shape;39;p30"/>
          <p:cNvGrpSpPr/>
          <p:nvPr/>
        </p:nvGrpSpPr>
        <p:grpSpPr>
          <a:xfrm>
            <a:off x="-72157" y="-158866"/>
            <a:ext cx="9847066" cy="5575189"/>
            <a:chOff x="-72157" y="-158866"/>
            <a:chExt cx="9847066" cy="5575189"/>
          </a:xfrm>
        </p:grpSpPr>
        <p:sp>
          <p:nvSpPr>
            <p:cNvPr id="40" name="Google Shape;40;p30"/>
            <p:cNvSpPr/>
            <p:nvPr/>
          </p:nvSpPr>
          <p:spPr>
            <a:xfrm>
              <a:off x="8772223" y="3448019"/>
              <a:ext cx="1002686" cy="1000275"/>
            </a:xfrm>
            <a:custGeom>
              <a:rect b="b" l="l" r="r" t="t"/>
              <a:pathLst>
                <a:path extrusionOk="0" h="14522" w="14557">
                  <a:moveTo>
                    <a:pt x="7288" y="4771"/>
                  </a:moveTo>
                  <a:cubicBezTo>
                    <a:pt x="8654" y="4780"/>
                    <a:pt x="9759" y="5894"/>
                    <a:pt x="9759" y="7270"/>
                  </a:cubicBezTo>
                  <a:cubicBezTo>
                    <a:pt x="9759" y="8637"/>
                    <a:pt x="8645" y="9759"/>
                    <a:pt x="7269" y="9759"/>
                  </a:cubicBezTo>
                  <a:cubicBezTo>
                    <a:pt x="5893" y="9759"/>
                    <a:pt x="4780" y="8637"/>
                    <a:pt x="4780" y="7270"/>
                  </a:cubicBezTo>
                  <a:cubicBezTo>
                    <a:pt x="4780" y="5894"/>
                    <a:pt x="5893" y="4771"/>
                    <a:pt x="7269" y="4771"/>
                  </a:cubicBezTo>
                  <a:close/>
                  <a:moveTo>
                    <a:pt x="6808" y="1"/>
                  </a:moveTo>
                  <a:cubicBezTo>
                    <a:pt x="6400" y="1"/>
                    <a:pt x="6056" y="299"/>
                    <a:pt x="5993" y="698"/>
                  </a:cubicBezTo>
                  <a:lnTo>
                    <a:pt x="5794" y="1784"/>
                  </a:lnTo>
                  <a:cubicBezTo>
                    <a:pt x="5323" y="1911"/>
                    <a:pt x="4870" y="2101"/>
                    <a:pt x="4445" y="2345"/>
                  </a:cubicBezTo>
                  <a:lnTo>
                    <a:pt x="3540" y="1711"/>
                  </a:lnTo>
                  <a:cubicBezTo>
                    <a:pt x="3394" y="1609"/>
                    <a:pt x="3226" y="1560"/>
                    <a:pt x="3059" y="1560"/>
                  </a:cubicBezTo>
                  <a:cubicBezTo>
                    <a:pt x="2842" y="1560"/>
                    <a:pt x="2626" y="1643"/>
                    <a:pt x="2462" y="1802"/>
                  </a:cubicBezTo>
                  <a:lnTo>
                    <a:pt x="1811" y="2454"/>
                  </a:lnTo>
                  <a:cubicBezTo>
                    <a:pt x="1530" y="2753"/>
                    <a:pt x="1494" y="3205"/>
                    <a:pt x="1738" y="3531"/>
                  </a:cubicBezTo>
                  <a:lnTo>
                    <a:pt x="2372" y="4436"/>
                  </a:lnTo>
                  <a:cubicBezTo>
                    <a:pt x="2128" y="4862"/>
                    <a:pt x="1937" y="5314"/>
                    <a:pt x="1811" y="5794"/>
                  </a:cubicBezTo>
                  <a:lnTo>
                    <a:pt x="697" y="5975"/>
                  </a:lnTo>
                  <a:cubicBezTo>
                    <a:pt x="299" y="6048"/>
                    <a:pt x="9" y="6383"/>
                    <a:pt x="0" y="6790"/>
                  </a:cubicBezTo>
                  <a:lnTo>
                    <a:pt x="0" y="7722"/>
                  </a:lnTo>
                  <a:cubicBezTo>
                    <a:pt x="0" y="8130"/>
                    <a:pt x="290" y="8483"/>
                    <a:pt x="697" y="8555"/>
                  </a:cubicBezTo>
                  <a:lnTo>
                    <a:pt x="1784" y="8745"/>
                  </a:lnTo>
                  <a:cubicBezTo>
                    <a:pt x="1910" y="9216"/>
                    <a:pt x="2100" y="9678"/>
                    <a:pt x="2345" y="10103"/>
                  </a:cubicBezTo>
                  <a:lnTo>
                    <a:pt x="1738" y="10999"/>
                  </a:lnTo>
                  <a:cubicBezTo>
                    <a:pt x="1503" y="11334"/>
                    <a:pt x="1539" y="11787"/>
                    <a:pt x="1829" y="12077"/>
                  </a:cubicBezTo>
                  <a:lnTo>
                    <a:pt x="2481" y="12729"/>
                  </a:lnTo>
                  <a:cubicBezTo>
                    <a:pt x="2644" y="12887"/>
                    <a:pt x="2860" y="12971"/>
                    <a:pt x="3078" y="12971"/>
                  </a:cubicBezTo>
                  <a:cubicBezTo>
                    <a:pt x="3244" y="12971"/>
                    <a:pt x="3412" y="12921"/>
                    <a:pt x="3558" y="12819"/>
                  </a:cubicBezTo>
                  <a:lnTo>
                    <a:pt x="4463" y="12185"/>
                  </a:lnTo>
                  <a:cubicBezTo>
                    <a:pt x="4889" y="12430"/>
                    <a:pt x="5341" y="12620"/>
                    <a:pt x="5812" y="12747"/>
                  </a:cubicBezTo>
                  <a:lnTo>
                    <a:pt x="6002" y="13833"/>
                  </a:lnTo>
                  <a:cubicBezTo>
                    <a:pt x="6073" y="14225"/>
                    <a:pt x="6417" y="14521"/>
                    <a:pt x="6817" y="14521"/>
                  </a:cubicBezTo>
                  <a:cubicBezTo>
                    <a:pt x="6823" y="14521"/>
                    <a:pt x="6829" y="14521"/>
                    <a:pt x="6835" y="14521"/>
                  </a:cubicBezTo>
                  <a:lnTo>
                    <a:pt x="7758" y="14521"/>
                  </a:lnTo>
                  <a:cubicBezTo>
                    <a:pt x="7764" y="14521"/>
                    <a:pt x="7770" y="14521"/>
                    <a:pt x="7776" y="14521"/>
                  </a:cubicBezTo>
                  <a:cubicBezTo>
                    <a:pt x="8176" y="14521"/>
                    <a:pt x="8511" y="14225"/>
                    <a:pt x="8582" y="13833"/>
                  </a:cubicBezTo>
                  <a:lnTo>
                    <a:pt x="8772" y="12747"/>
                  </a:lnTo>
                  <a:cubicBezTo>
                    <a:pt x="9243" y="12620"/>
                    <a:pt x="9705" y="12430"/>
                    <a:pt x="10130" y="12185"/>
                  </a:cubicBezTo>
                  <a:lnTo>
                    <a:pt x="11035" y="12819"/>
                  </a:lnTo>
                  <a:cubicBezTo>
                    <a:pt x="11177" y="12921"/>
                    <a:pt x="11343" y="12971"/>
                    <a:pt x="11508" y="12971"/>
                  </a:cubicBezTo>
                  <a:cubicBezTo>
                    <a:pt x="11724" y="12971"/>
                    <a:pt x="11940" y="12887"/>
                    <a:pt x="12104" y="12729"/>
                  </a:cubicBezTo>
                  <a:lnTo>
                    <a:pt x="12755" y="12077"/>
                  </a:lnTo>
                  <a:cubicBezTo>
                    <a:pt x="13045" y="11787"/>
                    <a:pt x="13081" y="11334"/>
                    <a:pt x="12846" y="10999"/>
                  </a:cubicBezTo>
                  <a:lnTo>
                    <a:pt x="12212" y="10094"/>
                  </a:lnTo>
                  <a:cubicBezTo>
                    <a:pt x="12457" y="9669"/>
                    <a:pt x="12647" y="9216"/>
                    <a:pt x="12773" y="8736"/>
                  </a:cubicBezTo>
                  <a:lnTo>
                    <a:pt x="13860" y="8546"/>
                  </a:lnTo>
                  <a:cubicBezTo>
                    <a:pt x="14267" y="8483"/>
                    <a:pt x="14557" y="8130"/>
                    <a:pt x="14557" y="7722"/>
                  </a:cubicBezTo>
                  <a:lnTo>
                    <a:pt x="14557" y="6790"/>
                  </a:lnTo>
                  <a:cubicBezTo>
                    <a:pt x="14557" y="6383"/>
                    <a:pt x="14267" y="6030"/>
                    <a:pt x="13860" y="5957"/>
                  </a:cubicBezTo>
                  <a:lnTo>
                    <a:pt x="12773" y="5767"/>
                  </a:lnTo>
                  <a:cubicBezTo>
                    <a:pt x="12647" y="5296"/>
                    <a:pt x="12457" y="4844"/>
                    <a:pt x="12212" y="4418"/>
                  </a:cubicBezTo>
                  <a:lnTo>
                    <a:pt x="12837" y="3531"/>
                  </a:lnTo>
                  <a:cubicBezTo>
                    <a:pt x="13072" y="3196"/>
                    <a:pt x="13027" y="2743"/>
                    <a:pt x="12746" y="2454"/>
                  </a:cubicBezTo>
                  <a:lnTo>
                    <a:pt x="12085" y="1802"/>
                  </a:lnTo>
                  <a:cubicBezTo>
                    <a:pt x="11927" y="1643"/>
                    <a:pt x="11713" y="1560"/>
                    <a:pt x="11497" y="1560"/>
                  </a:cubicBezTo>
                  <a:cubicBezTo>
                    <a:pt x="11331" y="1560"/>
                    <a:pt x="11163" y="1609"/>
                    <a:pt x="11017" y="1711"/>
                  </a:cubicBezTo>
                  <a:lnTo>
                    <a:pt x="10103" y="2345"/>
                  </a:lnTo>
                  <a:cubicBezTo>
                    <a:pt x="9677" y="2101"/>
                    <a:pt x="9225" y="1911"/>
                    <a:pt x="8754" y="1784"/>
                  </a:cubicBezTo>
                  <a:lnTo>
                    <a:pt x="8555" y="698"/>
                  </a:lnTo>
                  <a:cubicBezTo>
                    <a:pt x="8492" y="290"/>
                    <a:pt x="8138" y="1"/>
                    <a:pt x="77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" name="Google Shape;41;p30"/>
            <p:cNvGrpSpPr/>
            <p:nvPr/>
          </p:nvGrpSpPr>
          <p:grpSpPr>
            <a:xfrm>
              <a:off x="-72157" y="-158866"/>
              <a:ext cx="1002687" cy="729524"/>
              <a:chOff x="1835150" y="2508950"/>
              <a:chExt cx="335650" cy="244225"/>
            </a:xfrm>
          </p:grpSpPr>
          <p:sp>
            <p:nvSpPr>
              <p:cNvPr id="42" name="Google Shape;42;p30"/>
              <p:cNvSpPr/>
              <p:nvPr/>
            </p:nvSpPr>
            <p:spPr>
              <a:xfrm>
                <a:off x="1835150" y="2508950"/>
                <a:ext cx="335650" cy="244225"/>
              </a:xfrm>
              <a:custGeom>
                <a:rect b="b" l="l" r="r" t="t"/>
                <a:pathLst>
                  <a:path extrusionOk="0" h="9769" w="13426">
                    <a:moveTo>
                      <a:pt x="1223" y="1"/>
                    </a:moveTo>
                    <a:cubicBezTo>
                      <a:pt x="553" y="1"/>
                      <a:pt x="1" y="544"/>
                      <a:pt x="1" y="1223"/>
                    </a:cubicBezTo>
                    <a:lnTo>
                      <a:pt x="1" y="5568"/>
                    </a:lnTo>
                    <a:cubicBezTo>
                      <a:pt x="1" y="6247"/>
                      <a:pt x="553" y="6799"/>
                      <a:pt x="1223" y="6799"/>
                    </a:cubicBezTo>
                    <a:lnTo>
                      <a:pt x="1449" y="6799"/>
                    </a:lnTo>
                    <a:lnTo>
                      <a:pt x="1449" y="9769"/>
                    </a:lnTo>
                    <a:lnTo>
                      <a:pt x="3477" y="6799"/>
                    </a:lnTo>
                    <a:lnTo>
                      <a:pt x="12204" y="6799"/>
                    </a:lnTo>
                    <a:cubicBezTo>
                      <a:pt x="12874" y="6799"/>
                      <a:pt x="13426" y="6247"/>
                      <a:pt x="13426" y="5568"/>
                    </a:cubicBezTo>
                    <a:lnTo>
                      <a:pt x="13426" y="1223"/>
                    </a:lnTo>
                    <a:cubicBezTo>
                      <a:pt x="13426" y="544"/>
                      <a:pt x="12874" y="1"/>
                      <a:pt x="122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30"/>
              <p:cNvSpPr/>
              <p:nvPr/>
            </p:nvSpPr>
            <p:spPr>
              <a:xfrm>
                <a:off x="1905325" y="2583200"/>
                <a:ext cx="29675" cy="29900"/>
              </a:xfrm>
              <a:custGeom>
                <a:rect b="b" l="l" r="r" t="t"/>
                <a:pathLst>
                  <a:path extrusionOk="0" h="1196" w="1187">
                    <a:moveTo>
                      <a:pt x="589" y="0"/>
                    </a:moveTo>
                    <a:cubicBezTo>
                      <a:pt x="263" y="0"/>
                      <a:pt x="0" y="272"/>
                      <a:pt x="0" y="598"/>
                    </a:cubicBezTo>
                    <a:cubicBezTo>
                      <a:pt x="0" y="924"/>
                      <a:pt x="263" y="1195"/>
                      <a:pt x="589" y="1195"/>
                    </a:cubicBezTo>
                    <a:cubicBezTo>
                      <a:pt x="924" y="1195"/>
                      <a:pt x="1186" y="924"/>
                      <a:pt x="1186" y="598"/>
                    </a:cubicBezTo>
                    <a:cubicBezTo>
                      <a:pt x="1186" y="272"/>
                      <a:pt x="92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30"/>
              <p:cNvSpPr/>
              <p:nvPr/>
            </p:nvSpPr>
            <p:spPr>
              <a:xfrm>
                <a:off x="1990175" y="2583200"/>
                <a:ext cx="29900" cy="29900"/>
              </a:xfrm>
              <a:custGeom>
                <a:rect b="b" l="l" r="r" t="t"/>
                <a:pathLst>
                  <a:path extrusionOk="0" h="1196" w="1196">
                    <a:moveTo>
                      <a:pt x="598" y="0"/>
                    </a:moveTo>
                    <a:cubicBezTo>
                      <a:pt x="273" y="0"/>
                      <a:pt x="1" y="272"/>
                      <a:pt x="1" y="598"/>
                    </a:cubicBezTo>
                    <a:cubicBezTo>
                      <a:pt x="1" y="924"/>
                      <a:pt x="273" y="1195"/>
                      <a:pt x="598" y="1195"/>
                    </a:cubicBezTo>
                    <a:cubicBezTo>
                      <a:pt x="924" y="1195"/>
                      <a:pt x="1196" y="924"/>
                      <a:pt x="1196" y="598"/>
                    </a:cubicBezTo>
                    <a:cubicBezTo>
                      <a:pt x="1196" y="272"/>
                      <a:pt x="924" y="0"/>
                      <a:pt x="5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30"/>
              <p:cNvSpPr/>
              <p:nvPr/>
            </p:nvSpPr>
            <p:spPr>
              <a:xfrm>
                <a:off x="2075275" y="2583200"/>
                <a:ext cx="29675" cy="29900"/>
              </a:xfrm>
              <a:custGeom>
                <a:rect b="b" l="l" r="r" t="t"/>
                <a:pathLst>
                  <a:path extrusionOk="0" h="1196" w="1187">
                    <a:moveTo>
                      <a:pt x="589" y="0"/>
                    </a:moveTo>
                    <a:cubicBezTo>
                      <a:pt x="263" y="0"/>
                      <a:pt x="1" y="272"/>
                      <a:pt x="1" y="598"/>
                    </a:cubicBezTo>
                    <a:cubicBezTo>
                      <a:pt x="1" y="924"/>
                      <a:pt x="263" y="1195"/>
                      <a:pt x="589" y="1195"/>
                    </a:cubicBezTo>
                    <a:cubicBezTo>
                      <a:pt x="924" y="1195"/>
                      <a:pt x="1187" y="924"/>
                      <a:pt x="1187" y="598"/>
                    </a:cubicBezTo>
                    <a:cubicBezTo>
                      <a:pt x="1187" y="272"/>
                      <a:pt x="92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" name="Google Shape;46;p30"/>
            <p:cNvGrpSpPr/>
            <p:nvPr/>
          </p:nvGrpSpPr>
          <p:grpSpPr>
            <a:xfrm>
              <a:off x="8424001" y="181653"/>
              <a:ext cx="720809" cy="891736"/>
              <a:chOff x="-155849" y="3975828"/>
              <a:chExt cx="720809" cy="891736"/>
            </a:xfrm>
          </p:grpSpPr>
          <p:sp>
            <p:nvSpPr>
              <p:cNvPr id="47" name="Google Shape;47;p30"/>
              <p:cNvSpPr/>
              <p:nvPr/>
            </p:nvSpPr>
            <p:spPr>
              <a:xfrm>
                <a:off x="-155849" y="3975828"/>
                <a:ext cx="720809" cy="891736"/>
              </a:xfrm>
              <a:custGeom>
                <a:rect b="b" l="l" r="r" t="t"/>
                <a:pathLst>
                  <a:path extrusionOk="0" h="18604" w="15038">
                    <a:moveTo>
                      <a:pt x="933" y="1"/>
                    </a:moveTo>
                    <a:cubicBezTo>
                      <a:pt x="417" y="1"/>
                      <a:pt x="1" y="417"/>
                      <a:pt x="1" y="933"/>
                    </a:cubicBezTo>
                    <a:lnTo>
                      <a:pt x="1" y="17672"/>
                    </a:lnTo>
                    <a:cubicBezTo>
                      <a:pt x="1" y="18188"/>
                      <a:pt x="417" y="18604"/>
                      <a:pt x="933" y="18604"/>
                    </a:cubicBezTo>
                    <a:lnTo>
                      <a:pt x="14114" y="18604"/>
                    </a:lnTo>
                    <a:cubicBezTo>
                      <a:pt x="14621" y="18604"/>
                      <a:pt x="15037" y="18188"/>
                      <a:pt x="15037" y="17672"/>
                    </a:cubicBezTo>
                    <a:lnTo>
                      <a:pt x="15037" y="933"/>
                    </a:lnTo>
                    <a:cubicBezTo>
                      <a:pt x="15037" y="417"/>
                      <a:pt x="14621" y="1"/>
                      <a:pt x="141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30"/>
              <p:cNvSpPr/>
              <p:nvPr/>
            </p:nvSpPr>
            <p:spPr>
              <a:xfrm>
                <a:off x="-26096" y="4103424"/>
                <a:ext cx="461734" cy="21713"/>
              </a:xfrm>
              <a:custGeom>
                <a:rect b="b" l="l" r="r" t="t"/>
                <a:pathLst>
                  <a:path extrusionOk="0" h="453" w="9633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3"/>
                      <a:pt x="9633" y="227"/>
                    </a:cubicBezTo>
                    <a:cubicBezTo>
                      <a:pt x="9633" y="100"/>
                      <a:pt x="9524" y="0"/>
                      <a:pt x="94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49;p30"/>
              <p:cNvSpPr/>
              <p:nvPr/>
            </p:nvSpPr>
            <p:spPr>
              <a:xfrm>
                <a:off x="-26096" y="4164586"/>
                <a:ext cx="461734" cy="21761"/>
              </a:xfrm>
              <a:custGeom>
                <a:rect b="b" l="l" r="r" t="t"/>
                <a:pathLst>
                  <a:path extrusionOk="0" h="454" w="9633">
                    <a:moveTo>
                      <a:pt x="227" y="1"/>
                    </a:moveTo>
                    <a:cubicBezTo>
                      <a:pt x="100" y="1"/>
                      <a:pt x="1" y="100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4"/>
                      <a:pt x="9633" y="227"/>
                    </a:cubicBezTo>
                    <a:cubicBezTo>
                      <a:pt x="9633" y="10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50;p30"/>
              <p:cNvSpPr/>
              <p:nvPr/>
            </p:nvSpPr>
            <p:spPr>
              <a:xfrm>
                <a:off x="-26096" y="4225364"/>
                <a:ext cx="303796" cy="21713"/>
              </a:xfrm>
              <a:custGeom>
                <a:rect b="b" l="l" r="r" t="t"/>
                <a:pathLst>
                  <a:path extrusionOk="0" h="453" w="6338">
                    <a:moveTo>
                      <a:pt x="227" y="0"/>
                    </a:moveTo>
                    <a:cubicBezTo>
                      <a:pt x="100" y="0"/>
                      <a:pt x="1" y="109"/>
                      <a:pt x="1" y="226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3"/>
                      <a:pt x="6338" y="226"/>
                    </a:cubicBezTo>
                    <a:cubicBezTo>
                      <a:pt x="6338" y="109"/>
                      <a:pt x="6238" y="0"/>
                      <a:pt x="61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51;p30"/>
              <p:cNvSpPr/>
              <p:nvPr/>
            </p:nvSpPr>
            <p:spPr>
              <a:xfrm>
                <a:off x="-26096" y="4355932"/>
                <a:ext cx="461734" cy="21761"/>
              </a:xfrm>
              <a:custGeom>
                <a:rect b="b" l="l" r="r" t="t"/>
                <a:pathLst>
                  <a:path extrusionOk="0" h="454" w="9633">
                    <a:moveTo>
                      <a:pt x="227" y="1"/>
                    </a:moveTo>
                    <a:cubicBezTo>
                      <a:pt x="100" y="1"/>
                      <a:pt x="1" y="101"/>
                      <a:pt x="1" y="227"/>
                    </a:cubicBezTo>
                    <a:cubicBezTo>
                      <a:pt x="1" y="354"/>
                      <a:pt x="100" y="454"/>
                      <a:pt x="227" y="454"/>
                    </a:cubicBezTo>
                    <a:lnTo>
                      <a:pt x="9406" y="454"/>
                    </a:lnTo>
                    <a:cubicBezTo>
                      <a:pt x="9524" y="454"/>
                      <a:pt x="9633" y="354"/>
                      <a:pt x="9633" y="227"/>
                    </a:cubicBezTo>
                    <a:cubicBezTo>
                      <a:pt x="9633" y="101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52;p30"/>
              <p:cNvSpPr/>
              <p:nvPr/>
            </p:nvSpPr>
            <p:spPr>
              <a:xfrm>
                <a:off x="-26096" y="4417142"/>
                <a:ext cx="461734" cy="21713"/>
              </a:xfrm>
              <a:custGeom>
                <a:rect b="b" l="l" r="r" t="t"/>
                <a:pathLst>
                  <a:path extrusionOk="0" h="453" w="9633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4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44"/>
                      <a:pt x="9633" y="227"/>
                    </a:cubicBezTo>
                    <a:cubicBezTo>
                      <a:pt x="9633" y="100"/>
                      <a:pt x="9524" y="0"/>
                      <a:pt x="94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53;p30"/>
              <p:cNvSpPr/>
              <p:nvPr/>
            </p:nvSpPr>
            <p:spPr>
              <a:xfrm>
                <a:off x="-26096" y="4477872"/>
                <a:ext cx="303796" cy="21761"/>
              </a:xfrm>
              <a:custGeom>
                <a:rect b="b" l="l" r="r" t="t"/>
                <a:pathLst>
                  <a:path extrusionOk="0" h="454" w="6338">
                    <a:moveTo>
                      <a:pt x="227" y="1"/>
                    </a:moveTo>
                    <a:cubicBezTo>
                      <a:pt x="100" y="1"/>
                      <a:pt x="1" y="109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4"/>
                      <a:pt x="6338" y="227"/>
                    </a:cubicBezTo>
                    <a:cubicBezTo>
                      <a:pt x="6338" y="109"/>
                      <a:pt x="6238" y="1"/>
                      <a:pt x="61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54;p30"/>
              <p:cNvSpPr/>
              <p:nvPr/>
            </p:nvSpPr>
            <p:spPr>
              <a:xfrm>
                <a:off x="-26096" y="4608488"/>
                <a:ext cx="461734" cy="21761"/>
              </a:xfrm>
              <a:custGeom>
                <a:rect b="b" l="l" r="r" t="t"/>
                <a:pathLst>
                  <a:path extrusionOk="0" h="454" w="9633">
                    <a:moveTo>
                      <a:pt x="227" y="1"/>
                    </a:moveTo>
                    <a:cubicBezTo>
                      <a:pt x="100" y="1"/>
                      <a:pt x="1" y="100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4"/>
                      <a:pt x="9633" y="227"/>
                    </a:cubicBezTo>
                    <a:cubicBezTo>
                      <a:pt x="9633" y="10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" name="Google Shape;55;p30"/>
              <p:cNvSpPr/>
              <p:nvPr/>
            </p:nvSpPr>
            <p:spPr>
              <a:xfrm>
                <a:off x="-26096" y="4669219"/>
                <a:ext cx="461734" cy="21761"/>
              </a:xfrm>
              <a:custGeom>
                <a:rect b="b" l="l" r="r" t="t"/>
                <a:pathLst>
                  <a:path extrusionOk="0" h="454" w="9633">
                    <a:moveTo>
                      <a:pt x="227" y="1"/>
                    </a:moveTo>
                    <a:cubicBezTo>
                      <a:pt x="100" y="1"/>
                      <a:pt x="1" y="110"/>
                      <a:pt x="1" y="227"/>
                    </a:cubicBezTo>
                    <a:cubicBezTo>
                      <a:pt x="1" y="354"/>
                      <a:pt x="100" y="454"/>
                      <a:pt x="227" y="454"/>
                    </a:cubicBezTo>
                    <a:lnTo>
                      <a:pt x="9406" y="454"/>
                    </a:lnTo>
                    <a:cubicBezTo>
                      <a:pt x="9524" y="454"/>
                      <a:pt x="9633" y="354"/>
                      <a:pt x="9633" y="227"/>
                    </a:cubicBezTo>
                    <a:cubicBezTo>
                      <a:pt x="9633" y="11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30"/>
              <p:cNvSpPr/>
              <p:nvPr/>
            </p:nvSpPr>
            <p:spPr>
              <a:xfrm>
                <a:off x="-26096" y="4730428"/>
                <a:ext cx="303796" cy="21713"/>
              </a:xfrm>
              <a:custGeom>
                <a:rect b="b" l="l" r="r" t="t"/>
                <a:pathLst>
                  <a:path extrusionOk="0" h="453" w="6338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3"/>
                      <a:pt x="6338" y="227"/>
                    </a:cubicBezTo>
                    <a:cubicBezTo>
                      <a:pt x="6338" y="100"/>
                      <a:pt x="6238" y="0"/>
                      <a:pt x="61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" name="Google Shape;57;p30"/>
            <p:cNvGrpSpPr/>
            <p:nvPr/>
          </p:nvGrpSpPr>
          <p:grpSpPr>
            <a:xfrm>
              <a:off x="-10240" y="4619722"/>
              <a:ext cx="1119452" cy="796601"/>
              <a:chOff x="3858275" y="126750"/>
              <a:chExt cx="864375" cy="615088"/>
            </a:xfrm>
          </p:grpSpPr>
          <p:sp>
            <p:nvSpPr>
              <p:cNvPr id="58" name="Google Shape;58;p30"/>
              <p:cNvSpPr/>
              <p:nvPr/>
            </p:nvSpPr>
            <p:spPr>
              <a:xfrm>
                <a:off x="3858275" y="126750"/>
                <a:ext cx="864375" cy="615088"/>
              </a:xfrm>
              <a:custGeom>
                <a:rect b="b" l="l" r="r" t="t"/>
                <a:pathLst>
                  <a:path extrusionOk="0" h="14784" w="20777">
                    <a:moveTo>
                      <a:pt x="951" y="0"/>
                    </a:moveTo>
                    <a:cubicBezTo>
                      <a:pt x="426" y="0"/>
                      <a:pt x="1" y="435"/>
                      <a:pt x="1" y="960"/>
                    </a:cubicBezTo>
                    <a:lnTo>
                      <a:pt x="1" y="13833"/>
                    </a:lnTo>
                    <a:cubicBezTo>
                      <a:pt x="1" y="14358"/>
                      <a:pt x="426" y="14783"/>
                      <a:pt x="951" y="14783"/>
                    </a:cubicBezTo>
                    <a:lnTo>
                      <a:pt x="19817" y="14783"/>
                    </a:lnTo>
                    <a:cubicBezTo>
                      <a:pt x="20351" y="14783"/>
                      <a:pt x="20776" y="14358"/>
                      <a:pt x="20776" y="13833"/>
                    </a:cubicBezTo>
                    <a:lnTo>
                      <a:pt x="20776" y="960"/>
                    </a:lnTo>
                    <a:cubicBezTo>
                      <a:pt x="20776" y="435"/>
                      <a:pt x="20351" y="0"/>
                      <a:pt x="198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30"/>
              <p:cNvSpPr/>
              <p:nvPr/>
            </p:nvSpPr>
            <p:spPr>
              <a:xfrm>
                <a:off x="3956585" y="207712"/>
                <a:ext cx="667762" cy="453494"/>
              </a:xfrm>
              <a:custGeom>
                <a:rect b="b" l="l" r="r" t="t"/>
                <a:pathLst>
                  <a:path extrusionOk="0" h="10900" w="16051">
                    <a:moveTo>
                      <a:pt x="960" y="0"/>
                    </a:moveTo>
                    <a:cubicBezTo>
                      <a:pt x="426" y="0"/>
                      <a:pt x="0" y="426"/>
                      <a:pt x="0" y="960"/>
                    </a:cubicBezTo>
                    <a:lnTo>
                      <a:pt x="0" y="9940"/>
                    </a:lnTo>
                    <a:cubicBezTo>
                      <a:pt x="0" y="10474"/>
                      <a:pt x="426" y="10900"/>
                      <a:pt x="960" y="10900"/>
                    </a:cubicBezTo>
                    <a:lnTo>
                      <a:pt x="15091" y="10900"/>
                    </a:lnTo>
                    <a:cubicBezTo>
                      <a:pt x="15616" y="10900"/>
                      <a:pt x="16051" y="10474"/>
                      <a:pt x="16051" y="9940"/>
                    </a:cubicBezTo>
                    <a:lnTo>
                      <a:pt x="16051" y="960"/>
                    </a:lnTo>
                    <a:cubicBezTo>
                      <a:pt x="16051" y="426"/>
                      <a:pt x="15616" y="0"/>
                      <a:pt x="150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30"/>
              <p:cNvSpPr/>
              <p:nvPr/>
            </p:nvSpPr>
            <p:spPr>
              <a:xfrm>
                <a:off x="4301188" y="333481"/>
                <a:ext cx="323168" cy="327723"/>
              </a:xfrm>
              <a:custGeom>
                <a:rect b="b" l="l" r="r" t="t"/>
                <a:pathLst>
                  <a:path extrusionOk="0" h="7877" w="7768">
                    <a:moveTo>
                      <a:pt x="4309" y="1"/>
                    </a:moveTo>
                    <a:lnTo>
                      <a:pt x="0" y="5270"/>
                    </a:lnTo>
                    <a:lnTo>
                      <a:pt x="2653" y="7877"/>
                    </a:lnTo>
                    <a:lnTo>
                      <a:pt x="6808" y="7877"/>
                    </a:lnTo>
                    <a:cubicBezTo>
                      <a:pt x="7333" y="7877"/>
                      <a:pt x="7768" y="7451"/>
                      <a:pt x="7768" y="6917"/>
                    </a:cubicBezTo>
                    <a:lnTo>
                      <a:pt x="7768" y="4871"/>
                    </a:lnTo>
                    <a:lnTo>
                      <a:pt x="430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1;p30"/>
              <p:cNvSpPr/>
              <p:nvPr/>
            </p:nvSpPr>
            <p:spPr>
              <a:xfrm>
                <a:off x="4039043" y="471357"/>
                <a:ext cx="372509" cy="189844"/>
              </a:xfrm>
              <a:custGeom>
                <a:rect b="b" l="l" r="r" t="t"/>
                <a:pathLst>
                  <a:path extrusionOk="0" h="4563" w="8954">
                    <a:moveTo>
                      <a:pt x="4319" y="0"/>
                    </a:moveTo>
                    <a:lnTo>
                      <a:pt x="1" y="4563"/>
                    </a:lnTo>
                    <a:lnTo>
                      <a:pt x="8954" y="4563"/>
                    </a:lnTo>
                    <a:lnTo>
                      <a:pt x="6301" y="1956"/>
                    </a:lnTo>
                    <a:lnTo>
                      <a:pt x="43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2;p30"/>
              <p:cNvSpPr/>
              <p:nvPr/>
            </p:nvSpPr>
            <p:spPr>
              <a:xfrm>
                <a:off x="4042080" y="291336"/>
                <a:ext cx="141240" cy="141249"/>
              </a:xfrm>
              <a:custGeom>
                <a:rect b="b" l="l" r="r" t="t"/>
                <a:pathLst>
                  <a:path extrusionOk="0" h="3395" w="3395">
                    <a:moveTo>
                      <a:pt x="1702" y="0"/>
                    </a:moveTo>
                    <a:cubicBezTo>
                      <a:pt x="761" y="0"/>
                      <a:pt x="0" y="761"/>
                      <a:pt x="0" y="1702"/>
                    </a:cubicBezTo>
                    <a:cubicBezTo>
                      <a:pt x="0" y="2634"/>
                      <a:pt x="761" y="3395"/>
                      <a:pt x="1702" y="3395"/>
                    </a:cubicBezTo>
                    <a:cubicBezTo>
                      <a:pt x="2634" y="3395"/>
                      <a:pt x="3395" y="2634"/>
                      <a:pt x="3395" y="1702"/>
                    </a:cubicBezTo>
                    <a:cubicBezTo>
                      <a:pt x="3395" y="761"/>
                      <a:pt x="2634" y="0"/>
                      <a:pt x="17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31"/>
          <p:cNvGrpSpPr/>
          <p:nvPr/>
        </p:nvGrpSpPr>
        <p:grpSpPr>
          <a:xfrm>
            <a:off x="-140079" y="-143578"/>
            <a:ext cx="8350866" cy="5426566"/>
            <a:chOff x="-140079" y="-143578"/>
            <a:chExt cx="8350866" cy="5426566"/>
          </a:xfrm>
        </p:grpSpPr>
        <p:grpSp>
          <p:nvGrpSpPr>
            <p:cNvPr id="65" name="Google Shape;65;p31"/>
            <p:cNvGrpSpPr/>
            <p:nvPr/>
          </p:nvGrpSpPr>
          <p:grpSpPr>
            <a:xfrm>
              <a:off x="-140079" y="-71776"/>
              <a:ext cx="607498" cy="751555"/>
              <a:chOff x="-155849" y="3975828"/>
              <a:chExt cx="720809" cy="891736"/>
            </a:xfrm>
          </p:grpSpPr>
          <p:sp>
            <p:nvSpPr>
              <p:cNvPr id="66" name="Google Shape;66;p31"/>
              <p:cNvSpPr/>
              <p:nvPr/>
            </p:nvSpPr>
            <p:spPr>
              <a:xfrm>
                <a:off x="-155849" y="3975828"/>
                <a:ext cx="720809" cy="891736"/>
              </a:xfrm>
              <a:custGeom>
                <a:rect b="b" l="l" r="r" t="t"/>
                <a:pathLst>
                  <a:path extrusionOk="0" h="18604" w="15038">
                    <a:moveTo>
                      <a:pt x="933" y="1"/>
                    </a:moveTo>
                    <a:cubicBezTo>
                      <a:pt x="417" y="1"/>
                      <a:pt x="1" y="417"/>
                      <a:pt x="1" y="933"/>
                    </a:cubicBezTo>
                    <a:lnTo>
                      <a:pt x="1" y="17672"/>
                    </a:lnTo>
                    <a:cubicBezTo>
                      <a:pt x="1" y="18188"/>
                      <a:pt x="417" y="18604"/>
                      <a:pt x="933" y="18604"/>
                    </a:cubicBezTo>
                    <a:lnTo>
                      <a:pt x="14114" y="18604"/>
                    </a:lnTo>
                    <a:cubicBezTo>
                      <a:pt x="14621" y="18604"/>
                      <a:pt x="15037" y="18188"/>
                      <a:pt x="15037" y="17672"/>
                    </a:cubicBezTo>
                    <a:lnTo>
                      <a:pt x="15037" y="933"/>
                    </a:lnTo>
                    <a:cubicBezTo>
                      <a:pt x="15037" y="417"/>
                      <a:pt x="14621" y="1"/>
                      <a:pt x="141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p31"/>
              <p:cNvSpPr/>
              <p:nvPr/>
            </p:nvSpPr>
            <p:spPr>
              <a:xfrm>
                <a:off x="-26096" y="4103424"/>
                <a:ext cx="461734" cy="21713"/>
              </a:xfrm>
              <a:custGeom>
                <a:rect b="b" l="l" r="r" t="t"/>
                <a:pathLst>
                  <a:path extrusionOk="0" h="453" w="9633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3"/>
                      <a:pt x="9633" y="227"/>
                    </a:cubicBezTo>
                    <a:cubicBezTo>
                      <a:pt x="9633" y="100"/>
                      <a:pt x="9524" y="0"/>
                      <a:pt x="94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31"/>
              <p:cNvSpPr/>
              <p:nvPr/>
            </p:nvSpPr>
            <p:spPr>
              <a:xfrm>
                <a:off x="-26096" y="4164586"/>
                <a:ext cx="461734" cy="21761"/>
              </a:xfrm>
              <a:custGeom>
                <a:rect b="b" l="l" r="r" t="t"/>
                <a:pathLst>
                  <a:path extrusionOk="0" h="454" w="9633">
                    <a:moveTo>
                      <a:pt x="227" y="1"/>
                    </a:moveTo>
                    <a:cubicBezTo>
                      <a:pt x="100" y="1"/>
                      <a:pt x="1" y="100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4"/>
                      <a:pt x="9633" y="227"/>
                    </a:cubicBezTo>
                    <a:cubicBezTo>
                      <a:pt x="9633" y="10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31"/>
              <p:cNvSpPr/>
              <p:nvPr/>
            </p:nvSpPr>
            <p:spPr>
              <a:xfrm>
                <a:off x="-26096" y="4225364"/>
                <a:ext cx="303796" cy="21713"/>
              </a:xfrm>
              <a:custGeom>
                <a:rect b="b" l="l" r="r" t="t"/>
                <a:pathLst>
                  <a:path extrusionOk="0" h="453" w="6338">
                    <a:moveTo>
                      <a:pt x="227" y="0"/>
                    </a:moveTo>
                    <a:cubicBezTo>
                      <a:pt x="100" y="0"/>
                      <a:pt x="1" y="109"/>
                      <a:pt x="1" y="226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3"/>
                      <a:pt x="6338" y="226"/>
                    </a:cubicBezTo>
                    <a:cubicBezTo>
                      <a:pt x="6338" y="109"/>
                      <a:pt x="6238" y="0"/>
                      <a:pt x="61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31"/>
              <p:cNvSpPr/>
              <p:nvPr/>
            </p:nvSpPr>
            <p:spPr>
              <a:xfrm>
                <a:off x="-26096" y="4355932"/>
                <a:ext cx="461734" cy="21761"/>
              </a:xfrm>
              <a:custGeom>
                <a:rect b="b" l="l" r="r" t="t"/>
                <a:pathLst>
                  <a:path extrusionOk="0" h="454" w="9633">
                    <a:moveTo>
                      <a:pt x="227" y="1"/>
                    </a:moveTo>
                    <a:cubicBezTo>
                      <a:pt x="100" y="1"/>
                      <a:pt x="1" y="101"/>
                      <a:pt x="1" y="227"/>
                    </a:cubicBezTo>
                    <a:cubicBezTo>
                      <a:pt x="1" y="354"/>
                      <a:pt x="100" y="454"/>
                      <a:pt x="227" y="454"/>
                    </a:cubicBezTo>
                    <a:lnTo>
                      <a:pt x="9406" y="454"/>
                    </a:lnTo>
                    <a:cubicBezTo>
                      <a:pt x="9524" y="454"/>
                      <a:pt x="9633" y="354"/>
                      <a:pt x="9633" y="227"/>
                    </a:cubicBezTo>
                    <a:cubicBezTo>
                      <a:pt x="9633" y="101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31"/>
              <p:cNvSpPr/>
              <p:nvPr/>
            </p:nvSpPr>
            <p:spPr>
              <a:xfrm>
                <a:off x="-26096" y="4417142"/>
                <a:ext cx="461734" cy="21713"/>
              </a:xfrm>
              <a:custGeom>
                <a:rect b="b" l="l" r="r" t="t"/>
                <a:pathLst>
                  <a:path extrusionOk="0" h="453" w="9633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4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44"/>
                      <a:pt x="9633" y="227"/>
                    </a:cubicBezTo>
                    <a:cubicBezTo>
                      <a:pt x="9633" y="100"/>
                      <a:pt x="9524" y="0"/>
                      <a:pt x="94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31"/>
              <p:cNvSpPr/>
              <p:nvPr/>
            </p:nvSpPr>
            <p:spPr>
              <a:xfrm>
                <a:off x="-26096" y="4477872"/>
                <a:ext cx="303796" cy="21761"/>
              </a:xfrm>
              <a:custGeom>
                <a:rect b="b" l="l" r="r" t="t"/>
                <a:pathLst>
                  <a:path extrusionOk="0" h="454" w="6338">
                    <a:moveTo>
                      <a:pt x="227" y="1"/>
                    </a:moveTo>
                    <a:cubicBezTo>
                      <a:pt x="100" y="1"/>
                      <a:pt x="1" y="109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4"/>
                      <a:pt x="6338" y="227"/>
                    </a:cubicBezTo>
                    <a:cubicBezTo>
                      <a:pt x="6338" y="109"/>
                      <a:pt x="6238" y="1"/>
                      <a:pt x="61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31"/>
              <p:cNvSpPr/>
              <p:nvPr/>
            </p:nvSpPr>
            <p:spPr>
              <a:xfrm>
                <a:off x="-26096" y="4608488"/>
                <a:ext cx="461734" cy="21761"/>
              </a:xfrm>
              <a:custGeom>
                <a:rect b="b" l="l" r="r" t="t"/>
                <a:pathLst>
                  <a:path extrusionOk="0" h="454" w="9633">
                    <a:moveTo>
                      <a:pt x="227" y="1"/>
                    </a:moveTo>
                    <a:cubicBezTo>
                      <a:pt x="100" y="1"/>
                      <a:pt x="1" y="100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4"/>
                      <a:pt x="9633" y="227"/>
                    </a:cubicBezTo>
                    <a:cubicBezTo>
                      <a:pt x="9633" y="10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31"/>
              <p:cNvSpPr/>
              <p:nvPr/>
            </p:nvSpPr>
            <p:spPr>
              <a:xfrm>
                <a:off x="-26096" y="4669219"/>
                <a:ext cx="461734" cy="21761"/>
              </a:xfrm>
              <a:custGeom>
                <a:rect b="b" l="l" r="r" t="t"/>
                <a:pathLst>
                  <a:path extrusionOk="0" h="454" w="9633">
                    <a:moveTo>
                      <a:pt x="227" y="1"/>
                    </a:moveTo>
                    <a:cubicBezTo>
                      <a:pt x="100" y="1"/>
                      <a:pt x="1" y="110"/>
                      <a:pt x="1" y="227"/>
                    </a:cubicBezTo>
                    <a:cubicBezTo>
                      <a:pt x="1" y="354"/>
                      <a:pt x="100" y="454"/>
                      <a:pt x="227" y="454"/>
                    </a:cubicBezTo>
                    <a:lnTo>
                      <a:pt x="9406" y="454"/>
                    </a:lnTo>
                    <a:cubicBezTo>
                      <a:pt x="9524" y="454"/>
                      <a:pt x="9633" y="354"/>
                      <a:pt x="9633" y="227"/>
                    </a:cubicBezTo>
                    <a:cubicBezTo>
                      <a:pt x="9633" y="11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31"/>
              <p:cNvSpPr/>
              <p:nvPr/>
            </p:nvSpPr>
            <p:spPr>
              <a:xfrm>
                <a:off x="-26096" y="4730428"/>
                <a:ext cx="303796" cy="21713"/>
              </a:xfrm>
              <a:custGeom>
                <a:rect b="b" l="l" r="r" t="t"/>
                <a:pathLst>
                  <a:path extrusionOk="0" h="453" w="6338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3"/>
                      <a:pt x="6338" y="227"/>
                    </a:cubicBezTo>
                    <a:cubicBezTo>
                      <a:pt x="6338" y="100"/>
                      <a:pt x="6238" y="0"/>
                      <a:pt x="61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" name="Google Shape;76;p31"/>
            <p:cNvGrpSpPr/>
            <p:nvPr/>
          </p:nvGrpSpPr>
          <p:grpSpPr>
            <a:xfrm>
              <a:off x="7091335" y="-143578"/>
              <a:ext cx="1119452" cy="796601"/>
              <a:chOff x="3858275" y="126750"/>
              <a:chExt cx="864375" cy="615088"/>
            </a:xfrm>
          </p:grpSpPr>
          <p:sp>
            <p:nvSpPr>
              <p:cNvPr id="77" name="Google Shape;77;p31"/>
              <p:cNvSpPr/>
              <p:nvPr/>
            </p:nvSpPr>
            <p:spPr>
              <a:xfrm>
                <a:off x="3858275" y="126750"/>
                <a:ext cx="864375" cy="615088"/>
              </a:xfrm>
              <a:custGeom>
                <a:rect b="b" l="l" r="r" t="t"/>
                <a:pathLst>
                  <a:path extrusionOk="0" h="14784" w="20777">
                    <a:moveTo>
                      <a:pt x="951" y="0"/>
                    </a:moveTo>
                    <a:cubicBezTo>
                      <a:pt x="426" y="0"/>
                      <a:pt x="1" y="435"/>
                      <a:pt x="1" y="960"/>
                    </a:cubicBezTo>
                    <a:lnTo>
                      <a:pt x="1" y="13833"/>
                    </a:lnTo>
                    <a:cubicBezTo>
                      <a:pt x="1" y="14358"/>
                      <a:pt x="426" y="14783"/>
                      <a:pt x="951" y="14783"/>
                    </a:cubicBezTo>
                    <a:lnTo>
                      <a:pt x="19817" y="14783"/>
                    </a:lnTo>
                    <a:cubicBezTo>
                      <a:pt x="20351" y="14783"/>
                      <a:pt x="20776" y="14358"/>
                      <a:pt x="20776" y="13833"/>
                    </a:cubicBezTo>
                    <a:lnTo>
                      <a:pt x="20776" y="960"/>
                    </a:lnTo>
                    <a:cubicBezTo>
                      <a:pt x="20776" y="435"/>
                      <a:pt x="20351" y="0"/>
                      <a:pt x="198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31"/>
              <p:cNvSpPr/>
              <p:nvPr/>
            </p:nvSpPr>
            <p:spPr>
              <a:xfrm>
                <a:off x="3956585" y="207712"/>
                <a:ext cx="667762" cy="453494"/>
              </a:xfrm>
              <a:custGeom>
                <a:rect b="b" l="l" r="r" t="t"/>
                <a:pathLst>
                  <a:path extrusionOk="0" h="10900" w="16051">
                    <a:moveTo>
                      <a:pt x="960" y="0"/>
                    </a:moveTo>
                    <a:cubicBezTo>
                      <a:pt x="426" y="0"/>
                      <a:pt x="0" y="426"/>
                      <a:pt x="0" y="960"/>
                    </a:cubicBezTo>
                    <a:lnTo>
                      <a:pt x="0" y="9940"/>
                    </a:lnTo>
                    <a:cubicBezTo>
                      <a:pt x="0" y="10474"/>
                      <a:pt x="426" y="10900"/>
                      <a:pt x="960" y="10900"/>
                    </a:cubicBezTo>
                    <a:lnTo>
                      <a:pt x="15091" y="10900"/>
                    </a:lnTo>
                    <a:cubicBezTo>
                      <a:pt x="15616" y="10900"/>
                      <a:pt x="16051" y="10474"/>
                      <a:pt x="16051" y="9940"/>
                    </a:cubicBezTo>
                    <a:lnTo>
                      <a:pt x="16051" y="960"/>
                    </a:lnTo>
                    <a:cubicBezTo>
                      <a:pt x="16051" y="426"/>
                      <a:pt x="15616" y="0"/>
                      <a:pt x="150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31"/>
              <p:cNvSpPr/>
              <p:nvPr/>
            </p:nvSpPr>
            <p:spPr>
              <a:xfrm>
                <a:off x="4301188" y="333481"/>
                <a:ext cx="323168" cy="327723"/>
              </a:xfrm>
              <a:custGeom>
                <a:rect b="b" l="l" r="r" t="t"/>
                <a:pathLst>
                  <a:path extrusionOk="0" h="7877" w="7768">
                    <a:moveTo>
                      <a:pt x="4309" y="1"/>
                    </a:moveTo>
                    <a:lnTo>
                      <a:pt x="0" y="5270"/>
                    </a:lnTo>
                    <a:lnTo>
                      <a:pt x="2653" y="7877"/>
                    </a:lnTo>
                    <a:lnTo>
                      <a:pt x="6808" y="7877"/>
                    </a:lnTo>
                    <a:cubicBezTo>
                      <a:pt x="7333" y="7877"/>
                      <a:pt x="7768" y="7451"/>
                      <a:pt x="7768" y="6917"/>
                    </a:cubicBezTo>
                    <a:lnTo>
                      <a:pt x="7768" y="4871"/>
                    </a:lnTo>
                    <a:lnTo>
                      <a:pt x="430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31"/>
              <p:cNvSpPr/>
              <p:nvPr/>
            </p:nvSpPr>
            <p:spPr>
              <a:xfrm>
                <a:off x="4039043" y="471357"/>
                <a:ext cx="372509" cy="189844"/>
              </a:xfrm>
              <a:custGeom>
                <a:rect b="b" l="l" r="r" t="t"/>
                <a:pathLst>
                  <a:path extrusionOk="0" h="4563" w="8954">
                    <a:moveTo>
                      <a:pt x="4319" y="0"/>
                    </a:moveTo>
                    <a:lnTo>
                      <a:pt x="1" y="4563"/>
                    </a:lnTo>
                    <a:lnTo>
                      <a:pt x="8954" y="4563"/>
                    </a:lnTo>
                    <a:lnTo>
                      <a:pt x="6301" y="1956"/>
                    </a:lnTo>
                    <a:lnTo>
                      <a:pt x="43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31"/>
              <p:cNvSpPr/>
              <p:nvPr/>
            </p:nvSpPr>
            <p:spPr>
              <a:xfrm>
                <a:off x="4042080" y="291336"/>
                <a:ext cx="141240" cy="141249"/>
              </a:xfrm>
              <a:custGeom>
                <a:rect b="b" l="l" r="r" t="t"/>
                <a:pathLst>
                  <a:path extrusionOk="0" h="3395" w="3395">
                    <a:moveTo>
                      <a:pt x="1702" y="0"/>
                    </a:moveTo>
                    <a:cubicBezTo>
                      <a:pt x="761" y="0"/>
                      <a:pt x="0" y="761"/>
                      <a:pt x="0" y="1702"/>
                    </a:cubicBezTo>
                    <a:cubicBezTo>
                      <a:pt x="0" y="2634"/>
                      <a:pt x="761" y="3395"/>
                      <a:pt x="1702" y="3395"/>
                    </a:cubicBezTo>
                    <a:cubicBezTo>
                      <a:pt x="2634" y="3395"/>
                      <a:pt x="3395" y="2634"/>
                      <a:pt x="3395" y="1702"/>
                    </a:cubicBezTo>
                    <a:cubicBezTo>
                      <a:pt x="3395" y="761"/>
                      <a:pt x="2634" y="0"/>
                      <a:pt x="17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2" name="Google Shape;82;p31"/>
            <p:cNvGrpSpPr/>
            <p:nvPr/>
          </p:nvGrpSpPr>
          <p:grpSpPr>
            <a:xfrm>
              <a:off x="372482" y="4724250"/>
              <a:ext cx="767967" cy="558738"/>
              <a:chOff x="1835150" y="2508950"/>
              <a:chExt cx="335650" cy="244225"/>
            </a:xfrm>
          </p:grpSpPr>
          <p:sp>
            <p:nvSpPr>
              <p:cNvPr id="83" name="Google Shape;83;p31"/>
              <p:cNvSpPr/>
              <p:nvPr/>
            </p:nvSpPr>
            <p:spPr>
              <a:xfrm>
                <a:off x="1835150" y="2508950"/>
                <a:ext cx="335650" cy="244225"/>
              </a:xfrm>
              <a:custGeom>
                <a:rect b="b" l="l" r="r" t="t"/>
                <a:pathLst>
                  <a:path extrusionOk="0" h="9769" w="13426">
                    <a:moveTo>
                      <a:pt x="1223" y="1"/>
                    </a:moveTo>
                    <a:cubicBezTo>
                      <a:pt x="553" y="1"/>
                      <a:pt x="1" y="544"/>
                      <a:pt x="1" y="1223"/>
                    </a:cubicBezTo>
                    <a:lnTo>
                      <a:pt x="1" y="5568"/>
                    </a:lnTo>
                    <a:cubicBezTo>
                      <a:pt x="1" y="6247"/>
                      <a:pt x="553" y="6799"/>
                      <a:pt x="1223" y="6799"/>
                    </a:cubicBezTo>
                    <a:lnTo>
                      <a:pt x="1449" y="6799"/>
                    </a:lnTo>
                    <a:lnTo>
                      <a:pt x="1449" y="9769"/>
                    </a:lnTo>
                    <a:lnTo>
                      <a:pt x="3477" y="6799"/>
                    </a:lnTo>
                    <a:lnTo>
                      <a:pt x="12204" y="6799"/>
                    </a:lnTo>
                    <a:cubicBezTo>
                      <a:pt x="12874" y="6799"/>
                      <a:pt x="13426" y="6247"/>
                      <a:pt x="13426" y="5568"/>
                    </a:cubicBezTo>
                    <a:lnTo>
                      <a:pt x="13426" y="1223"/>
                    </a:lnTo>
                    <a:cubicBezTo>
                      <a:pt x="13426" y="544"/>
                      <a:pt x="12874" y="1"/>
                      <a:pt x="122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31"/>
              <p:cNvSpPr/>
              <p:nvPr/>
            </p:nvSpPr>
            <p:spPr>
              <a:xfrm>
                <a:off x="1905325" y="2583200"/>
                <a:ext cx="29675" cy="29900"/>
              </a:xfrm>
              <a:custGeom>
                <a:rect b="b" l="l" r="r" t="t"/>
                <a:pathLst>
                  <a:path extrusionOk="0" h="1196" w="1187">
                    <a:moveTo>
                      <a:pt x="589" y="0"/>
                    </a:moveTo>
                    <a:cubicBezTo>
                      <a:pt x="263" y="0"/>
                      <a:pt x="0" y="272"/>
                      <a:pt x="0" y="598"/>
                    </a:cubicBezTo>
                    <a:cubicBezTo>
                      <a:pt x="0" y="924"/>
                      <a:pt x="263" y="1195"/>
                      <a:pt x="589" y="1195"/>
                    </a:cubicBezTo>
                    <a:cubicBezTo>
                      <a:pt x="924" y="1195"/>
                      <a:pt x="1186" y="924"/>
                      <a:pt x="1186" y="598"/>
                    </a:cubicBezTo>
                    <a:cubicBezTo>
                      <a:pt x="1186" y="272"/>
                      <a:pt x="92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31"/>
              <p:cNvSpPr/>
              <p:nvPr/>
            </p:nvSpPr>
            <p:spPr>
              <a:xfrm>
                <a:off x="1990175" y="2583200"/>
                <a:ext cx="29900" cy="29900"/>
              </a:xfrm>
              <a:custGeom>
                <a:rect b="b" l="l" r="r" t="t"/>
                <a:pathLst>
                  <a:path extrusionOk="0" h="1196" w="1196">
                    <a:moveTo>
                      <a:pt x="598" y="0"/>
                    </a:moveTo>
                    <a:cubicBezTo>
                      <a:pt x="273" y="0"/>
                      <a:pt x="1" y="272"/>
                      <a:pt x="1" y="598"/>
                    </a:cubicBezTo>
                    <a:cubicBezTo>
                      <a:pt x="1" y="924"/>
                      <a:pt x="273" y="1195"/>
                      <a:pt x="598" y="1195"/>
                    </a:cubicBezTo>
                    <a:cubicBezTo>
                      <a:pt x="924" y="1195"/>
                      <a:pt x="1196" y="924"/>
                      <a:pt x="1196" y="598"/>
                    </a:cubicBezTo>
                    <a:cubicBezTo>
                      <a:pt x="1196" y="272"/>
                      <a:pt x="924" y="0"/>
                      <a:pt x="5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31"/>
              <p:cNvSpPr/>
              <p:nvPr/>
            </p:nvSpPr>
            <p:spPr>
              <a:xfrm>
                <a:off x="2075275" y="2583200"/>
                <a:ext cx="29675" cy="29900"/>
              </a:xfrm>
              <a:custGeom>
                <a:rect b="b" l="l" r="r" t="t"/>
                <a:pathLst>
                  <a:path extrusionOk="0" h="1196" w="1187">
                    <a:moveTo>
                      <a:pt x="589" y="0"/>
                    </a:moveTo>
                    <a:cubicBezTo>
                      <a:pt x="263" y="0"/>
                      <a:pt x="1" y="272"/>
                      <a:pt x="1" y="598"/>
                    </a:cubicBezTo>
                    <a:cubicBezTo>
                      <a:pt x="1" y="924"/>
                      <a:pt x="263" y="1195"/>
                      <a:pt x="589" y="1195"/>
                    </a:cubicBezTo>
                    <a:cubicBezTo>
                      <a:pt x="924" y="1195"/>
                      <a:pt x="1187" y="924"/>
                      <a:pt x="1187" y="598"/>
                    </a:cubicBezTo>
                    <a:cubicBezTo>
                      <a:pt x="1187" y="272"/>
                      <a:pt x="92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7" name="Google Shape;87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" name="Google Shape;88;p31"/>
          <p:cNvSpPr txBox="1"/>
          <p:nvPr>
            <p:ph idx="2" type="title"/>
          </p:nvPr>
        </p:nvSpPr>
        <p:spPr>
          <a:xfrm>
            <a:off x="720705" y="1146900"/>
            <a:ext cx="8112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9" name="Google Shape;89;p31"/>
          <p:cNvSpPr txBox="1"/>
          <p:nvPr>
            <p:ph idx="3" type="title"/>
          </p:nvPr>
        </p:nvSpPr>
        <p:spPr>
          <a:xfrm>
            <a:off x="3904456" y="2327824"/>
            <a:ext cx="8112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0" name="Google Shape;90;p31"/>
          <p:cNvSpPr txBox="1"/>
          <p:nvPr>
            <p:ph idx="4" type="title"/>
          </p:nvPr>
        </p:nvSpPr>
        <p:spPr>
          <a:xfrm>
            <a:off x="3904456" y="1146900"/>
            <a:ext cx="8112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1" name="Google Shape;91;p31"/>
          <p:cNvSpPr txBox="1"/>
          <p:nvPr>
            <p:ph idx="5" type="title"/>
          </p:nvPr>
        </p:nvSpPr>
        <p:spPr>
          <a:xfrm>
            <a:off x="720705" y="3508790"/>
            <a:ext cx="8112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2" name="Google Shape;92;p31"/>
          <p:cNvSpPr txBox="1"/>
          <p:nvPr>
            <p:ph idx="6" type="title"/>
          </p:nvPr>
        </p:nvSpPr>
        <p:spPr>
          <a:xfrm>
            <a:off x="713225" y="2327841"/>
            <a:ext cx="8112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3" name="Google Shape;93;p31"/>
          <p:cNvSpPr txBox="1"/>
          <p:nvPr>
            <p:ph idx="7" type="title"/>
          </p:nvPr>
        </p:nvSpPr>
        <p:spPr>
          <a:xfrm>
            <a:off x="3904456" y="3508790"/>
            <a:ext cx="8112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4" name="Google Shape;94;p31"/>
          <p:cNvSpPr txBox="1"/>
          <p:nvPr>
            <p:ph idx="1" type="subTitle"/>
          </p:nvPr>
        </p:nvSpPr>
        <p:spPr>
          <a:xfrm>
            <a:off x="720705" y="1701243"/>
            <a:ext cx="27954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5" name="Google Shape;95;p31"/>
          <p:cNvSpPr txBox="1"/>
          <p:nvPr>
            <p:ph idx="8" type="subTitle"/>
          </p:nvPr>
        </p:nvSpPr>
        <p:spPr>
          <a:xfrm>
            <a:off x="3904456" y="1701243"/>
            <a:ext cx="27954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6" name="Google Shape;96;p31"/>
          <p:cNvSpPr txBox="1"/>
          <p:nvPr>
            <p:ph idx="9" type="subTitle"/>
          </p:nvPr>
        </p:nvSpPr>
        <p:spPr>
          <a:xfrm>
            <a:off x="713225" y="2882184"/>
            <a:ext cx="27954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7" name="Google Shape;97;p31"/>
          <p:cNvSpPr txBox="1"/>
          <p:nvPr>
            <p:ph idx="13" type="subTitle"/>
          </p:nvPr>
        </p:nvSpPr>
        <p:spPr>
          <a:xfrm>
            <a:off x="3904456" y="2882234"/>
            <a:ext cx="27954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8" name="Google Shape;98;p31"/>
          <p:cNvSpPr txBox="1"/>
          <p:nvPr>
            <p:ph idx="14" type="subTitle"/>
          </p:nvPr>
        </p:nvSpPr>
        <p:spPr>
          <a:xfrm>
            <a:off x="720705" y="4063200"/>
            <a:ext cx="27954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9" name="Google Shape;99;p31"/>
          <p:cNvSpPr txBox="1"/>
          <p:nvPr>
            <p:ph idx="15" type="subTitle"/>
          </p:nvPr>
        </p:nvSpPr>
        <p:spPr>
          <a:xfrm>
            <a:off x="3904456" y="4063200"/>
            <a:ext cx="27954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2"/>
          <p:cNvSpPr txBox="1"/>
          <p:nvPr>
            <p:ph type="title"/>
          </p:nvPr>
        </p:nvSpPr>
        <p:spPr>
          <a:xfrm flipH="1">
            <a:off x="3907675" y="2179350"/>
            <a:ext cx="4523100" cy="16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48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2" name="Google Shape;102;p32"/>
          <p:cNvSpPr txBox="1"/>
          <p:nvPr>
            <p:ph idx="2" type="title"/>
          </p:nvPr>
        </p:nvSpPr>
        <p:spPr>
          <a:xfrm flipH="1">
            <a:off x="6956275" y="1337550"/>
            <a:ext cx="1474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103" name="Google Shape;103;p32"/>
          <p:cNvGrpSpPr/>
          <p:nvPr/>
        </p:nvGrpSpPr>
        <p:grpSpPr>
          <a:xfrm>
            <a:off x="-406238" y="-263648"/>
            <a:ext cx="9956475" cy="5367779"/>
            <a:chOff x="-406238" y="-263648"/>
            <a:chExt cx="9956475" cy="5367779"/>
          </a:xfrm>
        </p:grpSpPr>
        <p:sp>
          <p:nvSpPr>
            <p:cNvPr id="104" name="Google Shape;104;p32"/>
            <p:cNvSpPr/>
            <p:nvPr/>
          </p:nvSpPr>
          <p:spPr>
            <a:xfrm>
              <a:off x="8430773" y="4103856"/>
              <a:ext cx="1002686" cy="1000275"/>
            </a:xfrm>
            <a:custGeom>
              <a:rect b="b" l="l" r="r" t="t"/>
              <a:pathLst>
                <a:path extrusionOk="0" h="14522" w="14557">
                  <a:moveTo>
                    <a:pt x="7288" y="4771"/>
                  </a:moveTo>
                  <a:cubicBezTo>
                    <a:pt x="8654" y="4780"/>
                    <a:pt x="9759" y="5894"/>
                    <a:pt x="9759" y="7270"/>
                  </a:cubicBezTo>
                  <a:cubicBezTo>
                    <a:pt x="9759" y="8637"/>
                    <a:pt x="8645" y="9759"/>
                    <a:pt x="7269" y="9759"/>
                  </a:cubicBezTo>
                  <a:cubicBezTo>
                    <a:pt x="5893" y="9759"/>
                    <a:pt x="4780" y="8637"/>
                    <a:pt x="4780" y="7270"/>
                  </a:cubicBezTo>
                  <a:cubicBezTo>
                    <a:pt x="4780" y="5894"/>
                    <a:pt x="5893" y="4771"/>
                    <a:pt x="7269" y="4771"/>
                  </a:cubicBezTo>
                  <a:close/>
                  <a:moveTo>
                    <a:pt x="6808" y="1"/>
                  </a:moveTo>
                  <a:cubicBezTo>
                    <a:pt x="6400" y="1"/>
                    <a:pt x="6056" y="299"/>
                    <a:pt x="5993" y="698"/>
                  </a:cubicBezTo>
                  <a:lnTo>
                    <a:pt x="5794" y="1784"/>
                  </a:lnTo>
                  <a:cubicBezTo>
                    <a:pt x="5323" y="1911"/>
                    <a:pt x="4870" y="2101"/>
                    <a:pt x="4445" y="2345"/>
                  </a:cubicBezTo>
                  <a:lnTo>
                    <a:pt x="3540" y="1711"/>
                  </a:lnTo>
                  <a:cubicBezTo>
                    <a:pt x="3394" y="1609"/>
                    <a:pt x="3226" y="1560"/>
                    <a:pt x="3059" y="1560"/>
                  </a:cubicBezTo>
                  <a:cubicBezTo>
                    <a:pt x="2842" y="1560"/>
                    <a:pt x="2626" y="1643"/>
                    <a:pt x="2462" y="1802"/>
                  </a:cubicBezTo>
                  <a:lnTo>
                    <a:pt x="1811" y="2454"/>
                  </a:lnTo>
                  <a:cubicBezTo>
                    <a:pt x="1530" y="2753"/>
                    <a:pt x="1494" y="3205"/>
                    <a:pt x="1738" y="3531"/>
                  </a:cubicBezTo>
                  <a:lnTo>
                    <a:pt x="2372" y="4436"/>
                  </a:lnTo>
                  <a:cubicBezTo>
                    <a:pt x="2128" y="4862"/>
                    <a:pt x="1937" y="5314"/>
                    <a:pt x="1811" y="5794"/>
                  </a:cubicBezTo>
                  <a:lnTo>
                    <a:pt x="697" y="5975"/>
                  </a:lnTo>
                  <a:cubicBezTo>
                    <a:pt x="299" y="6048"/>
                    <a:pt x="9" y="6383"/>
                    <a:pt x="0" y="6790"/>
                  </a:cubicBezTo>
                  <a:lnTo>
                    <a:pt x="0" y="7722"/>
                  </a:lnTo>
                  <a:cubicBezTo>
                    <a:pt x="0" y="8130"/>
                    <a:pt x="290" y="8483"/>
                    <a:pt x="697" y="8555"/>
                  </a:cubicBezTo>
                  <a:lnTo>
                    <a:pt x="1784" y="8745"/>
                  </a:lnTo>
                  <a:cubicBezTo>
                    <a:pt x="1910" y="9216"/>
                    <a:pt x="2100" y="9678"/>
                    <a:pt x="2345" y="10103"/>
                  </a:cubicBezTo>
                  <a:lnTo>
                    <a:pt x="1738" y="10999"/>
                  </a:lnTo>
                  <a:cubicBezTo>
                    <a:pt x="1503" y="11334"/>
                    <a:pt x="1539" y="11787"/>
                    <a:pt x="1829" y="12077"/>
                  </a:cubicBezTo>
                  <a:lnTo>
                    <a:pt x="2481" y="12729"/>
                  </a:lnTo>
                  <a:cubicBezTo>
                    <a:pt x="2644" y="12887"/>
                    <a:pt x="2860" y="12971"/>
                    <a:pt x="3078" y="12971"/>
                  </a:cubicBezTo>
                  <a:cubicBezTo>
                    <a:pt x="3244" y="12971"/>
                    <a:pt x="3412" y="12921"/>
                    <a:pt x="3558" y="12819"/>
                  </a:cubicBezTo>
                  <a:lnTo>
                    <a:pt x="4463" y="12185"/>
                  </a:lnTo>
                  <a:cubicBezTo>
                    <a:pt x="4889" y="12430"/>
                    <a:pt x="5341" y="12620"/>
                    <a:pt x="5812" y="12747"/>
                  </a:cubicBezTo>
                  <a:lnTo>
                    <a:pt x="6002" y="13833"/>
                  </a:lnTo>
                  <a:cubicBezTo>
                    <a:pt x="6073" y="14225"/>
                    <a:pt x="6417" y="14521"/>
                    <a:pt x="6817" y="14521"/>
                  </a:cubicBezTo>
                  <a:cubicBezTo>
                    <a:pt x="6823" y="14521"/>
                    <a:pt x="6829" y="14521"/>
                    <a:pt x="6835" y="14521"/>
                  </a:cubicBezTo>
                  <a:lnTo>
                    <a:pt x="7758" y="14521"/>
                  </a:lnTo>
                  <a:cubicBezTo>
                    <a:pt x="7764" y="14521"/>
                    <a:pt x="7770" y="14521"/>
                    <a:pt x="7776" y="14521"/>
                  </a:cubicBezTo>
                  <a:cubicBezTo>
                    <a:pt x="8176" y="14521"/>
                    <a:pt x="8511" y="14225"/>
                    <a:pt x="8582" y="13833"/>
                  </a:cubicBezTo>
                  <a:lnTo>
                    <a:pt x="8772" y="12747"/>
                  </a:lnTo>
                  <a:cubicBezTo>
                    <a:pt x="9243" y="12620"/>
                    <a:pt x="9705" y="12430"/>
                    <a:pt x="10130" y="12185"/>
                  </a:cubicBezTo>
                  <a:lnTo>
                    <a:pt x="11035" y="12819"/>
                  </a:lnTo>
                  <a:cubicBezTo>
                    <a:pt x="11177" y="12921"/>
                    <a:pt x="11343" y="12971"/>
                    <a:pt x="11508" y="12971"/>
                  </a:cubicBezTo>
                  <a:cubicBezTo>
                    <a:pt x="11724" y="12971"/>
                    <a:pt x="11940" y="12887"/>
                    <a:pt x="12104" y="12729"/>
                  </a:cubicBezTo>
                  <a:lnTo>
                    <a:pt x="12755" y="12077"/>
                  </a:lnTo>
                  <a:cubicBezTo>
                    <a:pt x="13045" y="11787"/>
                    <a:pt x="13081" y="11334"/>
                    <a:pt x="12846" y="10999"/>
                  </a:cubicBezTo>
                  <a:lnTo>
                    <a:pt x="12212" y="10094"/>
                  </a:lnTo>
                  <a:cubicBezTo>
                    <a:pt x="12457" y="9669"/>
                    <a:pt x="12647" y="9216"/>
                    <a:pt x="12773" y="8736"/>
                  </a:cubicBezTo>
                  <a:lnTo>
                    <a:pt x="13860" y="8546"/>
                  </a:lnTo>
                  <a:cubicBezTo>
                    <a:pt x="14267" y="8483"/>
                    <a:pt x="14557" y="8130"/>
                    <a:pt x="14557" y="7722"/>
                  </a:cubicBezTo>
                  <a:lnTo>
                    <a:pt x="14557" y="6790"/>
                  </a:lnTo>
                  <a:cubicBezTo>
                    <a:pt x="14557" y="6383"/>
                    <a:pt x="14267" y="6030"/>
                    <a:pt x="13860" y="5957"/>
                  </a:cubicBezTo>
                  <a:lnTo>
                    <a:pt x="12773" y="5767"/>
                  </a:lnTo>
                  <a:cubicBezTo>
                    <a:pt x="12647" y="5296"/>
                    <a:pt x="12457" y="4844"/>
                    <a:pt x="12212" y="4418"/>
                  </a:cubicBezTo>
                  <a:lnTo>
                    <a:pt x="12837" y="3531"/>
                  </a:lnTo>
                  <a:cubicBezTo>
                    <a:pt x="13072" y="3196"/>
                    <a:pt x="13027" y="2743"/>
                    <a:pt x="12746" y="2454"/>
                  </a:cubicBezTo>
                  <a:lnTo>
                    <a:pt x="12085" y="1802"/>
                  </a:lnTo>
                  <a:cubicBezTo>
                    <a:pt x="11927" y="1643"/>
                    <a:pt x="11713" y="1560"/>
                    <a:pt x="11497" y="1560"/>
                  </a:cubicBezTo>
                  <a:cubicBezTo>
                    <a:pt x="11331" y="1560"/>
                    <a:pt x="11163" y="1609"/>
                    <a:pt x="11017" y="1711"/>
                  </a:cubicBezTo>
                  <a:lnTo>
                    <a:pt x="10103" y="2345"/>
                  </a:lnTo>
                  <a:cubicBezTo>
                    <a:pt x="9677" y="2101"/>
                    <a:pt x="9225" y="1911"/>
                    <a:pt x="8754" y="1784"/>
                  </a:cubicBezTo>
                  <a:lnTo>
                    <a:pt x="8555" y="698"/>
                  </a:lnTo>
                  <a:cubicBezTo>
                    <a:pt x="8492" y="290"/>
                    <a:pt x="8138" y="1"/>
                    <a:pt x="77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32"/>
            <p:cNvSpPr/>
            <p:nvPr/>
          </p:nvSpPr>
          <p:spPr>
            <a:xfrm>
              <a:off x="4169458" y="-263648"/>
              <a:ext cx="805069" cy="803141"/>
            </a:xfrm>
            <a:custGeom>
              <a:rect b="b" l="l" r="r" t="t"/>
              <a:pathLst>
                <a:path extrusionOk="0" h="11660" w="11688">
                  <a:moveTo>
                    <a:pt x="5849" y="3838"/>
                  </a:moveTo>
                  <a:cubicBezTo>
                    <a:pt x="6953" y="3838"/>
                    <a:pt x="7840" y="4735"/>
                    <a:pt x="7840" y="5830"/>
                  </a:cubicBezTo>
                  <a:cubicBezTo>
                    <a:pt x="7840" y="6934"/>
                    <a:pt x="6944" y="7831"/>
                    <a:pt x="5840" y="7831"/>
                  </a:cubicBezTo>
                  <a:cubicBezTo>
                    <a:pt x="4735" y="7831"/>
                    <a:pt x="3839" y="6934"/>
                    <a:pt x="3839" y="5830"/>
                  </a:cubicBezTo>
                  <a:cubicBezTo>
                    <a:pt x="3839" y="4726"/>
                    <a:pt x="4735" y="3838"/>
                    <a:pt x="5840" y="3838"/>
                  </a:cubicBezTo>
                  <a:close/>
                  <a:moveTo>
                    <a:pt x="5469" y="0"/>
                  </a:moveTo>
                  <a:cubicBezTo>
                    <a:pt x="5143" y="0"/>
                    <a:pt x="4862" y="235"/>
                    <a:pt x="4808" y="561"/>
                  </a:cubicBezTo>
                  <a:lnTo>
                    <a:pt x="4654" y="1430"/>
                  </a:lnTo>
                  <a:cubicBezTo>
                    <a:pt x="4274" y="1539"/>
                    <a:pt x="3912" y="1684"/>
                    <a:pt x="3568" y="1883"/>
                  </a:cubicBezTo>
                  <a:lnTo>
                    <a:pt x="2843" y="1376"/>
                  </a:lnTo>
                  <a:cubicBezTo>
                    <a:pt x="2725" y="1293"/>
                    <a:pt x="2590" y="1254"/>
                    <a:pt x="2456" y="1254"/>
                  </a:cubicBezTo>
                  <a:cubicBezTo>
                    <a:pt x="2282" y="1254"/>
                    <a:pt x="2111" y="1321"/>
                    <a:pt x="1983" y="1449"/>
                  </a:cubicBezTo>
                  <a:lnTo>
                    <a:pt x="1458" y="1974"/>
                  </a:lnTo>
                  <a:cubicBezTo>
                    <a:pt x="1232" y="2209"/>
                    <a:pt x="1205" y="2571"/>
                    <a:pt x="1395" y="2834"/>
                  </a:cubicBezTo>
                  <a:lnTo>
                    <a:pt x="1902" y="3558"/>
                  </a:lnTo>
                  <a:cubicBezTo>
                    <a:pt x="1712" y="3902"/>
                    <a:pt x="1558" y="4273"/>
                    <a:pt x="1458" y="4653"/>
                  </a:cubicBezTo>
                  <a:lnTo>
                    <a:pt x="562" y="4798"/>
                  </a:lnTo>
                  <a:cubicBezTo>
                    <a:pt x="245" y="4852"/>
                    <a:pt x="10" y="5124"/>
                    <a:pt x="1" y="5450"/>
                  </a:cubicBezTo>
                  <a:lnTo>
                    <a:pt x="1" y="6201"/>
                  </a:lnTo>
                  <a:cubicBezTo>
                    <a:pt x="1" y="6527"/>
                    <a:pt x="236" y="6808"/>
                    <a:pt x="562" y="6871"/>
                  </a:cubicBezTo>
                  <a:lnTo>
                    <a:pt x="1431" y="7016"/>
                  </a:lnTo>
                  <a:cubicBezTo>
                    <a:pt x="1531" y="7405"/>
                    <a:pt x="1685" y="7767"/>
                    <a:pt x="1884" y="8111"/>
                  </a:cubicBezTo>
                  <a:lnTo>
                    <a:pt x="1395" y="8835"/>
                  </a:lnTo>
                  <a:cubicBezTo>
                    <a:pt x="1205" y="9098"/>
                    <a:pt x="1241" y="9460"/>
                    <a:pt x="1467" y="9695"/>
                  </a:cubicBezTo>
                  <a:lnTo>
                    <a:pt x="1993" y="10221"/>
                  </a:lnTo>
                  <a:cubicBezTo>
                    <a:pt x="2125" y="10348"/>
                    <a:pt x="2299" y="10416"/>
                    <a:pt x="2472" y="10416"/>
                  </a:cubicBezTo>
                  <a:cubicBezTo>
                    <a:pt x="2605" y="10416"/>
                    <a:pt x="2738" y="10376"/>
                    <a:pt x="2852" y="10293"/>
                  </a:cubicBezTo>
                  <a:lnTo>
                    <a:pt x="3586" y="9786"/>
                  </a:lnTo>
                  <a:cubicBezTo>
                    <a:pt x="3921" y="9976"/>
                    <a:pt x="4292" y="10130"/>
                    <a:pt x="4672" y="10230"/>
                  </a:cubicBezTo>
                  <a:lnTo>
                    <a:pt x="4826" y="11108"/>
                  </a:lnTo>
                  <a:cubicBezTo>
                    <a:pt x="4880" y="11425"/>
                    <a:pt x="5161" y="11660"/>
                    <a:pt x="5487" y="11660"/>
                  </a:cubicBezTo>
                  <a:lnTo>
                    <a:pt x="6229" y="11660"/>
                  </a:lnTo>
                  <a:cubicBezTo>
                    <a:pt x="6555" y="11660"/>
                    <a:pt x="6836" y="11425"/>
                    <a:pt x="6890" y="11108"/>
                  </a:cubicBezTo>
                  <a:lnTo>
                    <a:pt x="7044" y="10230"/>
                  </a:lnTo>
                  <a:cubicBezTo>
                    <a:pt x="7424" y="10130"/>
                    <a:pt x="7786" y="9976"/>
                    <a:pt x="8130" y="9786"/>
                  </a:cubicBezTo>
                  <a:lnTo>
                    <a:pt x="8863" y="10293"/>
                  </a:lnTo>
                  <a:cubicBezTo>
                    <a:pt x="8978" y="10376"/>
                    <a:pt x="9111" y="10416"/>
                    <a:pt x="9244" y="10416"/>
                  </a:cubicBezTo>
                  <a:cubicBezTo>
                    <a:pt x="9417" y="10416"/>
                    <a:pt x="9590" y="10348"/>
                    <a:pt x="9723" y="10221"/>
                  </a:cubicBezTo>
                  <a:lnTo>
                    <a:pt x="10239" y="9695"/>
                  </a:lnTo>
                  <a:cubicBezTo>
                    <a:pt x="10475" y="9460"/>
                    <a:pt x="10502" y="9098"/>
                    <a:pt x="10321" y="8835"/>
                  </a:cubicBezTo>
                  <a:lnTo>
                    <a:pt x="9805" y="8102"/>
                  </a:lnTo>
                  <a:cubicBezTo>
                    <a:pt x="10004" y="7767"/>
                    <a:pt x="10158" y="7396"/>
                    <a:pt x="10258" y="7016"/>
                  </a:cubicBezTo>
                  <a:lnTo>
                    <a:pt x="11136" y="6862"/>
                  </a:lnTo>
                  <a:cubicBezTo>
                    <a:pt x="11452" y="6808"/>
                    <a:pt x="11688" y="6527"/>
                    <a:pt x="11688" y="6201"/>
                  </a:cubicBezTo>
                  <a:lnTo>
                    <a:pt x="11688" y="5450"/>
                  </a:lnTo>
                  <a:cubicBezTo>
                    <a:pt x="11688" y="5124"/>
                    <a:pt x="11452" y="4843"/>
                    <a:pt x="11136" y="4789"/>
                  </a:cubicBezTo>
                  <a:lnTo>
                    <a:pt x="10258" y="4635"/>
                  </a:lnTo>
                  <a:cubicBezTo>
                    <a:pt x="10158" y="4255"/>
                    <a:pt x="10004" y="3884"/>
                    <a:pt x="9805" y="3549"/>
                  </a:cubicBezTo>
                  <a:lnTo>
                    <a:pt x="10303" y="2834"/>
                  </a:lnTo>
                  <a:cubicBezTo>
                    <a:pt x="10493" y="2571"/>
                    <a:pt x="10466" y="2209"/>
                    <a:pt x="10230" y="1974"/>
                  </a:cubicBezTo>
                  <a:lnTo>
                    <a:pt x="9705" y="1449"/>
                  </a:lnTo>
                  <a:cubicBezTo>
                    <a:pt x="9577" y="1321"/>
                    <a:pt x="9406" y="1254"/>
                    <a:pt x="9233" y="1254"/>
                  </a:cubicBezTo>
                  <a:cubicBezTo>
                    <a:pt x="9099" y="1254"/>
                    <a:pt x="8964" y="1293"/>
                    <a:pt x="8845" y="1376"/>
                  </a:cubicBezTo>
                  <a:lnTo>
                    <a:pt x="8112" y="1883"/>
                  </a:lnTo>
                  <a:cubicBezTo>
                    <a:pt x="7777" y="1684"/>
                    <a:pt x="7406" y="1539"/>
                    <a:pt x="7026" y="1430"/>
                  </a:cubicBezTo>
                  <a:lnTo>
                    <a:pt x="6872" y="561"/>
                  </a:lnTo>
                  <a:cubicBezTo>
                    <a:pt x="6818" y="235"/>
                    <a:pt x="6537" y="0"/>
                    <a:pt x="62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6" name="Google Shape;106;p32"/>
            <p:cNvGrpSpPr/>
            <p:nvPr/>
          </p:nvGrpSpPr>
          <p:grpSpPr>
            <a:xfrm>
              <a:off x="-406238" y="132243"/>
              <a:ext cx="1119426" cy="814515"/>
              <a:chOff x="1835150" y="2508950"/>
              <a:chExt cx="335650" cy="244225"/>
            </a:xfrm>
          </p:grpSpPr>
          <p:sp>
            <p:nvSpPr>
              <p:cNvPr id="107" name="Google Shape;107;p32"/>
              <p:cNvSpPr/>
              <p:nvPr/>
            </p:nvSpPr>
            <p:spPr>
              <a:xfrm>
                <a:off x="1835150" y="2508950"/>
                <a:ext cx="335650" cy="244225"/>
              </a:xfrm>
              <a:custGeom>
                <a:rect b="b" l="l" r="r" t="t"/>
                <a:pathLst>
                  <a:path extrusionOk="0" h="9769" w="13426">
                    <a:moveTo>
                      <a:pt x="1223" y="1"/>
                    </a:moveTo>
                    <a:cubicBezTo>
                      <a:pt x="553" y="1"/>
                      <a:pt x="1" y="544"/>
                      <a:pt x="1" y="1223"/>
                    </a:cubicBezTo>
                    <a:lnTo>
                      <a:pt x="1" y="5568"/>
                    </a:lnTo>
                    <a:cubicBezTo>
                      <a:pt x="1" y="6247"/>
                      <a:pt x="553" y="6799"/>
                      <a:pt x="1223" y="6799"/>
                    </a:cubicBezTo>
                    <a:lnTo>
                      <a:pt x="1449" y="6799"/>
                    </a:lnTo>
                    <a:lnTo>
                      <a:pt x="1449" y="9769"/>
                    </a:lnTo>
                    <a:lnTo>
                      <a:pt x="3477" y="6799"/>
                    </a:lnTo>
                    <a:lnTo>
                      <a:pt x="12204" y="6799"/>
                    </a:lnTo>
                    <a:cubicBezTo>
                      <a:pt x="12874" y="6799"/>
                      <a:pt x="13426" y="6247"/>
                      <a:pt x="13426" y="5568"/>
                    </a:cubicBezTo>
                    <a:lnTo>
                      <a:pt x="13426" y="1223"/>
                    </a:lnTo>
                    <a:cubicBezTo>
                      <a:pt x="13426" y="544"/>
                      <a:pt x="12874" y="1"/>
                      <a:pt x="122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32"/>
              <p:cNvSpPr/>
              <p:nvPr/>
            </p:nvSpPr>
            <p:spPr>
              <a:xfrm>
                <a:off x="1905325" y="2583200"/>
                <a:ext cx="29675" cy="29900"/>
              </a:xfrm>
              <a:custGeom>
                <a:rect b="b" l="l" r="r" t="t"/>
                <a:pathLst>
                  <a:path extrusionOk="0" h="1196" w="1187">
                    <a:moveTo>
                      <a:pt x="589" y="0"/>
                    </a:moveTo>
                    <a:cubicBezTo>
                      <a:pt x="263" y="0"/>
                      <a:pt x="0" y="272"/>
                      <a:pt x="0" y="598"/>
                    </a:cubicBezTo>
                    <a:cubicBezTo>
                      <a:pt x="0" y="924"/>
                      <a:pt x="263" y="1195"/>
                      <a:pt x="589" y="1195"/>
                    </a:cubicBezTo>
                    <a:cubicBezTo>
                      <a:pt x="924" y="1195"/>
                      <a:pt x="1186" y="924"/>
                      <a:pt x="1186" y="598"/>
                    </a:cubicBezTo>
                    <a:cubicBezTo>
                      <a:pt x="1186" y="272"/>
                      <a:pt x="92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32"/>
              <p:cNvSpPr/>
              <p:nvPr/>
            </p:nvSpPr>
            <p:spPr>
              <a:xfrm>
                <a:off x="1990175" y="2583200"/>
                <a:ext cx="29900" cy="29900"/>
              </a:xfrm>
              <a:custGeom>
                <a:rect b="b" l="l" r="r" t="t"/>
                <a:pathLst>
                  <a:path extrusionOk="0" h="1196" w="1196">
                    <a:moveTo>
                      <a:pt x="598" y="0"/>
                    </a:moveTo>
                    <a:cubicBezTo>
                      <a:pt x="273" y="0"/>
                      <a:pt x="1" y="272"/>
                      <a:pt x="1" y="598"/>
                    </a:cubicBezTo>
                    <a:cubicBezTo>
                      <a:pt x="1" y="924"/>
                      <a:pt x="273" y="1195"/>
                      <a:pt x="598" y="1195"/>
                    </a:cubicBezTo>
                    <a:cubicBezTo>
                      <a:pt x="924" y="1195"/>
                      <a:pt x="1196" y="924"/>
                      <a:pt x="1196" y="598"/>
                    </a:cubicBezTo>
                    <a:cubicBezTo>
                      <a:pt x="1196" y="272"/>
                      <a:pt x="924" y="0"/>
                      <a:pt x="5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32"/>
              <p:cNvSpPr/>
              <p:nvPr/>
            </p:nvSpPr>
            <p:spPr>
              <a:xfrm>
                <a:off x="2075275" y="2583200"/>
                <a:ext cx="29675" cy="29900"/>
              </a:xfrm>
              <a:custGeom>
                <a:rect b="b" l="l" r="r" t="t"/>
                <a:pathLst>
                  <a:path extrusionOk="0" h="1196" w="1187">
                    <a:moveTo>
                      <a:pt x="589" y="0"/>
                    </a:moveTo>
                    <a:cubicBezTo>
                      <a:pt x="263" y="0"/>
                      <a:pt x="1" y="272"/>
                      <a:pt x="1" y="598"/>
                    </a:cubicBezTo>
                    <a:cubicBezTo>
                      <a:pt x="1" y="924"/>
                      <a:pt x="263" y="1195"/>
                      <a:pt x="589" y="1195"/>
                    </a:cubicBezTo>
                    <a:cubicBezTo>
                      <a:pt x="924" y="1195"/>
                      <a:pt x="1187" y="924"/>
                      <a:pt x="1187" y="598"/>
                    </a:cubicBezTo>
                    <a:cubicBezTo>
                      <a:pt x="1187" y="272"/>
                      <a:pt x="92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1" name="Google Shape;111;p32"/>
            <p:cNvGrpSpPr/>
            <p:nvPr/>
          </p:nvGrpSpPr>
          <p:grpSpPr>
            <a:xfrm>
              <a:off x="8430785" y="141197"/>
              <a:ext cx="1119452" cy="796601"/>
              <a:chOff x="3858275" y="126750"/>
              <a:chExt cx="864375" cy="615088"/>
            </a:xfrm>
          </p:grpSpPr>
          <p:sp>
            <p:nvSpPr>
              <p:cNvPr id="112" name="Google Shape;112;p32"/>
              <p:cNvSpPr/>
              <p:nvPr/>
            </p:nvSpPr>
            <p:spPr>
              <a:xfrm>
                <a:off x="3858275" y="126750"/>
                <a:ext cx="864375" cy="615088"/>
              </a:xfrm>
              <a:custGeom>
                <a:rect b="b" l="l" r="r" t="t"/>
                <a:pathLst>
                  <a:path extrusionOk="0" h="14784" w="20777">
                    <a:moveTo>
                      <a:pt x="951" y="0"/>
                    </a:moveTo>
                    <a:cubicBezTo>
                      <a:pt x="426" y="0"/>
                      <a:pt x="1" y="435"/>
                      <a:pt x="1" y="960"/>
                    </a:cubicBezTo>
                    <a:lnTo>
                      <a:pt x="1" y="13833"/>
                    </a:lnTo>
                    <a:cubicBezTo>
                      <a:pt x="1" y="14358"/>
                      <a:pt x="426" y="14783"/>
                      <a:pt x="951" y="14783"/>
                    </a:cubicBezTo>
                    <a:lnTo>
                      <a:pt x="19817" y="14783"/>
                    </a:lnTo>
                    <a:cubicBezTo>
                      <a:pt x="20351" y="14783"/>
                      <a:pt x="20776" y="14358"/>
                      <a:pt x="20776" y="13833"/>
                    </a:cubicBezTo>
                    <a:lnTo>
                      <a:pt x="20776" y="960"/>
                    </a:lnTo>
                    <a:cubicBezTo>
                      <a:pt x="20776" y="435"/>
                      <a:pt x="20351" y="0"/>
                      <a:pt x="198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32"/>
              <p:cNvSpPr/>
              <p:nvPr/>
            </p:nvSpPr>
            <p:spPr>
              <a:xfrm>
                <a:off x="3956585" y="207712"/>
                <a:ext cx="667762" cy="453494"/>
              </a:xfrm>
              <a:custGeom>
                <a:rect b="b" l="l" r="r" t="t"/>
                <a:pathLst>
                  <a:path extrusionOk="0" h="10900" w="16051">
                    <a:moveTo>
                      <a:pt x="960" y="0"/>
                    </a:moveTo>
                    <a:cubicBezTo>
                      <a:pt x="426" y="0"/>
                      <a:pt x="0" y="426"/>
                      <a:pt x="0" y="960"/>
                    </a:cubicBezTo>
                    <a:lnTo>
                      <a:pt x="0" y="9940"/>
                    </a:lnTo>
                    <a:cubicBezTo>
                      <a:pt x="0" y="10474"/>
                      <a:pt x="426" y="10900"/>
                      <a:pt x="960" y="10900"/>
                    </a:cubicBezTo>
                    <a:lnTo>
                      <a:pt x="15091" y="10900"/>
                    </a:lnTo>
                    <a:cubicBezTo>
                      <a:pt x="15616" y="10900"/>
                      <a:pt x="16051" y="10474"/>
                      <a:pt x="16051" y="9940"/>
                    </a:cubicBezTo>
                    <a:lnTo>
                      <a:pt x="16051" y="960"/>
                    </a:lnTo>
                    <a:cubicBezTo>
                      <a:pt x="16051" y="426"/>
                      <a:pt x="15616" y="0"/>
                      <a:pt x="150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32"/>
              <p:cNvSpPr/>
              <p:nvPr/>
            </p:nvSpPr>
            <p:spPr>
              <a:xfrm>
                <a:off x="4301188" y="333481"/>
                <a:ext cx="323168" cy="327723"/>
              </a:xfrm>
              <a:custGeom>
                <a:rect b="b" l="l" r="r" t="t"/>
                <a:pathLst>
                  <a:path extrusionOk="0" h="7877" w="7768">
                    <a:moveTo>
                      <a:pt x="4309" y="1"/>
                    </a:moveTo>
                    <a:lnTo>
                      <a:pt x="0" y="5270"/>
                    </a:lnTo>
                    <a:lnTo>
                      <a:pt x="2653" y="7877"/>
                    </a:lnTo>
                    <a:lnTo>
                      <a:pt x="6808" y="7877"/>
                    </a:lnTo>
                    <a:cubicBezTo>
                      <a:pt x="7333" y="7877"/>
                      <a:pt x="7768" y="7451"/>
                      <a:pt x="7768" y="6917"/>
                    </a:cubicBezTo>
                    <a:lnTo>
                      <a:pt x="7768" y="4871"/>
                    </a:lnTo>
                    <a:lnTo>
                      <a:pt x="430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32"/>
              <p:cNvSpPr/>
              <p:nvPr/>
            </p:nvSpPr>
            <p:spPr>
              <a:xfrm>
                <a:off x="4039043" y="471357"/>
                <a:ext cx="372509" cy="189844"/>
              </a:xfrm>
              <a:custGeom>
                <a:rect b="b" l="l" r="r" t="t"/>
                <a:pathLst>
                  <a:path extrusionOk="0" h="4563" w="8954">
                    <a:moveTo>
                      <a:pt x="4319" y="0"/>
                    </a:moveTo>
                    <a:lnTo>
                      <a:pt x="1" y="4563"/>
                    </a:lnTo>
                    <a:lnTo>
                      <a:pt x="8954" y="4563"/>
                    </a:lnTo>
                    <a:lnTo>
                      <a:pt x="6301" y="1956"/>
                    </a:lnTo>
                    <a:lnTo>
                      <a:pt x="43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32"/>
              <p:cNvSpPr/>
              <p:nvPr/>
            </p:nvSpPr>
            <p:spPr>
              <a:xfrm>
                <a:off x="4042080" y="291336"/>
                <a:ext cx="141240" cy="141249"/>
              </a:xfrm>
              <a:custGeom>
                <a:rect b="b" l="l" r="r" t="t"/>
                <a:pathLst>
                  <a:path extrusionOk="0" h="3395" w="3395">
                    <a:moveTo>
                      <a:pt x="1702" y="0"/>
                    </a:moveTo>
                    <a:cubicBezTo>
                      <a:pt x="761" y="0"/>
                      <a:pt x="0" y="761"/>
                      <a:pt x="0" y="1702"/>
                    </a:cubicBezTo>
                    <a:cubicBezTo>
                      <a:pt x="0" y="2634"/>
                      <a:pt x="761" y="3395"/>
                      <a:pt x="1702" y="3395"/>
                    </a:cubicBezTo>
                    <a:cubicBezTo>
                      <a:pt x="2634" y="3395"/>
                      <a:pt x="3395" y="2634"/>
                      <a:pt x="3395" y="1702"/>
                    </a:cubicBezTo>
                    <a:cubicBezTo>
                      <a:pt x="3395" y="761"/>
                      <a:pt x="2634" y="0"/>
                      <a:pt x="17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9" name="Google Shape;119;p33"/>
          <p:cNvSpPr txBox="1"/>
          <p:nvPr>
            <p:ph idx="1" type="subTitle"/>
          </p:nvPr>
        </p:nvSpPr>
        <p:spPr>
          <a:xfrm>
            <a:off x="4923249" y="2353724"/>
            <a:ext cx="2505600" cy="17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0" name="Google Shape;120;p33"/>
          <p:cNvSpPr txBox="1"/>
          <p:nvPr>
            <p:ph idx="2" type="subTitle"/>
          </p:nvPr>
        </p:nvSpPr>
        <p:spPr>
          <a:xfrm>
            <a:off x="1715375" y="2353724"/>
            <a:ext cx="2505600" cy="17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1" name="Google Shape;121;p33"/>
          <p:cNvSpPr txBox="1"/>
          <p:nvPr>
            <p:ph idx="3" type="subTitle"/>
          </p:nvPr>
        </p:nvSpPr>
        <p:spPr>
          <a:xfrm>
            <a:off x="1715375" y="1923826"/>
            <a:ext cx="25056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2" name="Google Shape;122;p33"/>
          <p:cNvSpPr txBox="1"/>
          <p:nvPr>
            <p:ph idx="4" type="subTitle"/>
          </p:nvPr>
        </p:nvSpPr>
        <p:spPr>
          <a:xfrm>
            <a:off x="4923250" y="1923826"/>
            <a:ext cx="25056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123" name="Google Shape;123;p33"/>
          <p:cNvGrpSpPr/>
          <p:nvPr/>
        </p:nvGrpSpPr>
        <p:grpSpPr>
          <a:xfrm>
            <a:off x="-408837" y="-267548"/>
            <a:ext cx="9861025" cy="5671434"/>
            <a:chOff x="-408837" y="-267548"/>
            <a:chExt cx="9861025" cy="5671434"/>
          </a:xfrm>
        </p:grpSpPr>
        <p:sp>
          <p:nvSpPr>
            <p:cNvPr id="124" name="Google Shape;124;p33"/>
            <p:cNvSpPr/>
            <p:nvPr/>
          </p:nvSpPr>
          <p:spPr>
            <a:xfrm flipH="1">
              <a:off x="8449502" y="535594"/>
              <a:ext cx="1002686" cy="1000275"/>
            </a:xfrm>
            <a:custGeom>
              <a:rect b="b" l="l" r="r" t="t"/>
              <a:pathLst>
                <a:path extrusionOk="0" h="14522" w="14557">
                  <a:moveTo>
                    <a:pt x="7288" y="4771"/>
                  </a:moveTo>
                  <a:cubicBezTo>
                    <a:pt x="8654" y="4780"/>
                    <a:pt x="9759" y="5894"/>
                    <a:pt x="9759" y="7270"/>
                  </a:cubicBezTo>
                  <a:cubicBezTo>
                    <a:pt x="9759" y="8637"/>
                    <a:pt x="8645" y="9759"/>
                    <a:pt x="7269" y="9759"/>
                  </a:cubicBezTo>
                  <a:cubicBezTo>
                    <a:pt x="5893" y="9759"/>
                    <a:pt x="4780" y="8637"/>
                    <a:pt x="4780" y="7270"/>
                  </a:cubicBezTo>
                  <a:cubicBezTo>
                    <a:pt x="4780" y="5894"/>
                    <a:pt x="5893" y="4771"/>
                    <a:pt x="7269" y="4771"/>
                  </a:cubicBezTo>
                  <a:close/>
                  <a:moveTo>
                    <a:pt x="6808" y="1"/>
                  </a:moveTo>
                  <a:cubicBezTo>
                    <a:pt x="6400" y="1"/>
                    <a:pt x="6056" y="299"/>
                    <a:pt x="5993" y="698"/>
                  </a:cubicBezTo>
                  <a:lnTo>
                    <a:pt x="5794" y="1784"/>
                  </a:lnTo>
                  <a:cubicBezTo>
                    <a:pt x="5323" y="1911"/>
                    <a:pt x="4870" y="2101"/>
                    <a:pt x="4445" y="2345"/>
                  </a:cubicBezTo>
                  <a:lnTo>
                    <a:pt x="3540" y="1711"/>
                  </a:lnTo>
                  <a:cubicBezTo>
                    <a:pt x="3394" y="1609"/>
                    <a:pt x="3226" y="1560"/>
                    <a:pt x="3059" y="1560"/>
                  </a:cubicBezTo>
                  <a:cubicBezTo>
                    <a:pt x="2842" y="1560"/>
                    <a:pt x="2626" y="1643"/>
                    <a:pt x="2462" y="1802"/>
                  </a:cubicBezTo>
                  <a:lnTo>
                    <a:pt x="1811" y="2454"/>
                  </a:lnTo>
                  <a:cubicBezTo>
                    <a:pt x="1530" y="2753"/>
                    <a:pt x="1494" y="3205"/>
                    <a:pt x="1738" y="3531"/>
                  </a:cubicBezTo>
                  <a:lnTo>
                    <a:pt x="2372" y="4436"/>
                  </a:lnTo>
                  <a:cubicBezTo>
                    <a:pt x="2128" y="4862"/>
                    <a:pt x="1937" y="5314"/>
                    <a:pt x="1811" y="5794"/>
                  </a:cubicBezTo>
                  <a:lnTo>
                    <a:pt x="697" y="5975"/>
                  </a:lnTo>
                  <a:cubicBezTo>
                    <a:pt x="299" y="6048"/>
                    <a:pt x="9" y="6383"/>
                    <a:pt x="0" y="6790"/>
                  </a:cubicBezTo>
                  <a:lnTo>
                    <a:pt x="0" y="7722"/>
                  </a:lnTo>
                  <a:cubicBezTo>
                    <a:pt x="0" y="8130"/>
                    <a:pt x="290" y="8483"/>
                    <a:pt x="697" y="8555"/>
                  </a:cubicBezTo>
                  <a:lnTo>
                    <a:pt x="1784" y="8745"/>
                  </a:lnTo>
                  <a:cubicBezTo>
                    <a:pt x="1910" y="9216"/>
                    <a:pt x="2100" y="9678"/>
                    <a:pt x="2345" y="10103"/>
                  </a:cubicBezTo>
                  <a:lnTo>
                    <a:pt x="1738" y="10999"/>
                  </a:lnTo>
                  <a:cubicBezTo>
                    <a:pt x="1503" y="11334"/>
                    <a:pt x="1539" y="11787"/>
                    <a:pt x="1829" y="12077"/>
                  </a:cubicBezTo>
                  <a:lnTo>
                    <a:pt x="2481" y="12729"/>
                  </a:lnTo>
                  <a:cubicBezTo>
                    <a:pt x="2644" y="12887"/>
                    <a:pt x="2860" y="12971"/>
                    <a:pt x="3078" y="12971"/>
                  </a:cubicBezTo>
                  <a:cubicBezTo>
                    <a:pt x="3244" y="12971"/>
                    <a:pt x="3412" y="12921"/>
                    <a:pt x="3558" y="12819"/>
                  </a:cubicBezTo>
                  <a:lnTo>
                    <a:pt x="4463" y="12185"/>
                  </a:lnTo>
                  <a:cubicBezTo>
                    <a:pt x="4889" y="12430"/>
                    <a:pt x="5341" y="12620"/>
                    <a:pt x="5812" y="12747"/>
                  </a:cubicBezTo>
                  <a:lnTo>
                    <a:pt x="6002" y="13833"/>
                  </a:lnTo>
                  <a:cubicBezTo>
                    <a:pt x="6073" y="14225"/>
                    <a:pt x="6417" y="14521"/>
                    <a:pt x="6817" y="14521"/>
                  </a:cubicBezTo>
                  <a:cubicBezTo>
                    <a:pt x="6823" y="14521"/>
                    <a:pt x="6829" y="14521"/>
                    <a:pt x="6835" y="14521"/>
                  </a:cubicBezTo>
                  <a:lnTo>
                    <a:pt x="7758" y="14521"/>
                  </a:lnTo>
                  <a:cubicBezTo>
                    <a:pt x="7764" y="14521"/>
                    <a:pt x="7770" y="14521"/>
                    <a:pt x="7776" y="14521"/>
                  </a:cubicBezTo>
                  <a:cubicBezTo>
                    <a:pt x="8176" y="14521"/>
                    <a:pt x="8511" y="14225"/>
                    <a:pt x="8582" y="13833"/>
                  </a:cubicBezTo>
                  <a:lnTo>
                    <a:pt x="8772" y="12747"/>
                  </a:lnTo>
                  <a:cubicBezTo>
                    <a:pt x="9243" y="12620"/>
                    <a:pt x="9705" y="12430"/>
                    <a:pt x="10130" y="12185"/>
                  </a:cubicBezTo>
                  <a:lnTo>
                    <a:pt x="11035" y="12819"/>
                  </a:lnTo>
                  <a:cubicBezTo>
                    <a:pt x="11177" y="12921"/>
                    <a:pt x="11343" y="12971"/>
                    <a:pt x="11508" y="12971"/>
                  </a:cubicBezTo>
                  <a:cubicBezTo>
                    <a:pt x="11724" y="12971"/>
                    <a:pt x="11940" y="12887"/>
                    <a:pt x="12104" y="12729"/>
                  </a:cubicBezTo>
                  <a:lnTo>
                    <a:pt x="12755" y="12077"/>
                  </a:lnTo>
                  <a:cubicBezTo>
                    <a:pt x="13045" y="11787"/>
                    <a:pt x="13081" y="11334"/>
                    <a:pt x="12846" y="10999"/>
                  </a:cubicBezTo>
                  <a:lnTo>
                    <a:pt x="12212" y="10094"/>
                  </a:lnTo>
                  <a:cubicBezTo>
                    <a:pt x="12457" y="9669"/>
                    <a:pt x="12647" y="9216"/>
                    <a:pt x="12773" y="8736"/>
                  </a:cubicBezTo>
                  <a:lnTo>
                    <a:pt x="13860" y="8546"/>
                  </a:lnTo>
                  <a:cubicBezTo>
                    <a:pt x="14267" y="8483"/>
                    <a:pt x="14557" y="8130"/>
                    <a:pt x="14557" y="7722"/>
                  </a:cubicBezTo>
                  <a:lnTo>
                    <a:pt x="14557" y="6790"/>
                  </a:lnTo>
                  <a:cubicBezTo>
                    <a:pt x="14557" y="6383"/>
                    <a:pt x="14267" y="6030"/>
                    <a:pt x="13860" y="5957"/>
                  </a:cubicBezTo>
                  <a:lnTo>
                    <a:pt x="12773" y="5767"/>
                  </a:lnTo>
                  <a:cubicBezTo>
                    <a:pt x="12647" y="5296"/>
                    <a:pt x="12457" y="4844"/>
                    <a:pt x="12212" y="4418"/>
                  </a:cubicBezTo>
                  <a:lnTo>
                    <a:pt x="12837" y="3531"/>
                  </a:lnTo>
                  <a:cubicBezTo>
                    <a:pt x="13072" y="3196"/>
                    <a:pt x="13027" y="2743"/>
                    <a:pt x="12746" y="2454"/>
                  </a:cubicBezTo>
                  <a:lnTo>
                    <a:pt x="12085" y="1802"/>
                  </a:lnTo>
                  <a:cubicBezTo>
                    <a:pt x="11927" y="1643"/>
                    <a:pt x="11713" y="1560"/>
                    <a:pt x="11497" y="1560"/>
                  </a:cubicBezTo>
                  <a:cubicBezTo>
                    <a:pt x="11331" y="1560"/>
                    <a:pt x="11163" y="1609"/>
                    <a:pt x="11017" y="1711"/>
                  </a:cubicBezTo>
                  <a:lnTo>
                    <a:pt x="10103" y="2345"/>
                  </a:lnTo>
                  <a:cubicBezTo>
                    <a:pt x="9677" y="2101"/>
                    <a:pt x="9225" y="1911"/>
                    <a:pt x="8754" y="1784"/>
                  </a:cubicBezTo>
                  <a:lnTo>
                    <a:pt x="8555" y="698"/>
                  </a:lnTo>
                  <a:cubicBezTo>
                    <a:pt x="8492" y="290"/>
                    <a:pt x="8138" y="1"/>
                    <a:pt x="77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33"/>
            <p:cNvSpPr/>
            <p:nvPr/>
          </p:nvSpPr>
          <p:spPr>
            <a:xfrm flipH="1">
              <a:off x="7583371" y="-267548"/>
              <a:ext cx="805069" cy="803141"/>
            </a:xfrm>
            <a:custGeom>
              <a:rect b="b" l="l" r="r" t="t"/>
              <a:pathLst>
                <a:path extrusionOk="0" h="11660" w="11688">
                  <a:moveTo>
                    <a:pt x="5849" y="3838"/>
                  </a:moveTo>
                  <a:cubicBezTo>
                    <a:pt x="6953" y="3838"/>
                    <a:pt x="7840" y="4735"/>
                    <a:pt x="7840" y="5830"/>
                  </a:cubicBezTo>
                  <a:cubicBezTo>
                    <a:pt x="7840" y="6934"/>
                    <a:pt x="6944" y="7831"/>
                    <a:pt x="5840" y="7831"/>
                  </a:cubicBezTo>
                  <a:cubicBezTo>
                    <a:pt x="4735" y="7831"/>
                    <a:pt x="3839" y="6934"/>
                    <a:pt x="3839" y="5830"/>
                  </a:cubicBezTo>
                  <a:cubicBezTo>
                    <a:pt x="3839" y="4726"/>
                    <a:pt x="4735" y="3838"/>
                    <a:pt x="5840" y="3838"/>
                  </a:cubicBezTo>
                  <a:close/>
                  <a:moveTo>
                    <a:pt x="5469" y="0"/>
                  </a:moveTo>
                  <a:cubicBezTo>
                    <a:pt x="5143" y="0"/>
                    <a:pt x="4862" y="235"/>
                    <a:pt x="4808" y="561"/>
                  </a:cubicBezTo>
                  <a:lnTo>
                    <a:pt x="4654" y="1430"/>
                  </a:lnTo>
                  <a:cubicBezTo>
                    <a:pt x="4274" y="1539"/>
                    <a:pt x="3912" y="1684"/>
                    <a:pt x="3568" y="1883"/>
                  </a:cubicBezTo>
                  <a:lnTo>
                    <a:pt x="2843" y="1376"/>
                  </a:lnTo>
                  <a:cubicBezTo>
                    <a:pt x="2725" y="1293"/>
                    <a:pt x="2590" y="1254"/>
                    <a:pt x="2456" y="1254"/>
                  </a:cubicBezTo>
                  <a:cubicBezTo>
                    <a:pt x="2282" y="1254"/>
                    <a:pt x="2111" y="1321"/>
                    <a:pt x="1983" y="1449"/>
                  </a:cubicBezTo>
                  <a:lnTo>
                    <a:pt x="1458" y="1974"/>
                  </a:lnTo>
                  <a:cubicBezTo>
                    <a:pt x="1232" y="2209"/>
                    <a:pt x="1205" y="2571"/>
                    <a:pt x="1395" y="2834"/>
                  </a:cubicBezTo>
                  <a:lnTo>
                    <a:pt x="1902" y="3558"/>
                  </a:lnTo>
                  <a:cubicBezTo>
                    <a:pt x="1712" y="3902"/>
                    <a:pt x="1558" y="4273"/>
                    <a:pt x="1458" y="4653"/>
                  </a:cubicBezTo>
                  <a:lnTo>
                    <a:pt x="562" y="4798"/>
                  </a:lnTo>
                  <a:cubicBezTo>
                    <a:pt x="245" y="4852"/>
                    <a:pt x="10" y="5124"/>
                    <a:pt x="1" y="5450"/>
                  </a:cubicBezTo>
                  <a:lnTo>
                    <a:pt x="1" y="6201"/>
                  </a:lnTo>
                  <a:cubicBezTo>
                    <a:pt x="1" y="6527"/>
                    <a:pt x="236" y="6808"/>
                    <a:pt x="562" y="6871"/>
                  </a:cubicBezTo>
                  <a:lnTo>
                    <a:pt x="1431" y="7016"/>
                  </a:lnTo>
                  <a:cubicBezTo>
                    <a:pt x="1531" y="7405"/>
                    <a:pt x="1685" y="7767"/>
                    <a:pt x="1884" y="8111"/>
                  </a:cubicBezTo>
                  <a:lnTo>
                    <a:pt x="1395" y="8835"/>
                  </a:lnTo>
                  <a:cubicBezTo>
                    <a:pt x="1205" y="9098"/>
                    <a:pt x="1241" y="9460"/>
                    <a:pt x="1467" y="9695"/>
                  </a:cubicBezTo>
                  <a:lnTo>
                    <a:pt x="1993" y="10221"/>
                  </a:lnTo>
                  <a:cubicBezTo>
                    <a:pt x="2125" y="10348"/>
                    <a:pt x="2299" y="10416"/>
                    <a:pt x="2472" y="10416"/>
                  </a:cubicBezTo>
                  <a:cubicBezTo>
                    <a:pt x="2605" y="10416"/>
                    <a:pt x="2738" y="10376"/>
                    <a:pt x="2852" y="10293"/>
                  </a:cubicBezTo>
                  <a:lnTo>
                    <a:pt x="3586" y="9786"/>
                  </a:lnTo>
                  <a:cubicBezTo>
                    <a:pt x="3921" y="9976"/>
                    <a:pt x="4292" y="10130"/>
                    <a:pt x="4672" y="10230"/>
                  </a:cubicBezTo>
                  <a:lnTo>
                    <a:pt x="4826" y="11108"/>
                  </a:lnTo>
                  <a:cubicBezTo>
                    <a:pt x="4880" y="11425"/>
                    <a:pt x="5161" y="11660"/>
                    <a:pt x="5487" y="11660"/>
                  </a:cubicBezTo>
                  <a:lnTo>
                    <a:pt x="6229" y="11660"/>
                  </a:lnTo>
                  <a:cubicBezTo>
                    <a:pt x="6555" y="11660"/>
                    <a:pt x="6836" y="11425"/>
                    <a:pt x="6890" y="11108"/>
                  </a:cubicBezTo>
                  <a:lnTo>
                    <a:pt x="7044" y="10230"/>
                  </a:lnTo>
                  <a:cubicBezTo>
                    <a:pt x="7424" y="10130"/>
                    <a:pt x="7786" y="9976"/>
                    <a:pt x="8130" y="9786"/>
                  </a:cubicBezTo>
                  <a:lnTo>
                    <a:pt x="8863" y="10293"/>
                  </a:lnTo>
                  <a:cubicBezTo>
                    <a:pt x="8978" y="10376"/>
                    <a:pt x="9111" y="10416"/>
                    <a:pt x="9244" y="10416"/>
                  </a:cubicBezTo>
                  <a:cubicBezTo>
                    <a:pt x="9417" y="10416"/>
                    <a:pt x="9590" y="10348"/>
                    <a:pt x="9723" y="10221"/>
                  </a:cubicBezTo>
                  <a:lnTo>
                    <a:pt x="10239" y="9695"/>
                  </a:lnTo>
                  <a:cubicBezTo>
                    <a:pt x="10475" y="9460"/>
                    <a:pt x="10502" y="9098"/>
                    <a:pt x="10321" y="8835"/>
                  </a:cubicBezTo>
                  <a:lnTo>
                    <a:pt x="9805" y="8102"/>
                  </a:lnTo>
                  <a:cubicBezTo>
                    <a:pt x="10004" y="7767"/>
                    <a:pt x="10158" y="7396"/>
                    <a:pt x="10258" y="7016"/>
                  </a:cubicBezTo>
                  <a:lnTo>
                    <a:pt x="11136" y="6862"/>
                  </a:lnTo>
                  <a:cubicBezTo>
                    <a:pt x="11452" y="6808"/>
                    <a:pt x="11688" y="6527"/>
                    <a:pt x="11688" y="6201"/>
                  </a:cubicBezTo>
                  <a:lnTo>
                    <a:pt x="11688" y="5450"/>
                  </a:lnTo>
                  <a:cubicBezTo>
                    <a:pt x="11688" y="5124"/>
                    <a:pt x="11452" y="4843"/>
                    <a:pt x="11136" y="4789"/>
                  </a:cubicBezTo>
                  <a:lnTo>
                    <a:pt x="10258" y="4635"/>
                  </a:lnTo>
                  <a:cubicBezTo>
                    <a:pt x="10158" y="4255"/>
                    <a:pt x="10004" y="3884"/>
                    <a:pt x="9805" y="3549"/>
                  </a:cubicBezTo>
                  <a:lnTo>
                    <a:pt x="10303" y="2834"/>
                  </a:lnTo>
                  <a:cubicBezTo>
                    <a:pt x="10493" y="2571"/>
                    <a:pt x="10466" y="2209"/>
                    <a:pt x="10230" y="1974"/>
                  </a:cubicBezTo>
                  <a:lnTo>
                    <a:pt x="9705" y="1449"/>
                  </a:lnTo>
                  <a:cubicBezTo>
                    <a:pt x="9577" y="1321"/>
                    <a:pt x="9406" y="1254"/>
                    <a:pt x="9233" y="1254"/>
                  </a:cubicBezTo>
                  <a:cubicBezTo>
                    <a:pt x="9099" y="1254"/>
                    <a:pt x="8964" y="1293"/>
                    <a:pt x="8845" y="1376"/>
                  </a:cubicBezTo>
                  <a:lnTo>
                    <a:pt x="8112" y="1883"/>
                  </a:lnTo>
                  <a:cubicBezTo>
                    <a:pt x="7777" y="1684"/>
                    <a:pt x="7406" y="1539"/>
                    <a:pt x="7026" y="1430"/>
                  </a:cubicBezTo>
                  <a:lnTo>
                    <a:pt x="6872" y="561"/>
                  </a:lnTo>
                  <a:cubicBezTo>
                    <a:pt x="6818" y="235"/>
                    <a:pt x="6537" y="0"/>
                    <a:pt x="62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6" name="Google Shape;126;p33"/>
            <p:cNvGrpSpPr/>
            <p:nvPr/>
          </p:nvGrpSpPr>
          <p:grpSpPr>
            <a:xfrm flipH="1">
              <a:off x="-365640" y="3792768"/>
              <a:ext cx="1119426" cy="814515"/>
              <a:chOff x="1835150" y="2508950"/>
              <a:chExt cx="335650" cy="244225"/>
            </a:xfrm>
          </p:grpSpPr>
          <p:sp>
            <p:nvSpPr>
              <p:cNvPr id="127" name="Google Shape;127;p33"/>
              <p:cNvSpPr/>
              <p:nvPr/>
            </p:nvSpPr>
            <p:spPr>
              <a:xfrm>
                <a:off x="1835150" y="2508950"/>
                <a:ext cx="335650" cy="244225"/>
              </a:xfrm>
              <a:custGeom>
                <a:rect b="b" l="l" r="r" t="t"/>
                <a:pathLst>
                  <a:path extrusionOk="0" h="9769" w="13426">
                    <a:moveTo>
                      <a:pt x="1223" y="1"/>
                    </a:moveTo>
                    <a:cubicBezTo>
                      <a:pt x="553" y="1"/>
                      <a:pt x="1" y="544"/>
                      <a:pt x="1" y="1223"/>
                    </a:cubicBezTo>
                    <a:lnTo>
                      <a:pt x="1" y="5568"/>
                    </a:lnTo>
                    <a:cubicBezTo>
                      <a:pt x="1" y="6247"/>
                      <a:pt x="553" y="6799"/>
                      <a:pt x="1223" y="6799"/>
                    </a:cubicBezTo>
                    <a:lnTo>
                      <a:pt x="1449" y="6799"/>
                    </a:lnTo>
                    <a:lnTo>
                      <a:pt x="1449" y="9769"/>
                    </a:lnTo>
                    <a:lnTo>
                      <a:pt x="3477" y="6799"/>
                    </a:lnTo>
                    <a:lnTo>
                      <a:pt x="12204" y="6799"/>
                    </a:lnTo>
                    <a:cubicBezTo>
                      <a:pt x="12874" y="6799"/>
                      <a:pt x="13426" y="6247"/>
                      <a:pt x="13426" y="5568"/>
                    </a:cubicBezTo>
                    <a:lnTo>
                      <a:pt x="13426" y="1223"/>
                    </a:lnTo>
                    <a:cubicBezTo>
                      <a:pt x="13426" y="544"/>
                      <a:pt x="12874" y="1"/>
                      <a:pt x="122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33"/>
              <p:cNvSpPr/>
              <p:nvPr/>
            </p:nvSpPr>
            <p:spPr>
              <a:xfrm>
                <a:off x="1905325" y="2583200"/>
                <a:ext cx="29675" cy="29900"/>
              </a:xfrm>
              <a:custGeom>
                <a:rect b="b" l="l" r="r" t="t"/>
                <a:pathLst>
                  <a:path extrusionOk="0" h="1196" w="1187">
                    <a:moveTo>
                      <a:pt x="589" y="0"/>
                    </a:moveTo>
                    <a:cubicBezTo>
                      <a:pt x="263" y="0"/>
                      <a:pt x="0" y="272"/>
                      <a:pt x="0" y="598"/>
                    </a:cubicBezTo>
                    <a:cubicBezTo>
                      <a:pt x="0" y="924"/>
                      <a:pt x="263" y="1195"/>
                      <a:pt x="589" y="1195"/>
                    </a:cubicBezTo>
                    <a:cubicBezTo>
                      <a:pt x="924" y="1195"/>
                      <a:pt x="1186" y="924"/>
                      <a:pt x="1186" y="598"/>
                    </a:cubicBezTo>
                    <a:cubicBezTo>
                      <a:pt x="1186" y="272"/>
                      <a:pt x="92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33"/>
              <p:cNvSpPr/>
              <p:nvPr/>
            </p:nvSpPr>
            <p:spPr>
              <a:xfrm>
                <a:off x="1990175" y="2583200"/>
                <a:ext cx="29900" cy="29900"/>
              </a:xfrm>
              <a:custGeom>
                <a:rect b="b" l="l" r="r" t="t"/>
                <a:pathLst>
                  <a:path extrusionOk="0" h="1196" w="1196">
                    <a:moveTo>
                      <a:pt x="598" y="0"/>
                    </a:moveTo>
                    <a:cubicBezTo>
                      <a:pt x="273" y="0"/>
                      <a:pt x="1" y="272"/>
                      <a:pt x="1" y="598"/>
                    </a:cubicBezTo>
                    <a:cubicBezTo>
                      <a:pt x="1" y="924"/>
                      <a:pt x="273" y="1195"/>
                      <a:pt x="598" y="1195"/>
                    </a:cubicBezTo>
                    <a:cubicBezTo>
                      <a:pt x="924" y="1195"/>
                      <a:pt x="1196" y="924"/>
                      <a:pt x="1196" y="598"/>
                    </a:cubicBezTo>
                    <a:cubicBezTo>
                      <a:pt x="1196" y="272"/>
                      <a:pt x="924" y="0"/>
                      <a:pt x="5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33"/>
              <p:cNvSpPr/>
              <p:nvPr/>
            </p:nvSpPr>
            <p:spPr>
              <a:xfrm>
                <a:off x="2075275" y="2583200"/>
                <a:ext cx="29675" cy="29900"/>
              </a:xfrm>
              <a:custGeom>
                <a:rect b="b" l="l" r="r" t="t"/>
                <a:pathLst>
                  <a:path extrusionOk="0" h="1196" w="1187">
                    <a:moveTo>
                      <a:pt x="589" y="0"/>
                    </a:moveTo>
                    <a:cubicBezTo>
                      <a:pt x="263" y="0"/>
                      <a:pt x="1" y="272"/>
                      <a:pt x="1" y="598"/>
                    </a:cubicBezTo>
                    <a:cubicBezTo>
                      <a:pt x="1" y="924"/>
                      <a:pt x="263" y="1195"/>
                      <a:pt x="589" y="1195"/>
                    </a:cubicBezTo>
                    <a:cubicBezTo>
                      <a:pt x="924" y="1195"/>
                      <a:pt x="1187" y="924"/>
                      <a:pt x="1187" y="598"/>
                    </a:cubicBezTo>
                    <a:cubicBezTo>
                      <a:pt x="1187" y="272"/>
                      <a:pt x="92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1" name="Google Shape;131;p33"/>
            <p:cNvGrpSpPr/>
            <p:nvPr/>
          </p:nvGrpSpPr>
          <p:grpSpPr>
            <a:xfrm flipH="1">
              <a:off x="8565700" y="3995853"/>
              <a:ext cx="720809" cy="891736"/>
              <a:chOff x="-155849" y="3975828"/>
              <a:chExt cx="720809" cy="891736"/>
            </a:xfrm>
          </p:grpSpPr>
          <p:sp>
            <p:nvSpPr>
              <p:cNvPr id="132" name="Google Shape;132;p33"/>
              <p:cNvSpPr/>
              <p:nvPr/>
            </p:nvSpPr>
            <p:spPr>
              <a:xfrm>
                <a:off x="-155849" y="3975828"/>
                <a:ext cx="720809" cy="891736"/>
              </a:xfrm>
              <a:custGeom>
                <a:rect b="b" l="l" r="r" t="t"/>
                <a:pathLst>
                  <a:path extrusionOk="0" h="18604" w="15038">
                    <a:moveTo>
                      <a:pt x="933" y="1"/>
                    </a:moveTo>
                    <a:cubicBezTo>
                      <a:pt x="417" y="1"/>
                      <a:pt x="1" y="417"/>
                      <a:pt x="1" y="933"/>
                    </a:cubicBezTo>
                    <a:lnTo>
                      <a:pt x="1" y="17672"/>
                    </a:lnTo>
                    <a:cubicBezTo>
                      <a:pt x="1" y="18188"/>
                      <a:pt x="417" y="18604"/>
                      <a:pt x="933" y="18604"/>
                    </a:cubicBezTo>
                    <a:lnTo>
                      <a:pt x="14114" y="18604"/>
                    </a:lnTo>
                    <a:cubicBezTo>
                      <a:pt x="14621" y="18604"/>
                      <a:pt x="15037" y="18188"/>
                      <a:pt x="15037" y="17672"/>
                    </a:cubicBezTo>
                    <a:lnTo>
                      <a:pt x="15037" y="933"/>
                    </a:lnTo>
                    <a:cubicBezTo>
                      <a:pt x="15037" y="417"/>
                      <a:pt x="14621" y="1"/>
                      <a:pt x="141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33"/>
              <p:cNvSpPr/>
              <p:nvPr/>
            </p:nvSpPr>
            <p:spPr>
              <a:xfrm>
                <a:off x="-26096" y="4103424"/>
                <a:ext cx="461734" cy="21713"/>
              </a:xfrm>
              <a:custGeom>
                <a:rect b="b" l="l" r="r" t="t"/>
                <a:pathLst>
                  <a:path extrusionOk="0" h="453" w="9633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3"/>
                      <a:pt x="9633" y="227"/>
                    </a:cubicBezTo>
                    <a:cubicBezTo>
                      <a:pt x="9633" y="100"/>
                      <a:pt x="9524" y="0"/>
                      <a:pt x="94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33"/>
              <p:cNvSpPr/>
              <p:nvPr/>
            </p:nvSpPr>
            <p:spPr>
              <a:xfrm>
                <a:off x="-26096" y="4164586"/>
                <a:ext cx="461734" cy="21761"/>
              </a:xfrm>
              <a:custGeom>
                <a:rect b="b" l="l" r="r" t="t"/>
                <a:pathLst>
                  <a:path extrusionOk="0" h="454" w="9633">
                    <a:moveTo>
                      <a:pt x="227" y="1"/>
                    </a:moveTo>
                    <a:cubicBezTo>
                      <a:pt x="100" y="1"/>
                      <a:pt x="1" y="100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4"/>
                      <a:pt x="9633" y="227"/>
                    </a:cubicBezTo>
                    <a:cubicBezTo>
                      <a:pt x="9633" y="10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33"/>
              <p:cNvSpPr/>
              <p:nvPr/>
            </p:nvSpPr>
            <p:spPr>
              <a:xfrm>
                <a:off x="-26096" y="4225364"/>
                <a:ext cx="303796" cy="21713"/>
              </a:xfrm>
              <a:custGeom>
                <a:rect b="b" l="l" r="r" t="t"/>
                <a:pathLst>
                  <a:path extrusionOk="0" h="453" w="6338">
                    <a:moveTo>
                      <a:pt x="227" y="0"/>
                    </a:moveTo>
                    <a:cubicBezTo>
                      <a:pt x="100" y="0"/>
                      <a:pt x="1" y="109"/>
                      <a:pt x="1" y="226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3"/>
                      <a:pt x="6338" y="226"/>
                    </a:cubicBezTo>
                    <a:cubicBezTo>
                      <a:pt x="6338" y="109"/>
                      <a:pt x="6238" y="0"/>
                      <a:pt x="61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33"/>
              <p:cNvSpPr/>
              <p:nvPr/>
            </p:nvSpPr>
            <p:spPr>
              <a:xfrm>
                <a:off x="-26096" y="4355932"/>
                <a:ext cx="461734" cy="21761"/>
              </a:xfrm>
              <a:custGeom>
                <a:rect b="b" l="l" r="r" t="t"/>
                <a:pathLst>
                  <a:path extrusionOk="0" h="454" w="9633">
                    <a:moveTo>
                      <a:pt x="227" y="1"/>
                    </a:moveTo>
                    <a:cubicBezTo>
                      <a:pt x="100" y="1"/>
                      <a:pt x="1" y="101"/>
                      <a:pt x="1" y="227"/>
                    </a:cubicBezTo>
                    <a:cubicBezTo>
                      <a:pt x="1" y="354"/>
                      <a:pt x="100" y="454"/>
                      <a:pt x="227" y="454"/>
                    </a:cubicBezTo>
                    <a:lnTo>
                      <a:pt x="9406" y="454"/>
                    </a:lnTo>
                    <a:cubicBezTo>
                      <a:pt x="9524" y="454"/>
                      <a:pt x="9633" y="354"/>
                      <a:pt x="9633" y="227"/>
                    </a:cubicBezTo>
                    <a:cubicBezTo>
                      <a:pt x="9633" y="101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33"/>
              <p:cNvSpPr/>
              <p:nvPr/>
            </p:nvSpPr>
            <p:spPr>
              <a:xfrm>
                <a:off x="-26096" y="4417142"/>
                <a:ext cx="461734" cy="21713"/>
              </a:xfrm>
              <a:custGeom>
                <a:rect b="b" l="l" r="r" t="t"/>
                <a:pathLst>
                  <a:path extrusionOk="0" h="453" w="9633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4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44"/>
                      <a:pt x="9633" y="227"/>
                    </a:cubicBezTo>
                    <a:cubicBezTo>
                      <a:pt x="9633" y="100"/>
                      <a:pt x="9524" y="0"/>
                      <a:pt x="94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33"/>
              <p:cNvSpPr/>
              <p:nvPr/>
            </p:nvSpPr>
            <p:spPr>
              <a:xfrm>
                <a:off x="-26096" y="4477872"/>
                <a:ext cx="303796" cy="21761"/>
              </a:xfrm>
              <a:custGeom>
                <a:rect b="b" l="l" r="r" t="t"/>
                <a:pathLst>
                  <a:path extrusionOk="0" h="454" w="6338">
                    <a:moveTo>
                      <a:pt x="227" y="1"/>
                    </a:moveTo>
                    <a:cubicBezTo>
                      <a:pt x="100" y="1"/>
                      <a:pt x="1" y="109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4"/>
                      <a:pt x="6338" y="227"/>
                    </a:cubicBezTo>
                    <a:cubicBezTo>
                      <a:pt x="6338" y="109"/>
                      <a:pt x="6238" y="1"/>
                      <a:pt x="61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33"/>
              <p:cNvSpPr/>
              <p:nvPr/>
            </p:nvSpPr>
            <p:spPr>
              <a:xfrm>
                <a:off x="-26096" y="4608488"/>
                <a:ext cx="461734" cy="21761"/>
              </a:xfrm>
              <a:custGeom>
                <a:rect b="b" l="l" r="r" t="t"/>
                <a:pathLst>
                  <a:path extrusionOk="0" h="454" w="9633">
                    <a:moveTo>
                      <a:pt x="227" y="1"/>
                    </a:moveTo>
                    <a:cubicBezTo>
                      <a:pt x="100" y="1"/>
                      <a:pt x="1" y="100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4"/>
                      <a:pt x="9633" y="227"/>
                    </a:cubicBezTo>
                    <a:cubicBezTo>
                      <a:pt x="9633" y="10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33"/>
              <p:cNvSpPr/>
              <p:nvPr/>
            </p:nvSpPr>
            <p:spPr>
              <a:xfrm>
                <a:off x="-26096" y="4669219"/>
                <a:ext cx="461734" cy="21761"/>
              </a:xfrm>
              <a:custGeom>
                <a:rect b="b" l="l" r="r" t="t"/>
                <a:pathLst>
                  <a:path extrusionOk="0" h="454" w="9633">
                    <a:moveTo>
                      <a:pt x="227" y="1"/>
                    </a:moveTo>
                    <a:cubicBezTo>
                      <a:pt x="100" y="1"/>
                      <a:pt x="1" y="110"/>
                      <a:pt x="1" y="227"/>
                    </a:cubicBezTo>
                    <a:cubicBezTo>
                      <a:pt x="1" y="354"/>
                      <a:pt x="100" y="454"/>
                      <a:pt x="227" y="454"/>
                    </a:cubicBezTo>
                    <a:lnTo>
                      <a:pt x="9406" y="454"/>
                    </a:lnTo>
                    <a:cubicBezTo>
                      <a:pt x="9524" y="454"/>
                      <a:pt x="9633" y="354"/>
                      <a:pt x="9633" y="227"/>
                    </a:cubicBezTo>
                    <a:cubicBezTo>
                      <a:pt x="9633" y="11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33"/>
              <p:cNvSpPr/>
              <p:nvPr/>
            </p:nvSpPr>
            <p:spPr>
              <a:xfrm>
                <a:off x="-26096" y="4730428"/>
                <a:ext cx="303796" cy="21713"/>
              </a:xfrm>
              <a:custGeom>
                <a:rect b="b" l="l" r="r" t="t"/>
                <a:pathLst>
                  <a:path extrusionOk="0" h="453" w="6338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3"/>
                      <a:pt x="6338" y="227"/>
                    </a:cubicBezTo>
                    <a:cubicBezTo>
                      <a:pt x="6338" y="100"/>
                      <a:pt x="6238" y="0"/>
                      <a:pt x="61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2" name="Google Shape;142;p33"/>
            <p:cNvSpPr/>
            <p:nvPr/>
          </p:nvSpPr>
          <p:spPr>
            <a:xfrm flipH="1">
              <a:off x="-408837" y="137906"/>
              <a:ext cx="805069" cy="803170"/>
            </a:xfrm>
            <a:custGeom>
              <a:rect b="b" l="l" r="r" t="t"/>
              <a:pathLst>
                <a:path extrusionOk="0" h="11660" w="11688">
                  <a:moveTo>
                    <a:pt x="5849" y="3838"/>
                  </a:moveTo>
                  <a:cubicBezTo>
                    <a:pt x="6953" y="3838"/>
                    <a:pt x="7840" y="4735"/>
                    <a:pt x="7840" y="5830"/>
                  </a:cubicBezTo>
                  <a:cubicBezTo>
                    <a:pt x="7840" y="6934"/>
                    <a:pt x="6944" y="7831"/>
                    <a:pt x="5840" y="7831"/>
                  </a:cubicBezTo>
                  <a:cubicBezTo>
                    <a:pt x="4735" y="7831"/>
                    <a:pt x="3839" y="6934"/>
                    <a:pt x="3839" y="5830"/>
                  </a:cubicBezTo>
                  <a:cubicBezTo>
                    <a:pt x="3839" y="4726"/>
                    <a:pt x="4735" y="3838"/>
                    <a:pt x="5840" y="3838"/>
                  </a:cubicBezTo>
                  <a:close/>
                  <a:moveTo>
                    <a:pt x="5469" y="0"/>
                  </a:moveTo>
                  <a:cubicBezTo>
                    <a:pt x="5143" y="0"/>
                    <a:pt x="4862" y="235"/>
                    <a:pt x="4808" y="561"/>
                  </a:cubicBezTo>
                  <a:lnTo>
                    <a:pt x="4654" y="1430"/>
                  </a:lnTo>
                  <a:cubicBezTo>
                    <a:pt x="4274" y="1539"/>
                    <a:pt x="3912" y="1684"/>
                    <a:pt x="3568" y="1883"/>
                  </a:cubicBezTo>
                  <a:lnTo>
                    <a:pt x="2843" y="1376"/>
                  </a:lnTo>
                  <a:cubicBezTo>
                    <a:pt x="2725" y="1293"/>
                    <a:pt x="2590" y="1254"/>
                    <a:pt x="2456" y="1254"/>
                  </a:cubicBezTo>
                  <a:cubicBezTo>
                    <a:pt x="2282" y="1254"/>
                    <a:pt x="2111" y="1321"/>
                    <a:pt x="1983" y="1449"/>
                  </a:cubicBezTo>
                  <a:lnTo>
                    <a:pt x="1458" y="1974"/>
                  </a:lnTo>
                  <a:cubicBezTo>
                    <a:pt x="1232" y="2209"/>
                    <a:pt x="1205" y="2571"/>
                    <a:pt x="1395" y="2834"/>
                  </a:cubicBezTo>
                  <a:lnTo>
                    <a:pt x="1902" y="3558"/>
                  </a:lnTo>
                  <a:cubicBezTo>
                    <a:pt x="1712" y="3902"/>
                    <a:pt x="1558" y="4273"/>
                    <a:pt x="1458" y="4653"/>
                  </a:cubicBezTo>
                  <a:lnTo>
                    <a:pt x="562" y="4798"/>
                  </a:lnTo>
                  <a:cubicBezTo>
                    <a:pt x="245" y="4852"/>
                    <a:pt x="10" y="5124"/>
                    <a:pt x="1" y="5450"/>
                  </a:cubicBezTo>
                  <a:lnTo>
                    <a:pt x="1" y="6201"/>
                  </a:lnTo>
                  <a:cubicBezTo>
                    <a:pt x="1" y="6527"/>
                    <a:pt x="236" y="6808"/>
                    <a:pt x="562" y="6871"/>
                  </a:cubicBezTo>
                  <a:lnTo>
                    <a:pt x="1431" y="7016"/>
                  </a:lnTo>
                  <a:cubicBezTo>
                    <a:pt x="1531" y="7405"/>
                    <a:pt x="1685" y="7767"/>
                    <a:pt x="1884" y="8111"/>
                  </a:cubicBezTo>
                  <a:lnTo>
                    <a:pt x="1395" y="8835"/>
                  </a:lnTo>
                  <a:cubicBezTo>
                    <a:pt x="1205" y="9098"/>
                    <a:pt x="1241" y="9460"/>
                    <a:pt x="1467" y="9695"/>
                  </a:cubicBezTo>
                  <a:lnTo>
                    <a:pt x="1993" y="10221"/>
                  </a:lnTo>
                  <a:cubicBezTo>
                    <a:pt x="2125" y="10348"/>
                    <a:pt x="2299" y="10416"/>
                    <a:pt x="2472" y="10416"/>
                  </a:cubicBezTo>
                  <a:cubicBezTo>
                    <a:pt x="2605" y="10416"/>
                    <a:pt x="2738" y="10376"/>
                    <a:pt x="2852" y="10293"/>
                  </a:cubicBezTo>
                  <a:lnTo>
                    <a:pt x="3586" y="9786"/>
                  </a:lnTo>
                  <a:cubicBezTo>
                    <a:pt x="3921" y="9976"/>
                    <a:pt x="4292" y="10130"/>
                    <a:pt x="4672" y="10230"/>
                  </a:cubicBezTo>
                  <a:lnTo>
                    <a:pt x="4826" y="11108"/>
                  </a:lnTo>
                  <a:cubicBezTo>
                    <a:pt x="4880" y="11425"/>
                    <a:pt x="5161" y="11660"/>
                    <a:pt x="5487" y="11660"/>
                  </a:cubicBezTo>
                  <a:lnTo>
                    <a:pt x="6229" y="11660"/>
                  </a:lnTo>
                  <a:cubicBezTo>
                    <a:pt x="6555" y="11660"/>
                    <a:pt x="6836" y="11425"/>
                    <a:pt x="6890" y="11108"/>
                  </a:cubicBezTo>
                  <a:lnTo>
                    <a:pt x="7044" y="10230"/>
                  </a:lnTo>
                  <a:cubicBezTo>
                    <a:pt x="7424" y="10130"/>
                    <a:pt x="7786" y="9976"/>
                    <a:pt x="8130" y="9786"/>
                  </a:cubicBezTo>
                  <a:lnTo>
                    <a:pt x="8863" y="10293"/>
                  </a:lnTo>
                  <a:cubicBezTo>
                    <a:pt x="8978" y="10376"/>
                    <a:pt x="9111" y="10416"/>
                    <a:pt x="9244" y="10416"/>
                  </a:cubicBezTo>
                  <a:cubicBezTo>
                    <a:pt x="9417" y="10416"/>
                    <a:pt x="9590" y="10348"/>
                    <a:pt x="9723" y="10221"/>
                  </a:cubicBezTo>
                  <a:lnTo>
                    <a:pt x="10239" y="9695"/>
                  </a:lnTo>
                  <a:cubicBezTo>
                    <a:pt x="10475" y="9460"/>
                    <a:pt x="10502" y="9098"/>
                    <a:pt x="10321" y="8835"/>
                  </a:cubicBezTo>
                  <a:lnTo>
                    <a:pt x="9805" y="8102"/>
                  </a:lnTo>
                  <a:cubicBezTo>
                    <a:pt x="10004" y="7767"/>
                    <a:pt x="10158" y="7396"/>
                    <a:pt x="10258" y="7016"/>
                  </a:cubicBezTo>
                  <a:lnTo>
                    <a:pt x="11136" y="6862"/>
                  </a:lnTo>
                  <a:cubicBezTo>
                    <a:pt x="11452" y="6808"/>
                    <a:pt x="11688" y="6527"/>
                    <a:pt x="11688" y="6201"/>
                  </a:cubicBezTo>
                  <a:lnTo>
                    <a:pt x="11688" y="5450"/>
                  </a:lnTo>
                  <a:cubicBezTo>
                    <a:pt x="11688" y="5124"/>
                    <a:pt x="11452" y="4843"/>
                    <a:pt x="11136" y="4789"/>
                  </a:cubicBezTo>
                  <a:lnTo>
                    <a:pt x="10258" y="4635"/>
                  </a:lnTo>
                  <a:cubicBezTo>
                    <a:pt x="10158" y="4255"/>
                    <a:pt x="10004" y="3884"/>
                    <a:pt x="9805" y="3549"/>
                  </a:cubicBezTo>
                  <a:lnTo>
                    <a:pt x="10303" y="2834"/>
                  </a:lnTo>
                  <a:cubicBezTo>
                    <a:pt x="10493" y="2571"/>
                    <a:pt x="10466" y="2209"/>
                    <a:pt x="10230" y="1974"/>
                  </a:cubicBezTo>
                  <a:lnTo>
                    <a:pt x="9705" y="1449"/>
                  </a:lnTo>
                  <a:cubicBezTo>
                    <a:pt x="9577" y="1321"/>
                    <a:pt x="9406" y="1254"/>
                    <a:pt x="9233" y="1254"/>
                  </a:cubicBezTo>
                  <a:cubicBezTo>
                    <a:pt x="9099" y="1254"/>
                    <a:pt x="8964" y="1293"/>
                    <a:pt x="8845" y="1376"/>
                  </a:cubicBezTo>
                  <a:lnTo>
                    <a:pt x="8112" y="1883"/>
                  </a:lnTo>
                  <a:cubicBezTo>
                    <a:pt x="7777" y="1684"/>
                    <a:pt x="7406" y="1539"/>
                    <a:pt x="7026" y="1430"/>
                  </a:cubicBezTo>
                  <a:lnTo>
                    <a:pt x="6872" y="561"/>
                  </a:lnTo>
                  <a:cubicBezTo>
                    <a:pt x="6818" y="235"/>
                    <a:pt x="6537" y="0"/>
                    <a:pt x="62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3" name="Google Shape;143;p33"/>
            <p:cNvGrpSpPr/>
            <p:nvPr/>
          </p:nvGrpSpPr>
          <p:grpSpPr>
            <a:xfrm flipH="1">
              <a:off x="4429248" y="4607285"/>
              <a:ext cx="1119452" cy="796601"/>
              <a:chOff x="3858275" y="126750"/>
              <a:chExt cx="864375" cy="615088"/>
            </a:xfrm>
          </p:grpSpPr>
          <p:sp>
            <p:nvSpPr>
              <p:cNvPr id="144" name="Google Shape;144;p33"/>
              <p:cNvSpPr/>
              <p:nvPr/>
            </p:nvSpPr>
            <p:spPr>
              <a:xfrm>
                <a:off x="3858275" y="126750"/>
                <a:ext cx="864375" cy="615088"/>
              </a:xfrm>
              <a:custGeom>
                <a:rect b="b" l="l" r="r" t="t"/>
                <a:pathLst>
                  <a:path extrusionOk="0" h="14784" w="20777">
                    <a:moveTo>
                      <a:pt x="951" y="0"/>
                    </a:moveTo>
                    <a:cubicBezTo>
                      <a:pt x="426" y="0"/>
                      <a:pt x="1" y="435"/>
                      <a:pt x="1" y="960"/>
                    </a:cubicBezTo>
                    <a:lnTo>
                      <a:pt x="1" y="13833"/>
                    </a:lnTo>
                    <a:cubicBezTo>
                      <a:pt x="1" y="14358"/>
                      <a:pt x="426" y="14783"/>
                      <a:pt x="951" y="14783"/>
                    </a:cubicBezTo>
                    <a:lnTo>
                      <a:pt x="19817" y="14783"/>
                    </a:lnTo>
                    <a:cubicBezTo>
                      <a:pt x="20351" y="14783"/>
                      <a:pt x="20776" y="14358"/>
                      <a:pt x="20776" y="13833"/>
                    </a:cubicBezTo>
                    <a:lnTo>
                      <a:pt x="20776" y="960"/>
                    </a:lnTo>
                    <a:cubicBezTo>
                      <a:pt x="20776" y="435"/>
                      <a:pt x="20351" y="0"/>
                      <a:pt x="198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33"/>
              <p:cNvSpPr/>
              <p:nvPr/>
            </p:nvSpPr>
            <p:spPr>
              <a:xfrm>
                <a:off x="3956585" y="207712"/>
                <a:ext cx="667762" cy="453494"/>
              </a:xfrm>
              <a:custGeom>
                <a:rect b="b" l="l" r="r" t="t"/>
                <a:pathLst>
                  <a:path extrusionOk="0" h="10900" w="16051">
                    <a:moveTo>
                      <a:pt x="960" y="0"/>
                    </a:moveTo>
                    <a:cubicBezTo>
                      <a:pt x="426" y="0"/>
                      <a:pt x="0" y="426"/>
                      <a:pt x="0" y="960"/>
                    </a:cubicBezTo>
                    <a:lnTo>
                      <a:pt x="0" y="9940"/>
                    </a:lnTo>
                    <a:cubicBezTo>
                      <a:pt x="0" y="10474"/>
                      <a:pt x="426" y="10900"/>
                      <a:pt x="960" y="10900"/>
                    </a:cubicBezTo>
                    <a:lnTo>
                      <a:pt x="15091" y="10900"/>
                    </a:lnTo>
                    <a:cubicBezTo>
                      <a:pt x="15616" y="10900"/>
                      <a:pt x="16051" y="10474"/>
                      <a:pt x="16051" y="9940"/>
                    </a:cubicBezTo>
                    <a:lnTo>
                      <a:pt x="16051" y="960"/>
                    </a:lnTo>
                    <a:cubicBezTo>
                      <a:pt x="16051" y="426"/>
                      <a:pt x="15616" y="0"/>
                      <a:pt x="150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33"/>
              <p:cNvSpPr/>
              <p:nvPr/>
            </p:nvSpPr>
            <p:spPr>
              <a:xfrm>
                <a:off x="4301188" y="333481"/>
                <a:ext cx="323168" cy="327723"/>
              </a:xfrm>
              <a:custGeom>
                <a:rect b="b" l="l" r="r" t="t"/>
                <a:pathLst>
                  <a:path extrusionOk="0" h="7877" w="7768">
                    <a:moveTo>
                      <a:pt x="4309" y="1"/>
                    </a:moveTo>
                    <a:lnTo>
                      <a:pt x="0" y="5270"/>
                    </a:lnTo>
                    <a:lnTo>
                      <a:pt x="2653" y="7877"/>
                    </a:lnTo>
                    <a:lnTo>
                      <a:pt x="6808" y="7877"/>
                    </a:lnTo>
                    <a:cubicBezTo>
                      <a:pt x="7333" y="7877"/>
                      <a:pt x="7768" y="7451"/>
                      <a:pt x="7768" y="6917"/>
                    </a:cubicBezTo>
                    <a:lnTo>
                      <a:pt x="7768" y="4871"/>
                    </a:lnTo>
                    <a:lnTo>
                      <a:pt x="430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33"/>
              <p:cNvSpPr/>
              <p:nvPr/>
            </p:nvSpPr>
            <p:spPr>
              <a:xfrm>
                <a:off x="4039043" y="471357"/>
                <a:ext cx="372509" cy="189844"/>
              </a:xfrm>
              <a:custGeom>
                <a:rect b="b" l="l" r="r" t="t"/>
                <a:pathLst>
                  <a:path extrusionOk="0" h="4563" w="8954">
                    <a:moveTo>
                      <a:pt x="4319" y="0"/>
                    </a:moveTo>
                    <a:lnTo>
                      <a:pt x="1" y="4563"/>
                    </a:lnTo>
                    <a:lnTo>
                      <a:pt x="8954" y="4563"/>
                    </a:lnTo>
                    <a:lnTo>
                      <a:pt x="6301" y="1956"/>
                    </a:lnTo>
                    <a:lnTo>
                      <a:pt x="43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33"/>
              <p:cNvSpPr/>
              <p:nvPr/>
            </p:nvSpPr>
            <p:spPr>
              <a:xfrm>
                <a:off x="4042080" y="291336"/>
                <a:ext cx="141240" cy="141249"/>
              </a:xfrm>
              <a:custGeom>
                <a:rect b="b" l="l" r="r" t="t"/>
                <a:pathLst>
                  <a:path extrusionOk="0" h="3395" w="3395">
                    <a:moveTo>
                      <a:pt x="1702" y="0"/>
                    </a:moveTo>
                    <a:cubicBezTo>
                      <a:pt x="761" y="0"/>
                      <a:pt x="0" y="761"/>
                      <a:pt x="0" y="1702"/>
                    </a:cubicBezTo>
                    <a:cubicBezTo>
                      <a:pt x="0" y="2634"/>
                      <a:pt x="761" y="3395"/>
                      <a:pt x="1702" y="3395"/>
                    </a:cubicBezTo>
                    <a:cubicBezTo>
                      <a:pt x="2634" y="3395"/>
                      <a:pt x="3395" y="2634"/>
                      <a:pt x="3395" y="1702"/>
                    </a:cubicBezTo>
                    <a:cubicBezTo>
                      <a:pt x="3395" y="761"/>
                      <a:pt x="2634" y="0"/>
                      <a:pt x="17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1" name="Google Shape;151;p35"/>
          <p:cNvSpPr txBox="1"/>
          <p:nvPr>
            <p:ph idx="1" type="subTitle"/>
          </p:nvPr>
        </p:nvSpPr>
        <p:spPr>
          <a:xfrm>
            <a:off x="1204438" y="2131875"/>
            <a:ext cx="20157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2" name="Google Shape;152;p35"/>
          <p:cNvSpPr txBox="1"/>
          <p:nvPr>
            <p:ph idx="2" type="subTitle"/>
          </p:nvPr>
        </p:nvSpPr>
        <p:spPr>
          <a:xfrm>
            <a:off x="3564148" y="2131875"/>
            <a:ext cx="20157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3" name="Google Shape;153;p35"/>
          <p:cNvSpPr txBox="1"/>
          <p:nvPr>
            <p:ph idx="3" type="subTitle"/>
          </p:nvPr>
        </p:nvSpPr>
        <p:spPr>
          <a:xfrm>
            <a:off x="5923864" y="2131875"/>
            <a:ext cx="20157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4" name="Google Shape;154;p35"/>
          <p:cNvSpPr txBox="1"/>
          <p:nvPr>
            <p:ph idx="4" type="subTitle"/>
          </p:nvPr>
        </p:nvSpPr>
        <p:spPr>
          <a:xfrm>
            <a:off x="1204438" y="1499775"/>
            <a:ext cx="20157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aleway"/>
              <a:buNone/>
              <a:defRPr b="1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55" name="Google Shape;155;p35"/>
          <p:cNvSpPr txBox="1"/>
          <p:nvPr>
            <p:ph idx="5" type="subTitle"/>
          </p:nvPr>
        </p:nvSpPr>
        <p:spPr>
          <a:xfrm>
            <a:off x="3564151" y="1499775"/>
            <a:ext cx="20157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56" name="Google Shape;156;p35"/>
          <p:cNvSpPr txBox="1"/>
          <p:nvPr>
            <p:ph idx="6" type="subTitle"/>
          </p:nvPr>
        </p:nvSpPr>
        <p:spPr>
          <a:xfrm>
            <a:off x="5923864" y="1499775"/>
            <a:ext cx="20157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157" name="Google Shape;157;p35"/>
          <p:cNvGrpSpPr/>
          <p:nvPr/>
        </p:nvGrpSpPr>
        <p:grpSpPr>
          <a:xfrm>
            <a:off x="-481077" y="-28082"/>
            <a:ext cx="10050001" cy="5469283"/>
            <a:chOff x="-481077" y="-28082"/>
            <a:chExt cx="10050001" cy="5469283"/>
          </a:xfrm>
        </p:grpSpPr>
        <p:sp>
          <p:nvSpPr>
            <p:cNvPr id="158" name="Google Shape;158;p35"/>
            <p:cNvSpPr/>
            <p:nvPr/>
          </p:nvSpPr>
          <p:spPr>
            <a:xfrm flipH="1">
              <a:off x="8449502" y="3207544"/>
              <a:ext cx="1002686" cy="1000275"/>
            </a:xfrm>
            <a:custGeom>
              <a:rect b="b" l="l" r="r" t="t"/>
              <a:pathLst>
                <a:path extrusionOk="0" h="14522" w="14557">
                  <a:moveTo>
                    <a:pt x="7288" y="4771"/>
                  </a:moveTo>
                  <a:cubicBezTo>
                    <a:pt x="8654" y="4780"/>
                    <a:pt x="9759" y="5894"/>
                    <a:pt x="9759" y="7270"/>
                  </a:cubicBezTo>
                  <a:cubicBezTo>
                    <a:pt x="9759" y="8637"/>
                    <a:pt x="8645" y="9759"/>
                    <a:pt x="7269" y="9759"/>
                  </a:cubicBezTo>
                  <a:cubicBezTo>
                    <a:pt x="5893" y="9759"/>
                    <a:pt x="4780" y="8637"/>
                    <a:pt x="4780" y="7270"/>
                  </a:cubicBezTo>
                  <a:cubicBezTo>
                    <a:pt x="4780" y="5894"/>
                    <a:pt x="5893" y="4771"/>
                    <a:pt x="7269" y="4771"/>
                  </a:cubicBezTo>
                  <a:close/>
                  <a:moveTo>
                    <a:pt x="6808" y="1"/>
                  </a:moveTo>
                  <a:cubicBezTo>
                    <a:pt x="6400" y="1"/>
                    <a:pt x="6056" y="299"/>
                    <a:pt x="5993" y="698"/>
                  </a:cubicBezTo>
                  <a:lnTo>
                    <a:pt x="5794" y="1784"/>
                  </a:lnTo>
                  <a:cubicBezTo>
                    <a:pt x="5323" y="1911"/>
                    <a:pt x="4870" y="2101"/>
                    <a:pt x="4445" y="2345"/>
                  </a:cubicBezTo>
                  <a:lnTo>
                    <a:pt x="3540" y="1711"/>
                  </a:lnTo>
                  <a:cubicBezTo>
                    <a:pt x="3394" y="1609"/>
                    <a:pt x="3226" y="1560"/>
                    <a:pt x="3059" y="1560"/>
                  </a:cubicBezTo>
                  <a:cubicBezTo>
                    <a:pt x="2842" y="1560"/>
                    <a:pt x="2626" y="1643"/>
                    <a:pt x="2462" y="1802"/>
                  </a:cubicBezTo>
                  <a:lnTo>
                    <a:pt x="1811" y="2454"/>
                  </a:lnTo>
                  <a:cubicBezTo>
                    <a:pt x="1530" y="2753"/>
                    <a:pt x="1494" y="3205"/>
                    <a:pt x="1738" y="3531"/>
                  </a:cubicBezTo>
                  <a:lnTo>
                    <a:pt x="2372" y="4436"/>
                  </a:lnTo>
                  <a:cubicBezTo>
                    <a:pt x="2128" y="4862"/>
                    <a:pt x="1937" y="5314"/>
                    <a:pt x="1811" y="5794"/>
                  </a:cubicBezTo>
                  <a:lnTo>
                    <a:pt x="697" y="5975"/>
                  </a:lnTo>
                  <a:cubicBezTo>
                    <a:pt x="299" y="6048"/>
                    <a:pt x="9" y="6383"/>
                    <a:pt x="0" y="6790"/>
                  </a:cubicBezTo>
                  <a:lnTo>
                    <a:pt x="0" y="7722"/>
                  </a:lnTo>
                  <a:cubicBezTo>
                    <a:pt x="0" y="8130"/>
                    <a:pt x="290" y="8483"/>
                    <a:pt x="697" y="8555"/>
                  </a:cubicBezTo>
                  <a:lnTo>
                    <a:pt x="1784" y="8745"/>
                  </a:lnTo>
                  <a:cubicBezTo>
                    <a:pt x="1910" y="9216"/>
                    <a:pt x="2100" y="9678"/>
                    <a:pt x="2345" y="10103"/>
                  </a:cubicBezTo>
                  <a:lnTo>
                    <a:pt x="1738" y="10999"/>
                  </a:lnTo>
                  <a:cubicBezTo>
                    <a:pt x="1503" y="11334"/>
                    <a:pt x="1539" y="11787"/>
                    <a:pt x="1829" y="12077"/>
                  </a:cubicBezTo>
                  <a:lnTo>
                    <a:pt x="2481" y="12729"/>
                  </a:lnTo>
                  <a:cubicBezTo>
                    <a:pt x="2644" y="12887"/>
                    <a:pt x="2860" y="12971"/>
                    <a:pt x="3078" y="12971"/>
                  </a:cubicBezTo>
                  <a:cubicBezTo>
                    <a:pt x="3244" y="12971"/>
                    <a:pt x="3412" y="12921"/>
                    <a:pt x="3558" y="12819"/>
                  </a:cubicBezTo>
                  <a:lnTo>
                    <a:pt x="4463" y="12185"/>
                  </a:lnTo>
                  <a:cubicBezTo>
                    <a:pt x="4889" y="12430"/>
                    <a:pt x="5341" y="12620"/>
                    <a:pt x="5812" y="12747"/>
                  </a:cubicBezTo>
                  <a:lnTo>
                    <a:pt x="6002" y="13833"/>
                  </a:lnTo>
                  <a:cubicBezTo>
                    <a:pt x="6073" y="14225"/>
                    <a:pt x="6417" y="14521"/>
                    <a:pt x="6817" y="14521"/>
                  </a:cubicBezTo>
                  <a:cubicBezTo>
                    <a:pt x="6823" y="14521"/>
                    <a:pt x="6829" y="14521"/>
                    <a:pt x="6835" y="14521"/>
                  </a:cubicBezTo>
                  <a:lnTo>
                    <a:pt x="7758" y="14521"/>
                  </a:lnTo>
                  <a:cubicBezTo>
                    <a:pt x="7764" y="14521"/>
                    <a:pt x="7770" y="14521"/>
                    <a:pt x="7776" y="14521"/>
                  </a:cubicBezTo>
                  <a:cubicBezTo>
                    <a:pt x="8176" y="14521"/>
                    <a:pt x="8511" y="14225"/>
                    <a:pt x="8582" y="13833"/>
                  </a:cubicBezTo>
                  <a:lnTo>
                    <a:pt x="8772" y="12747"/>
                  </a:lnTo>
                  <a:cubicBezTo>
                    <a:pt x="9243" y="12620"/>
                    <a:pt x="9705" y="12430"/>
                    <a:pt x="10130" y="12185"/>
                  </a:cubicBezTo>
                  <a:lnTo>
                    <a:pt x="11035" y="12819"/>
                  </a:lnTo>
                  <a:cubicBezTo>
                    <a:pt x="11177" y="12921"/>
                    <a:pt x="11343" y="12971"/>
                    <a:pt x="11508" y="12971"/>
                  </a:cubicBezTo>
                  <a:cubicBezTo>
                    <a:pt x="11724" y="12971"/>
                    <a:pt x="11940" y="12887"/>
                    <a:pt x="12104" y="12729"/>
                  </a:cubicBezTo>
                  <a:lnTo>
                    <a:pt x="12755" y="12077"/>
                  </a:lnTo>
                  <a:cubicBezTo>
                    <a:pt x="13045" y="11787"/>
                    <a:pt x="13081" y="11334"/>
                    <a:pt x="12846" y="10999"/>
                  </a:cubicBezTo>
                  <a:lnTo>
                    <a:pt x="12212" y="10094"/>
                  </a:lnTo>
                  <a:cubicBezTo>
                    <a:pt x="12457" y="9669"/>
                    <a:pt x="12647" y="9216"/>
                    <a:pt x="12773" y="8736"/>
                  </a:cubicBezTo>
                  <a:lnTo>
                    <a:pt x="13860" y="8546"/>
                  </a:lnTo>
                  <a:cubicBezTo>
                    <a:pt x="14267" y="8483"/>
                    <a:pt x="14557" y="8130"/>
                    <a:pt x="14557" y="7722"/>
                  </a:cubicBezTo>
                  <a:lnTo>
                    <a:pt x="14557" y="6790"/>
                  </a:lnTo>
                  <a:cubicBezTo>
                    <a:pt x="14557" y="6383"/>
                    <a:pt x="14267" y="6030"/>
                    <a:pt x="13860" y="5957"/>
                  </a:cubicBezTo>
                  <a:lnTo>
                    <a:pt x="12773" y="5767"/>
                  </a:lnTo>
                  <a:cubicBezTo>
                    <a:pt x="12647" y="5296"/>
                    <a:pt x="12457" y="4844"/>
                    <a:pt x="12212" y="4418"/>
                  </a:cubicBezTo>
                  <a:lnTo>
                    <a:pt x="12837" y="3531"/>
                  </a:lnTo>
                  <a:cubicBezTo>
                    <a:pt x="13072" y="3196"/>
                    <a:pt x="13027" y="2743"/>
                    <a:pt x="12746" y="2454"/>
                  </a:cubicBezTo>
                  <a:lnTo>
                    <a:pt x="12085" y="1802"/>
                  </a:lnTo>
                  <a:cubicBezTo>
                    <a:pt x="11927" y="1643"/>
                    <a:pt x="11713" y="1560"/>
                    <a:pt x="11497" y="1560"/>
                  </a:cubicBezTo>
                  <a:cubicBezTo>
                    <a:pt x="11331" y="1560"/>
                    <a:pt x="11163" y="1609"/>
                    <a:pt x="11017" y="1711"/>
                  </a:cubicBezTo>
                  <a:lnTo>
                    <a:pt x="10103" y="2345"/>
                  </a:lnTo>
                  <a:cubicBezTo>
                    <a:pt x="9677" y="2101"/>
                    <a:pt x="9225" y="1911"/>
                    <a:pt x="8754" y="1784"/>
                  </a:cubicBezTo>
                  <a:lnTo>
                    <a:pt x="8555" y="698"/>
                  </a:lnTo>
                  <a:cubicBezTo>
                    <a:pt x="8492" y="290"/>
                    <a:pt x="8138" y="1"/>
                    <a:pt x="77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9" name="Google Shape;159;p35"/>
            <p:cNvGrpSpPr/>
            <p:nvPr/>
          </p:nvGrpSpPr>
          <p:grpSpPr>
            <a:xfrm>
              <a:off x="8449498" y="-28082"/>
              <a:ext cx="1119426" cy="814515"/>
              <a:chOff x="1835150" y="2508950"/>
              <a:chExt cx="335650" cy="244225"/>
            </a:xfrm>
          </p:grpSpPr>
          <p:sp>
            <p:nvSpPr>
              <p:cNvPr id="160" name="Google Shape;160;p35"/>
              <p:cNvSpPr/>
              <p:nvPr/>
            </p:nvSpPr>
            <p:spPr>
              <a:xfrm>
                <a:off x="1835150" y="2508950"/>
                <a:ext cx="335650" cy="244225"/>
              </a:xfrm>
              <a:custGeom>
                <a:rect b="b" l="l" r="r" t="t"/>
                <a:pathLst>
                  <a:path extrusionOk="0" h="9769" w="13426">
                    <a:moveTo>
                      <a:pt x="1223" y="1"/>
                    </a:moveTo>
                    <a:cubicBezTo>
                      <a:pt x="553" y="1"/>
                      <a:pt x="1" y="544"/>
                      <a:pt x="1" y="1223"/>
                    </a:cubicBezTo>
                    <a:lnTo>
                      <a:pt x="1" y="5568"/>
                    </a:lnTo>
                    <a:cubicBezTo>
                      <a:pt x="1" y="6247"/>
                      <a:pt x="553" y="6799"/>
                      <a:pt x="1223" y="6799"/>
                    </a:cubicBezTo>
                    <a:lnTo>
                      <a:pt x="1449" y="6799"/>
                    </a:lnTo>
                    <a:lnTo>
                      <a:pt x="1449" y="9769"/>
                    </a:lnTo>
                    <a:lnTo>
                      <a:pt x="3477" y="6799"/>
                    </a:lnTo>
                    <a:lnTo>
                      <a:pt x="12204" y="6799"/>
                    </a:lnTo>
                    <a:cubicBezTo>
                      <a:pt x="12874" y="6799"/>
                      <a:pt x="13426" y="6247"/>
                      <a:pt x="13426" y="5568"/>
                    </a:cubicBezTo>
                    <a:lnTo>
                      <a:pt x="13426" y="1223"/>
                    </a:lnTo>
                    <a:cubicBezTo>
                      <a:pt x="13426" y="544"/>
                      <a:pt x="12874" y="1"/>
                      <a:pt x="122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35"/>
              <p:cNvSpPr/>
              <p:nvPr/>
            </p:nvSpPr>
            <p:spPr>
              <a:xfrm>
                <a:off x="1905325" y="2583200"/>
                <a:ext cx="29675" cy="29900"/>
              </a:xfrm>
              <a:custGeom>
                <a:rect b="b" l="l" r="r" t="t"/>
                <a:pathLst>
                  <a:path extrusionOk="0" h="1196" w="1187">
                    <a:moveTo>
                      <a:pt x="589" y="0"/>
                    </a:moveTo>
                    <a:cubicBezTo>
                      <a:pt x="263" y="0"/>
                      <a:pt x="0" y="272"/>
                      <a:pt x="0" y="598"/>
                    </a:cubicBezTo>
                    <a:cubicBezTo>
                      <a:pt x="0" y="924"/>
                      <a:pt x="263" y="1195"/>
                      <a:pt x="589" y="1195"/>
                    </a:cubicBezTo>
                    <a:cubicBezTo>
                      <a:pt x="924" y="1195"/>
                      <a:pt x="1186" y="924"/>
                      <a:pt x="1186" y="598"/>
                    </a:cubicBezTo>
                    <a:cubicBezTo>
                      <a:pt x="1186" y="272"/>
                      <a:pt x="92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35"/>
              <p:cNvSpPr/>
              <p:nvPr/>
            </p:nvSpPr>
            <p:spPr>
              <a:xfrm>
                <a:off x="1990175" y="2583200"/>
                <a:ext cx="29900" cy="29900"/>
              </a:xfrm>
              <a:custGeom>
                <a:rect b="b" l="l" r="r" t="t"/>
                <a:pathLst>
                  <a:path extrusionOk="0" h="1196" w="1196">
                    <a:moveTo>
                      <a:pt x="598" y="0"/>
                    </a:moveTo>
                    <a:cubicBezTo>
                      <a:pt x="273" y="0"/>
                      <a:pt x="1" y="272"/>
                      <a:pt x="1" y="598"/>
                    </a:cubicBezTo>
                    <a:cubicBezTo>
                      <a:pt x="1" y="924"/>
                      <a:pt x="273" y="1195"/>
                      <a:pt x="598" y="1195"/>
                    </a:cubicBezTo>
                    <a:cubicBezTo>
                      <a:pt x="924" y="1195"/>
                      <a:pt x="1196" y="924"/>
                      <a:pt x="1196" y="598"/>
                    </a:cubicBezTo>
                    <a:cubicBezTo>
                      <a:pt x="1196" y="272"/>
                      <a:pt x="924" y="0"/>
                      <a:pt x="5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35"/>
              <p:cNvSpPr/>
              <p:nvPr/>
            </p:nvSpPr>
            <p:spPr>
              <a:xfrm>
                <a:off x="2075275" y="2583200"/>
                <a:ext cx="29675" cy="29900"/>
              </a:xfrm>
              <a:custGeom>
                <a:rect b="b" l="l" r="r" t="t"/>
                <a:pathLst>
                  <a:path extrusionOk="0" h="1196" w="1187">
                    <a:moveTo>
                      <a:pt x="589" y="0"/>
                    </a:moveTo>
                    <a:cubicBezTo>
                      <a:pt x="263" y="0"/>
                      <a:pt x="1" y="272"/>
                      <a:pt x="1" y="598"/>
                    </a:cubicBezTo>
                    <a:cubicBezTo>
                      <a:pt x="1" y="924"/>
                      <a:pt x="263" y="1195"/>
                      <a:pt x="589" y="1195"/>
                    </a:cubicBezTo>
                    <a:cubicBezTo>
                      <a:pt x="924" y="1195"/>
                      <a:pt x="1187" y="924"/>
                      <a:pt x="1187" y="598"/>
                    </a:cubicBezTo>
                    <a:cubicBezTo>
                      <a:pt x="1187" y="272"/>
                      <a:pt x="92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4" name="Google Shape;164;p35"/>
            <p:cNvGrpSpPr/>
            <p:nvPr/>
          </p:nvGrpSpPr>
          <p:grpSpPr>
            <a:xfrm flipH="1">
              <a:off x="-281750" y="188528"/>
              <a:ext cx="720809" cy="891736"/>
              <a:chOff x="-155849" y="3975828"/>
              <a:chExt cx="720809" cy="891736"/>
            </a:xfrm>
          </p:grpSpPr>
          <p:sp>
            <p:nvSpPr>
              <p:cNvPr id="165" name="Google Shape;165;p35"/>
              <p:cNvSpPr/>
              <p:nvPr/>
            </p:nvSpPr>
            <p:spPr>
              <a:xfrm>
                <a:off x="-155849" y="3975828"/>
                <a:ext cx="720809" cy="891736"/>
              </a:xfrm>
              <a:custGeom>
                <a:rect b="b" l="l" r="r" t="t"/>
                <a:pathLst>
                  <a:path extrusionOk="0" h="18604" w="15038">
                    <a:moveTo>
                      <a:pt x="933" y="1"/>
                    </a:moveTo>
                    <a:cubicBezTo>
                      <a:pt x="417" y="1"/>
                      <a:pt x="1" y="417"/>
                      <a:pt x="1" y="933"/>
                    </a:cubicBezTo>
                    <a:lnTo>
                      <a:pt x="1" y="17672"/>
                    </a:lnTo>
                    <a:cubicBezTo>
                      <a:pt x="1" y="18188"/>
                      <a:pt x="417" y="18604"/>
                      <a:pt x="933" y="18604"/>
                    </a:cubicBezTo>
                    <a:lnTo>
                      <a:pt x="14114" y="18604"/>
                    </a:lnTo>
                    <a:cubicBezTo>
                      <a:pt x="14621" y="18604"/>
                      <a:pt x="15037" y="18188"/>
                      <a:pt x="15037" y="17672"/>
                    </a:cubicBezTo>
                    <a:lnTo>
                      <a:pt x="15037" y="933"/>
                    </a:lnTo>
                    <a:cubicBezTo>
                      <a:pt x="15037" y="417"/>
                      <a:pt x="14621" y="1"/>
                      <a:pt x="141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35"/>
              <p:cNvSpPr/>
              <p:nvPr/>
            </p:nvSpPr>
            <p:spPr>
              <a:xfrm>
                <a:off x="-26096" y="4103424"/>
                <a:ext cx="461734" cy="21713"/>
              </a:xfrm>
              <a:custGeom>
                <a:rect b="b" l="l" r="r" t="t"/>
                <a:pathLst>
                  <a:path extrusionOk="0" h="453" w="9633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3"/>
                      <a:pt x="9633" y="227"/>
                    </a:cubicBezTo>
                    <a:cubicBezTo>
                      <a:pt x="9633" y="100"/>
                      <a:pt x="9524" y="0"/>
                      <a:pt x="94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35"/>
              <p:cNvSpPr/>
              <p:nvPr/>
            </p:nvSpPr>
            <p:spPr>
              <a:xfrm>
                <a:off x="-26096" y="4164586"/>
                <a:ext cx="461734" cy="21761"/>
              </a:xfrm>
              <a:custGeom>
                <a:rect b="b" l="l" r="r" t="t"/>
                <a:pathLst>
                  <a:path extrusionOk="0" h="454" w="9633">
                    <a:moveTo>
                      <a:pt x="227" y="1"/>
                    </a:moveTo>
                    <a:cubicBezTo>
                      <a:pt x="100" y="1"/>
                      <a:pt x="1" y="100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4"/>
                      <a:pt x="9633" y="227"/>
                    </a:cubicBezTo>
                    <a:cubicBezTo>
                      <a:pt x="9633" y="10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35"/>
              <p:cNvSpPr/>
              <p:nvPr/>
            </p:nvSpPr>
            <p:spPr>
              <a:xfrm>
                <a:off x="-26096" y="4225364"/>
                <a:ext cx="303796" cy="21713"/>
              </a:xfrm>
              <a:custGeom>
                <a:rect b="b" l="l" r="r" t="t"/>
                <a:pathLst>
                  <a:path extrusionOk="0" h="453" w="6338">
                    <a:moveTo>
                      <a:pt x="227" y="0"/>
                    </a:moveTo>
                    <a:cubicBezTo>
                      <a:pt x="100" y="0"/>
                      <a:pt x="1" y="109"/>
                      <a:pt x="1" y="226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3"/>
                      <a:pt x="6338" y="226"/>
                    </a:cubicBezTo>
                    <a:cubicBezTo>
                      <a:pt x="6338" y="109"/>
                      <a:pt x="6238" y="0"/>
                      <a:pt x="61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35"/>
              <p:cNvSpPr/>
              <p:nvPr/>
            </p:nvSpPr>
            <p:spPr>
              <a:xfrm>
                <a:off x="-26096" y="4355932"/>
                <a:ext cx="461734" cy="21761"/>
              </a:xfrm>
              <a:custGeom>
                <a:rect b="b" l="l" r="r" t="t"/>
                <a:pathLst>
                  <a:path extrusionOk="0" h="454" w="9633">
                    <a:moveTo>
                      <a:pt x="227" y="1"/>
                    </a:moveTo>
                    <a:cubicBezTo>
                      <a:pt x="100" y="1"/>
                      <a:pt x="1" y="101"/>
                      <a:pt x="1" y="227"/>
                    </a:cubicBezTo>
                    <a:cubicBezTo>
                      <a:pt x="1" y="354"/>
                      <a:pt x="100" y="454"/>
                      <a:pt x="227" y="454"/>
                    </a:cubicBezTo>
                    <a:lnTo>
                      <a:pt x="9406" y="454"/>
                    </a:lnTo>
                    <a:cubicBezTo>
                      <a:pt x="9524" y="454"/>
                      <a:pt x="9633" y="354"/>
                      <a:pt x="9633" y="227"/>
                    </a:cubicBezTo>
                    <a:cubicBezTo>
                      <a:pt x="9633" y="101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35"/>
              <p:cNvSpPr/>
              <p:nvPr/>
            </p:nvSpPr>
            <p:spPr>
              <a:xfrm>
                <a:off x="-26096" y="4417142"/>
                <a:ext cx="461734" cy="21713"/>
              </a:xfrm>
              <a:custGeom>
                <a:rect b="b" l="l" r="r" t="t"/>
                <a:pathLst>
                  <a:path extrusionOk="0" h="453" w="9633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4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44"/>
                      <a:pt x="9633" y="227"/>
                    </a:cubicBezTo>
                    <a:cubicBezTo>
                      <a:pt x="9633" y="100"/>
                      <a:pt x="9524" y="0"/>
                      <a:pt x="94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35"/>
              <p:cNvSpPr/>
              <p:nvPr/>
            </p:nvSpPr>
            <p:spPr>
              <a:xfrm>
                <a:off x="-26096" y="4477872"/>
                <a:ext cx="303796" cy="21761"/>
              </a:xfrm>
              <a:custGeom>
                <a:rect b="b" l="l" r="r" t="t"/>
                <a:pathLst>
                  <a:path extrusionOk="0" h="454" w="6338">
                    <a:moveTo>
                      <a:pt x="227" y="1"/>
                    </a:moveTo>
                    <a:cubicBezTo>
                      <a:pt x="100" y="1"/>
                      <a:pt x="1" y="109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4"/>
                      <a:pt x="6338" y="227"/>
                    </a:cubicBezTo>
                    <a:cubicBezTo>
                      <a:pt x="6338" y="109"/>
                      <a:pt x="6238" y="1"/>
                      <a:pt x="61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35"/>
              <p:cNvSpPr/>
              <p:nvPr/>
            </p:nvSpPr>
            <p:spPr>
              <a:xfrm>
                <a:off x="-26096" y="4608488"/>
                <a:ext cx="461734" cy="21761"/>
              </a:xfrm>
              <a:custGeom>
                <a:rect b="b" l="l" r="r" t="t"/>
                <a:pathLst>
                  <a:path extrusionOk="0" h="454" w="9633">
                    <a:moveTo>
                      <a:pt x="227" y="1"/>
                    </a:moveTo>
                    <a:cubicBezTo>
                      <a:pt x="100" y="1"/>
                      <a:pt x="1" y="100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4"/>
                      <a:pt x="9633" y="227"/>
                    </a:cubicBezTo>
                    <a:cubicBezTo>
                      <a:pt x="9633" y="10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35"/>
              <p:cNvSpPr/>
              <p:nvPr/>
            </p:nvSpPr>
            <p:spPr>
              <a:xfrm>
                <a:off x="-26096" y="4669219"/>
                <a:ext cx="461734" cy="21761"/>
              </a:xfrm>
              <a:custGeom>
                <a:rect b="b" l="l" r="r" t="t"/>
                <a:pathLst>
                  <a:path extrusionOk="0" h="454" w="9633">
                    <a:moveTo>
                      <a:pt x="227" y="1"/>
                    </a:moveTo>
                    <a:cubicBezTo>
                      <a:pt x="100" y="1"/>
                      <a:pt x="1" y="110"/>
                      <a:pt x="1" y="227"/>
                    </a:cubicBezTo>
                    <a:cubicBezTo>
                      <a:pt x="1" y="354"/>
                      <a:pt x="100" y="454"/>
                      <a:pt x="227" y="454"/>
                    </a:cubicBezTo>
                    <a:lnTo>
                      <a:pt x="9406" y="454"/>
                    </a:lnTo>
                    <a:cubicBezTo>
                      <a:pt x="9524" y="454"/>
                      <a:pt x="9633" y="354"/>
                      <a:pt x="9633" y="227"/>
                    </a:cubicBezTo>
                    <a:cubicBezTo>
                      <a:pt x="9633" y="11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35"/>
              <p:cNvSpPr/>
              <p:nvPr/>
            </p:nvSpPr>
            <p:spPr>
              <a:xfrm>
                <a:off x="-26096" y="4730428"/>
                <a:ext cx="303796" cy="21713"/>
              </a:xfrm>
              <a:custGeom>
                <a:rect b="b" l="l" r="r" t="t"/>
                <a:pathLst>
                  <a:path extrusionOk="0" h="453" w="6338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3"/>
                      <a:pt x="6338" y="227"/>
                    </a:cubicBezTo>
                    <a:cubicBezTo>
                      <a:pt x="6338" y="100"/>
                      <a:pt x="6238" y="0"/>
                      <a:pt x="61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5" name="Google Shape;175;p35"/>
            <p:cNvSpPr/>
            <p:nvPr/>
          </p:nvSpPr>
          <p:spPr>
            <a:xfrm flipH="1">
              <a:off x="4714263" y="4638031"/>
              <a:ext cx="805069" cy="803170"/>
            </a:xfrm>
            <a:custGeom>
              <a:rect b="b" l="l" r="r" t="t"/>
              <a:pathLst>
                <a:path extrusionOk="0" h="11660" w="11688">
                  <a:moveTo>
                    <a:pt x="5849" y="3838"/>
                  </a:moveTo>
                  <a:cubicBezTo>
                    <a:pt x="6953" y="3838"/>
                    <a:pt x="7840" y="4735"/>
                    <a:pt x="7840" y="5830"/>
                  </a:cubicBezTo>
                  <a:cubicBezTo>
                    <a:pt x="7840" y="6934"/>
                    <a:pt x="6944" y="7831"/>
                    <a:pt x="5840" y="7831"/>
                  </a:cubicBezTo>
                  <a:cubicBezTo>
                    <a:pt x="4735" y="7831"/>
                    <a:pt x="3839" y="6934"/>
                    <a:pt x="3839" y="5830"/>
                  </a:cubicBezTo>
                  <a:cubicBezTo>
                    <a:pt x="3839" y="4726"/>
                    <a:pt x="4735" y="3838"/>
                    <a:pt x="5840" y="3838"/>
                  </a:cubicBezTo>
                  <a:close/>
                  <a:moveTo>
                    <a:pt x="5469" y="0"/>
                  </a:moveTo>
                  <a:cubicBezTo>
                    <a:pt x="5143" y="0"/>
                    <a:pt x="4862" y="235"/>
                    <a:pt x="4808" y="561"/>
                  </a:cubicBezTo>
                  <a:lnTo>
                    <a:pt x="4654" y="1430"/>
                  </a:lnTo>
                  <a:cubicBezTo>
                    <a:pt x="4274" y="1539"/>
                    <a:pt x="3912" y="1684"/>
                    <a:pt x="3568" y="1883"/>
                  </a:cubicBezTo>
                  <a:lnTo>
                    <a:pt x="2843" y="1376"/>
                  </a:lnTo>
                  <a:cubicBezTo>
                    <a:pt x="2725" y="1293"/>
                    <a:pt x="2590" y="1254"/>
                    <a:pt x="2456" y="1254"/>
                  </a:cubicBezTo>
                  <a:cubicBezTo>
                    <a:pt x="2282" y="1254"/>
                    <a:pt x="2111" y="1321"/>
                    <a:pt x="1983" y="1449"/>
                  </a:cubicBezTo>
                  <a:lnTo>
                    <a:pt x="1458" y="1974"/>
                  </a:lnTo>
                  <a:cubicBezTo>
                    <a:pt x="1232" y="2209"/>
                    <a:pt x="1205" y="2571"/>
                    <a:pt x="1395" y="2834"/>
                  </a:cubicBezTo>
                  <a:lnTo>
                    <a:pt x="1902" y="3558"/>
                  </a:lnTo>
                  <a:cubicBezTo>
                    <a:pt x="1712" y="3902"/>
                    <a:pt x="1558" y="4273"/>
                    <a:pt x="1458" y="4653"/>
                  </a:cubicBezTo>
                  <a:lnTo>
                    <a:pt x="562" y="4798"/>
                  </a:lnTo>
                  <a:cubicBezTo>
                    <a:pt x="245" y="4852"/>
                    <a:pt x="10" y="5124"/>
                    <a:pt x="1" y="5450"/>
                  </a:cubicBezTo>
                  <a:lnTo>
                    <a:pt x="1" y="6201"/>
                  </a:lnTo>
                  <a:cubicBezTo>
                    <a:pt x="1" y="6527"/>
                    <a:pt x="236" y="6808"/>
                    <a:pt x="562" y="6871"/>
                  </a:cubicBezTo>
                  <a:lnTo>
                    <a:pt x="1431" y="7016"/>
                  </a:lnTo>
                  <a:cubicBezTo>
                    <a:pt x="1531" y="7405"/>
                    <a:pt x="1685" y="7767"/>
                    <a:pt x="1884" y="8111"/>
                  </a:cubicBezTo>
                  <a:lnTo>
                    <a:pt x="1395" y="8835"/>
                  </a:lnTo>
                  <a:cubicBezTo>
                    <a:pt x="1205" y="9098"/>
                    <a:pt x="1241" y="9460"/>
                    <a:pt x="1467" y="9695"/>
                  </a:cubicBezTo>
                  <a:lnTo>
                    <a:pt x="1993" y="10221"/>
                  </a:lnTo>
                  <a:cubicBezTo>
                    <a:pt x="2125" y="10348"/>
                    <a:pt x="2299" y="10416"/>
                    <a:pt x="2472" y="10416"/>
                  </a:cubicBezTo>
                  <a:cubicBezTo>
                    <a:pt x="2605" y="10416"/>
                    <a:pt x="2738" y="10376"/>
                    <a:pt x="2852" y="10293"/>
                  </a:cubicBezTo>
                  <a:lnTo>
                    <a:pt x="3586" y="9786"/>
                  </a:lnTo>
                  <a:cubicBezTo>
                    <a:pt x="3921" y="9976"/>
                    <a:pt x="4292" y="10130"/>
                    <a:pt x="4672" y="10230"/>
                  </a:cubicBezTo>
                  <a:lnTo>
                    <a:pt x="4826" y="11108"/>
                  </a:lnTo>
                  <a:cubicBezTo>
                    <a:pt x="4880" y="11425"/>
                    <a:pt x="5161" y="11660"/>
                    <a:pt x="5487" y="11660"/>
                  </a:cubicBezTo>
                  <a:lnTo>
                    <a:pt x="6229" y="11660"/>
                  </a:lnTo>
                  <a:cubicBezTo>
                    <a:pt x="6555" y="11660"/>
                    <a:pt x="6836" y="11425"/>
                    <a:pt x="6890" y="11108"/>
                  </a:cubicBezTo>
                  <a:lnTo>
                    <a:pt x="7044" y="10230"/>
                  </a:lnTo>
                  <a:cubicBezTo>
                    <a:pt x="7424" y="10130"/>
                    <a:pt x="7786" y="9976"/>
                    <a:pt x="8130" y="9786"/>
                  </a:cubicBezTo>
                  <a:lnTo>
                    <a:pt x="8863" y="10293"/>
                  </a:lnTo>
                  <a:cubicBezTo>
                    <a:pt x="8978" y="10376"/>
                    <a:pt x="9111" y="10416"/>
                    <a:pt x="9244" y="10416"/>
                  </a:cubicBezTo>
                  <a:cubicBezTo>
                    <a:pt x="9417" y="10416"/>
                    <a:pt x="9590" y="10348"/>
                    <a:pt x="9723" y="10221"/>
                  </a:cubicBezTo>
                  <a:lnTo>
                    <a:pt x="10239" y="9695"/>
                  </a:lnTo>
                  <a:cubicBezTo>
                    <a:pt x="10475" y="9460"/>
                    <a:pt x="10502" y="9098"/>
                    <a:pt x="10321" y="8835"/>
                  </a:cubicBezTo>
                  <a:lnTo>
                    <a:pt x="9805" y="8102"/>
                  </a:lnTo>
                  <a:cubicBezTo>
                    <a:pt x="10004" y="7767"/>
                    <a:pt x="10158" y="7396"/>
                    <a:pt x="10258" y="7016"/>
                  </a:cubicBezTo>
                  <a:lnTo>
                    <a:pt x="11136" y="6862"/>
                  </a:lnTo>
                  <a:cubicBezTo>
                    <a:pt x="11452" y="6808"/>
                    <a:pt x="11688" y="6527"/>
                    <a:pt x="11688" y="6201"/>
                  </a:cubicBezTo>
                  <a:lnTo>
                    <a:pt x="11688" y="5450"/>
                  </a:lnTo>
                  <a:cubicBezTo>
                    <a:pt x="11688" y="5124"/>
                    <a:pt x="11452" y="4843"/>
                    <a:pt x="11136" y="4789"/>
                  </a:cubicBezTo>
                  <a:lnTo>
                    <a:pt x="10258" y="4635"/>
                  </a:lnTo>
                  <a:cubicBezTo>
                    <a:pt x="10158" y="4255"/>
                    <a:pt x="10004" y="3884"/>
                    <a:pt x="9805" y="3549"/>
                  </a:cubicBezTo>
                  <a:lnTo>
                    <a:pt x="10303" y="2834"/>
                  </a:lnTo>
                  <a:cubicBezTo>
                    <a:pt x="10493" y="2571"/>
                    <a:pt x="10466" y="2209"/>
                    <a:pt x="10230" y="1974"/>
                  </a:cubicBezTo>
                  <a:lnTo>
                    <a:pt x="9705" y="1449"/>
                  </a:lnTo>
                  <a:cubicBezTo>
                    <a:pt x="9577" y="1321"/>
                    <a:pt x="9406" y="1254"/>
                    <a:pt x="9233" y="1254"/>
                  </a:cubicBezTo>
                  <a:cubicBezTo>
                    <a:pt x="9099" y="1254"/>
                    <a:pt x="8964" y="1293"/>
                    <a:pt x="8845" y="1376"/>
                  </a:cubicBezTo>
                  <a:lnTo>
                    <a:pt x="8112" y="1883"/>
                  </a:lnTo>
                  <a:cubicBezTo>
                    <a:pt x="7777" y="1684"/>
                    <a:pt x="7406" y="1539"/>
                    <a:pt x="7026" y="1430"/>
                  </a:cubicBezTo>
                  <a:lnTo>
                    <a:pt x="6872" y="561"/>
                  </a:lnTo>
                  <a:cubicBezTo>
                    <a:pt x="6818" y="235"/>
                    <a:pt x="6537" y="0"/>
                    <a:pt x="62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6" name="Google Shape;176;p35"/>
            <p:cNvGrpSpPr/>
            <p:nvPr/>
          </p:nvGrpSpPr>
          <p:grpSpPr>
            <a:xfrm flipH="1">
              <a:off x="-481077" y="4604010"/>
              <a:ext cx="1119452" cy="796601"/>
              <a:chOff x="3858275" y="126750"/>
              <a:chExt cx="864375" cy="615088"/>
            </a:xfrm>
          </p:grpSpPr>
          <p:sp>
            <p:nvSpPr>
              <p:cNvPr id="177" name="Google Shape;177;p35"/>
              <p:cNvSpPr/>
              <p:nvPr/>
            </p:nvSpPr>
            <p:spPr>
              <a:xfrm>
                <a:off x="3858275" y="126750"/>
                <a:ext cx="864375" cy="615088"/>
              </a:xfrm>
              <a:custGeom>
                <a:rect b="b" l="l" r="r" t="t"/>
                <a:pathLst>
                  <a:path extrusionOk="0" h="14784" w="20777">
                    <a:moveTo>
                      <a:pt x="951" y="0"/>
                    </a:moveTo>
                    <a:cubicBezTo>
                      <a:pt x="426" y="0"/>
                      <a:pt x="1" y="435"/>
                      <a:pt x="1" y="960"/>
                    </a:cubicBezTo>
                    <a:lnTo>
                      <a:pt x="1" y="13833"/>
                    </a:lnTo>
                    <a:cubicBezTo>
                      <a:pt x="1" y="14358"/>
                      <a:pt x="426" y="14783"/>
                      <a:pt x="951" y="14783"/>
                    </a:cubicBezTo>
                    <a:lnTo>
                      <a:pt x="19817" y="14783"/>
                    </a:lnTo>
                    <a:cubicBezTo>
                      <a:pt x="20351" y="14783"/>
                      <a:pt x="20776" y="14358"/>
                      <a:pt x="20776" y="13833"/>
                    </a:cubicBezTo>
                    <a:lnTo>
                      <a:pt x="20776" y="960"/>
                    </a:lnTo>
                    <a:cubicBezTo>
                      <a:pt x="20776" y="435"/>
                      <a:pt x="20351" y="0"/>
                      <a:pt x="198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35"/>
              <p:cNvSpPr/>
              <p:nvPr/>
            </p:nvSpPr>
            <p:spPr>
              <a:xfrm>
                <a:off x="3956585" y="207712"/>
                <a:ext cx="667762" cy="453494"/>
              </a:xfrm>
              <a:custGeom>
                <a:rect b="b" l="l" r="r" t="t"/>
                <a:pathLst>
                  <a:path extrusionOk="0" h="10900" w="16051">
                    <a:moveTo>
                      <a:pt x="960" y="0"/>
                    </a:moveTo>
                    <a:cubicBezTo>
                      <a:pt x="426" y="0"/>
                      <a:pt x="0" y="426"/>
                      <a:pt x="0" y="960"/>
                    </a:cubicBezTo>
                    <a:lnTo>
                      <a:pt x="0" y="9940"/>
                    </a:lnTo>
                    <a:cubicBezTo>
                      <a:pt x="0" y="10474"/>
                      <a:pt x="426" y="10900"/>
                      <a:pt x="960" y="10900"/>
                    </a:cubicBezTo>
                    <a:lnTo>
                      <a:pt x="15091" y="10900"/>
                    </a:lnTo>
                    <a:cubicBezTo>
                      <a:pt x="15616" y="10900"/>
                      <a:pt x="16051" y="10474"/>
                      <a:pt x="16051" y="9940"/>
                    </a:cubicBezTo>
                    <a:lnTo>
                      <a:pt x="16051" y="960"/>
                    </a:lnTo>
                    <a:cubicBezTo>
                      <a:pt x="16051" y="426"/>
                      <a:pt x="15616" y="0"/>
                      <a:pt x="150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35"/>
              <p:cNvSpPr/>
              <p:nvPr/>
            </p:nvSpPr>
            <p:spPr>
              <a:xfrm>
                <a:off x="4301188" y="333481"/>
                <a:ext cx="323168" cy="327723"/>
              </a:xfrm>
              <a:custGeom>
                <a:rect b="b" l="l" r="r" t="t"/>
                <a:pathLst>
                  <a:path extrusionOk="0" h="7877" w="7768">
                    <a:moveTo>
                      <a:pt x="4309" y="1"/>
                    </a:moveTo>
                    <a:lnTo>
                      <a:pt x="0" y="5270"/>
                    </a:lnTo>
                    <a:lnTo>
                      <a:pt x="2653" y="7877"/>
                    </a:lnTo>
                    <a:lnTo>
                      <a:pt x="6808" y="7877"/>
                    </a:lnTo>
                    <a:cubicBezTo>
                      <a:pt x="7333" y="7877"/>
                      <a:pt x="7768" y="7451"/>
                      <a:pt x="7768" y="6917"/>
                    </a:cubicBezTo>
                    <a:lnTo>
                      <a:pt x="7768" y="4871"/>
                    </a:lnTo>
                    <a:lnTo>
                      <a:pt x="430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35"/>
              <p:cNvSpPr/>
              <p:nvPr/>
            </p:nvSpPr>
            <p:spPr>
              <a:xfrm>
                <a:off x="4039043" y="471357"/>
                <a:ext cx="372509" cy="189844"/>
              </a:xfrm>
              <a:custGeom>
                <a:rect b="b" l="l" r="r" t="t"/>
                <a:pathLst>
                  <a:path extrusionOk="0" h="4563" w="8954">
                    <a:moveTo>
                      <a:pt x="4319" y="0"/>
                    </a:moveTo>
                    <a:lnTo>
                      <a:pt x="1" y="4563"/>
                    </a:lnTo>
                    <a:lnTo>
                      <a:pt x="8954" y="4563"/>
                    </a:lnTo>
                    <a:lnTo>
                      <a:pt x="6301" y="1956"/>
                    </a:lnTo>
                    <a:lnTo>
                      <a:pt x="43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35"/>
              <p:cNvSpPr/>
              <p:nvPr/>
            </p:nvSpPr>
            <p:spPr>
              <a:xfrm>
                <a:off x="4042080" y="291336"/>
                <a:ext cx="141240" cy="141249"/>
              </a:xfrm>
              <a:custGeom>
                <a:rect b="b" l="l" r="r" t="t"/>
                <a:pathLst>
                  <a:path extrusionOk="0" h="3395" w="3395">
                    <a:moveTo>
                      <a:pt x="1702" y="0"/>
                    </a:moveTo>
                    <a:cubicBezTo>
                      <a:pt x="761" y="0"/>
                      <a:pt x="0" y="761"/>
                      <a:pt x="0" y="1702"/>
                    </a:cubicBezTo>
                    <a:cubicBezTo>
                      <a:pt x="0" y="2634"/>
                      <a:pt x="761" y="3395"/>
                      <a:pt x="1702" y="3395"/>
                    </a:cubicBezTo>
                    <a:cubicBezTo>
                      <a:pt x="2634" y="3395"/>
                      <a:pt x="3395" y="2634"/>
                      <a:pt x="3395" y="1702"/>
                    </a:cubicBezTo>
                    <a:cubicBezTo>
                      <a:pt x="3395" y="761"/>
                      <a:pt x="2634" y="0"/>
                      <a:pt x="17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84" name="Google Shape;184;p36"/>
          <p:cNvGrpSpPr/>
          <p:nvPr/>
        </p:nvGrpSpPr>
        <p:grpSpPr>
          <a:xfrm>
            <a:off x="-354664" y="-351565"/>
            <a:ext cx="9865640" cy="5495054"/>
            <a:chOff x="-354664" y="-351565"/>
            <a:chExt cx="9865640" cy="5495054"/>
          </a:xfrm>
        </p:grpSpPr>
        <p:sp>
          <p:nvSpPr>
            <p:cNvPr id="185" name="Google Shape;185;p36"/>
            <p:cNvSpPr/>
            <p:nvPr/>
          </p:nvSpPr>
          <p:spPr>
            <a:xfrm>
              <a:off x="-354664" y="3656777"/>
              <a:ext cx="805069" cy="803141"/>
            </a:xfrm>
            <a:custGeom>
              <a:rect b="b" l="l" r="r" t="t"/>
              <a:pathLst>
                <a:path extrusionOk="0" h="11660" w="11688">
                  <a:moveTo>
                    <a:pt x="5849" y="3838"/>
                  </a:moveTo>
                  <a:cubicBezTo>
                    <a:pt x="6953" y="3838"/>
                    <a:pt x="7840" y="4735"/>
                    <a:pt x="7840" y="5830"/>
                  </a:cubicBezTo>
                  <a:cubicBezTo>
                    <a:pt x="7840" y="6934"/>
                    <a:pt x="6944" y="7831"/>
                    <a:pt x="5840" y="7831"/>
                  </a:cubicBezTo>
                  <a:cubicBezTo>
                    <a:pt x="4735" y="7831"/>
                    <a:pt x="3839" y="6934"/>
                    <a:pt x="3839" y="5830"/>
                  </a:cubicBezTo>
                  <a:cubicBezTo>
                    <a:pt x="3839" y="4726"/>
                    <a:pt x="4735" y="3838"/>
                    <a:pt x="5840" y="3838"/>
                  </a:cubicBezTo>
                  <a:close/>
                  <a:moveTo>
                    <a:pt x="5469" y="0"/>
                  </a:moveTo>
                  <a:cubicBezTo>
                    <a:pt x="5143" y="0"/>
                    <a:pt x="4862" y="235"/>
                    <a:pt x="4808" y="561"/>
                  </a:cubicBezTo>
                  <a:lnTo>
                    <a:pt x="4654" y="1430"/>
                  </a:lnTo>
                  <a:cubicBezTo>
                    <a:pt x="4274" y="1539"/>
                    <a:pt x="3912" y="1684"/>
                    <a:pt x="3568" y="1883"/>
                  </a:cubicBezTo>
                  <a:lnTo>
                    <a:pt x="2843" y="1376"/>
                  </a:lnTo>
                  <a:cubicBezTo>
                    <a:pt x="2725" y="1293"/>
                    <a:pt x="2590" y="1254"/>
                    <a:pt x="2456" y="1254"/>
                  </a:cubicBezTo>
                  <a:cubicBezTo>
                    <a:pt x="2282" y="1254"/>
                    <a:pt x="2111" y="1321"/>
                    <a:pt x="1983" y="1449"/>
                  </a:cubicBezTo>
                  <a:lnTo>
                    <a:pt x="1458" y="1974"/>
                  </a:lnTo>
                  <a:cubicBezTo>
                    <a:pt x="1232" y="2209"/>
                    <a:pt x="1205" y="2571"/>
                    <a:pt x="1395" y="2834"/>
                  </a:cubicBezTo>
                  <a:lnTo>
                    <a:pt x="1902" y="3558"/>
                  </a:lnTo>
                  <a:cubicBezTo>
                    <a:pt x="1712" y="3902"/>
                    <a:pt x="1558" y="4273"/>
                    <a:pt x="1458" y="4653"/>
                  </a:cubicBezTo>
                  <a:lnTo>
                    <a:pt x="562" y="4798"/>
                  </a:lnTo>
                  <a:cubicBezTo>
                    <a:pt x="245" y="4852"/>
                    <a:pt x="10" y="5124"/>
                    <a:pt x="1" y="5450"/>
                  </a:cubicBezTo>
                  <a:lnTo>
                    <a:pt x="1" y="6201"/>
                  </a:lnTo>
                  <a:cubicBezTo>
                    <a:pt x="1" y="6527"/>
                    <a:pt x="236" y="6808"/>
                    <a:pt x="562" y="6871"/>
                  </a:cubicBezTo>
                  <a:lnTo>
                    <a:pt x="1431" y="7016"/>
                  </a:lnTo>
                  <a:cubicBezTo>
                    <a:pt x="1531" y="7405"/>
                    <a:pt x="1685" y="7767"/>
                    <a:pt x="1884" y="8111"/>
                  </a:cubicBezTo>
                  <a:lnTo>
                    <a:pt x="1395" y="8835"/>
                  </a:lnTo>
                  <a:cubicBezTo>
                    <a:pt x="1205" y="9098"/>
                    <a:pt x="1241" y="9460"/>
                    <a:pt x="1467" y="9695"/>
                  </a:cubicBezTo>
                  <a:lnTo>
                    <a:pt x="1993" y="10221"/>
                  </a:lnTo>
                  <a:cubicBezTo>
                    <a:pt x="2125" y="10348"/>
                    <a:pt x="2299" y="10416"/>
                    <a:pt x="2472" y="10416"/>
                  </a:cubicBezTo>
                  <a:cubicBezTo>
                    <a:pt x="2605" y="10416"/>
                    <a:pt x="2738" y="10376"/>
                    <a:pt x="2852" y="10293"/>
                  </a:cubicBezTo>
                  <a:lnTo>
                    <a:pt x="3586" y="9786"/>
                  </a:lnTo>
                  <a:cubicBezTo>
                    <a:pt x="3921" y="9976"/>
                    <a:pt x="4292" y="10130"/>
                    <a:pt x="4672" y="10230"/>
                  </a:cubicBezTo>
                  <a:lnTo>
                    <a:pt x="4826" y="11108"/>
                  </a:lnTo>
                  <a:cubicBezTo>
                    <a:pt x="4880" y="11425"/>
                    <a:pt x="5161" y="11660"/>
                    <a:pt x="5487" y="11660"/>
                  </a:cubicBezTo>
                  <a:lnTo>
                    <a:pt x="6229" y="11660"/>
                  </a:lnTo>
                  <a:cubicBezTo>
                    <a:pt x="6555" y="11660"/>
                    <a:pt x="6836" y="11425"/>
                    <a:pt x="6890" y="11108"/>
                  </a:cubicBezTo>
                  <a:lnTo>
                    <a:pt x="7044" y="10230"/>
                  </a:lnTo>
                  <a:cubicBezTo>
                    <a:pt x="7424" y="10130"/>
                    <a:pt x="7786" y="9976"/>
                    <a:pt x="8130" y="9786"/>
                  </a:cubicBezTo>
                  <a:lnTo>
                    <a:pt x="8863" y="10293"/>
                  </a:lnTo>
                  <a:cubicBezTo>
                    <a:pt x="8978" y="10376"/>
                    <a:pt x="9111" y="10416"/>
                    <a:pt x="9244" y="10416"/>
                  </a:cubicBezTo>
                  <a:cubicBezTo>
                    <a:pt x="9417" y="10416"/>
                    <a:pt x="9590" y="10348"/>
                    <a:pt x="9723" y="10221"/>
                  </a:cubicBezTo>
                  <a:lnTo>
                    <a:pt x="10239" y="9695"/>
                  </a:lnTo>
                  <a:cubicBezTo>
                    <a:pt x="10475" y="9460"/>
                    <a:pt x="10502" y="9098"/>
                    <a:pt x="10321" y="8835"/>
                  </a:cubicBezTo>
                  <a:lnTo>
                    <a:pt x="9805" y="8102"/>
                  </a:lnTo>
                  <a:cubicBezTo>
                    <a:pt x="10004" y="7767"/>
                    <a:pt x="10158" y="7396"/>
                    <a:pt x="10258" y="7016"/>
                  </a:cubicBezTo>
                  <a:lnTo>
                    <a:pt x="11136" y="6862"/>
                  </a:lnTo>
                  <a:cubicBezTo>
                    <a:pt x="11452" y="6808"/>
                    <a:pt x="11688" y="6527"/>
                    <a:pt x="11688" y="6201"/>
                  </a:cubicBezTo>
                  <a:lnTo>
                    <a:pt x="11688" y="5450"/>
                  </a:lnTo>
                  <a:cubicBezTo>
                    <a:pt x="11688" y="5124"/>
                    <a:pt x="11452" y="4843"/>
                    <a:pt x="11136" y="4789"/>
                  </a:cubicBezTo>
                  <a:lnTo>
                    <a:pt x="10258" y="4635"/>
                  </a:lnTo>
                  <a:cubicBezTo>
                    <a:pt x="10158" y="4255"/>
                    <a:pt x="10004" y="3884"/>
                    <a:pt x="9805" y="3549"/>
                  </a:cubicBezTo>
                  <a:lnTo>
                    <a:pt x="10303" y="2834"/>
                  </a:lnTo>
                  <a:cubicBezTo>
                    <a:pt x="10493" y="2571"/>
                    <a:pt x="10466" y="2209"/>
                    <a:pt x="10230" y="1974"/>
                  </a:cubicBezTo>
                  <a:lnTo>
                    <a:pt x="9705" y="1449"/>
                  </a:lnTo>
                  <a:cubicBezTo>
                    <a:pt x="9577" y="1321"/>
                    <a:pt x="9406" y="1254"/>
                    <a:pt x="9233" y="1254"/>
                  </a:cubicBezTo>
                  <a:cubicBezTo>
                    <a:pt x="9099" y="1254"/>
                    <a:pt x="8964" y="1293"/>
                    <a:pt x="8845" y="1376"/>
                  </a:cubicBezTo>
                  <a:lnTo>
                    <a:pt x="8112" y="1883"/>
                  </a:lnTo>
                  <a:cubicBezTo>
                    <a:pt x="7777" y="1684"/>
                    <a:pt x="7406" y="1539"/>
                    <a:pt x="7026" y="1430"/>
                  </a:cubicBezTo>
                  <a:lnTo>
                    <a:pt x="6872" y="561"/>
                  </a:lnTo>
                  <a:cubicBezTo>
                    <a:pt x="6818" y="235"/>
                    <a:pt x="6537" y="0"/>
                    <a:pt x="62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6" name="Google Shape;186;p36"/>
            <p:cNvGrpSpPr/>
            <p:nvPr/>
          </p:nvGrpSpPr>
          <p:grpSpPr>
            <a:xfrm>
              <a:off x="-10" y="-275007"/>
              <a:ext cx="1119426" cy="814515"/>
              <a:chOff x="1835150" y="2508950"/>
              <a:chExt cx="335650" cy="244225"/>
            </a:xfrm>
          </p:grpSpPr>
          <p:sp>
            <p:nvSpPr>
              <p:cNvPr id="187" name="Google Shape;187;p36"/>
              <p:cNvSpPr/>
              <p:nvPr/>
            </p:nvSpPr>
            <p:spPr>
              <a:xfrm>
                <a:off x="1835150" y="2508950"/>
                <a:ext cx="335650" cy="244225"/>
              </a:xfrm>
              <a:custGeom>
                <a:rect b="b" l="l" r="r" t="t"/>
                <a:pathLst>
                  <a:path extrusionOk="0" h="9769" w="13426">
                    <a:moveTo>
                      <a:pt x="1223" y="1"/>
                    </a:moveTo>
                    <a:cubicBezTo>
                      <a:pt x="553" y="1"/>
                      <a:pt x="1" y="544"/>
                      <a:pt x="1" y="1223"/>
                    </a:cubicBezTo>
                    <a:lnTo>
                      <a:pt x="1" y="5568"/>
                    </a:lnTo>
                    <a:cubicBezTo>
                      <a:pt x="1" y="6247"/>
                      <a:pt x="553" y="6799"/>
                      <a:pt x="1223" y="6799"/>
                    </a:cubicBezTo>
                    <a:lnTo>
                      <a:pt x="1449" y="6799"/>
                    </a:lnTo>
                    <a:lnTo>
                      <a:pt x="1449" y="9769"/>
                    </a:lnTo>
                    <a:lnTo>
                      <a:pt x="3477" y="6799"/>
                    </a:lnTo>
                    <a:lnTo>
                      <a:pt x="12204" y="6799"/>
                    </a:lnTo>
                    <a:cubicBezTo>
                      <a:pt x="12874" y="6799"/>
                      <a:pt x="13426" y="6247"/>
                      <a:pt x="13426" y="5568"/>
                    </a:cubicBezTo>
                    <a:lnTo>
                      <a:pt x="13426" y="1223"/>
                    </a:lnTo>
                    <a:cubicBezTo>
                      <a:pt x="13426" y="544"/>
                      <a:pt x="12874" y="1"/>
                      <a:pt x="122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36"/>
              <p:cNvSpPr/>
              <p:nvPr/>
            </p:nvSpPr>
            <p:spPr>
              <a:xfrm>
                <a:off x="1905325" y="2583200"/>
                <a:ext cx="29675" cy="29900"/>
              </a:xfrm>
              <a:custGeom>
                <a:rect b="b" l="l" r="r" t="t"/>
                <a:pathLst>
                  <a:path extrusionOk="0" h="1196" w="1187">
                    <a:moveTo>
                      <a:pt x="589" y="0"/>
                    </a:moveTo>
                    <a:cubicBezTo>
                      <a:pt x="263" y="0"/>
                      <a:pt x="0" y="272"/>
                      <a:pt x="0" y="598"/>
                    </a:cubicBezTo>
                    <a:cubicBezTo>
                      <a:pt x="0" y="924"/>
                      <a:pt x="263" y="1195"/>
                      <a:pt x="589" y="1195"/>
                    </a:cubicBezTo>
                    <a:cubicBezTo>
                      <a:pt x="924" y="1195"/>
                      <a:pt x="1186" y="924"/>
                      <a:pt x="1186" y="598"/>
                    </a:cubicBezTo>
                    <a:cubicBezTo>
                      <a:pt x="1186" y="272"/>
                      <a:pt x="92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36"/>
              <p:cNvSpPr/>
              <p:nvPr/>
            </p:nvSpPr>
            <p:spPr>
              <a:xfrm>
                <a:off x="1990175" y="2583200"/>
                <a:ext cx="29900" cy="29900"/>
              </a:xfrm>
              <a:custGeom>
                <a:rect b="b" l="l" r="r" t="t"/>
                <a:pathLst>
                  <a:path extrusionOk="0" h="1196" w="1196">
                    <a:moveTo>
                      <a:pt x="598" y="0"/>
                    </a:moveTo>
                    <a:cubicBezTo>
                      <a:pt x="273" y="0"/>
                      <a:pt x="1" y="272"/>
                      <a:pt x="1" y="598"/>
                    </a:cubicBezTo>
                    <a:cubicBezTo>
                      <a:pt x="1" y="924"/>
                      <a:pt x="273" y="1195"/>
                      <a:pt x="598" y="1195"/>
                    </a:cubicBezTo>
                    <a:cubicBezTo>
                      <a:pt x="924" y="1195"/>
                      <a:pt x="1196" y="924"/>
                      <a:pt x="1196" y="598"/>
                    </a:cubicBezTo>
                    <a:cubicBezTo>
                      <a:pt x="1196" y="272"/>
                      <a:pt x="924" y="0"/>
                      <a:pt x="5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36"/>
              <p:cNvSpPr/>
              <p:nvPr/>
            </p:nvSpPr>
            <p:spPr>
              <a:xfrm>
                <a:off x="2075275" y="2583200"/>
                <a:ext cx="29675" cy="29900"/>
              </a:xfrm>
              <a:custGeom>
                <a:rect b="b" l="l" r="r" t="t"/>
                <a:pathLst>
                  <a:path extrusionOk="0" h="1196" w="1187">
                    <a:moveTo>
                      <a:pt x="589" y="0"/>
                    </a:moveTo>
                    <a:cubicBezTo>
                      <a:pt x="263" y="0"/>
                      <a:pt x="1" y="272"/>
                      <a:pt x="1" y="598"/>
                    </a:cubicBezTo>
                    <a:cubicBezTo>
                      <a:pt x="1" y="924"/>
                      <a:pt x="263" y="1195"/>
                      <a:pt x="589" y="1195"/>
                    </a:cubicBezTo>
                    <a:cubicBezTo>
                      <a:pt x="924" y="1195"/>
                      <a:pt x="1187" y="924"/>
                      <a:pt x="1187" y="598"/>
                    </a:cubicBezTo>
                    <a:cubicBezTo>
                      <a:pt x="1187" y="272"/>
                      <a:pt x="92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1" name="Google Shape;191;p36"/>
            <p:cNvGrpSpPr/>
            <p:nvPr/>
          </p:nvGrpSpPr>
          <p:grpSpPr>
            <a:xfrm>
              <a:off x="8790167" y="4251753"/>
              <a:ext cx="720809" cy="891736"/>
              <a:chOff x="-155849" y="3975828"/>
              <a:chExt cx="720809" cy="891736"/>
            </a:xfrm>
          </p:grpSpPr>
          <p:sp>
            <p:nvSpPr>
              <p:cNvPr id="192" name="Google Shape;192;p36"/>
              <p:cNvSpPr/>
              <p:nvPr/>
            </p:nvSpPr>
            <p:spPr>
              <a:xfrm>
                <a:off x="-155849" y="3975828"/>
                <a:ext cx="720809" cy="891736"/>
              </a:xfrm>
              <a:custGeom>
                <a:rect b="b" l="l" r="r" t="t"/>
                <a:pathLst>
                  <a:path extrusionOk="0" h="18604" w="15038">
                    <a:moveTo>
                      <a:pt x="933" y="1"/>
                    </a:moveTo>
                    <a:cubicBezTo>
                      <a:pt x="417" y="1"/>
                      <a:pt x="1" y="417"/>
                      <a:pt x="1" y="933"/>
                    </a:cubicBezTo>
                    <a:lnTo>
                      <a:pt x="1" y="17672"/>
                    </a:lnTo>
                    <a:cubicBezTo>
                      <a:pt x="1" y="18188"/>
                      <a:pt x="417" y="18604"/>
                      <a:pt x="933" y="18604"/>
                    </a:cubicBezTo>
                    <a:lnTo>
                      <a:pt x="14114" y="18604"/>
                    </a:lnTo>
                    <a:cubicBezTo>
                      <a:pt x="14621" y="18604"/>
                      <a:pt x="15037" y="18188"/>
                      <a:pt x="15037" y="17672"/>
                    </a:cubicBezTo>
                    <a:lnTo>
                      <a:pt x="15037" y="933"/>
                    </a:lnTo>
                    <a:cubicBezTo>
                      <a:pt x="15037" y="417"/>
                      <a:pt x="14621" y="1"/>
                      <a:pt x="141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36"/>
              <p:cNvSpPr/>
              <p:nvPr/>
            </p:nvSpPr>
            <p:spPr>
              <a:xfrm>
                <a:off x="-26096" y="4103424"/>
                <a:ext cx="461734" cy="21713"/>
              </a:xfrm>
              <a:custGeom>
                <a:rect b="b" l="l" r="r" t="t"/>
                <a:pathLst>
                  <a:path extrusionOk="0" h="453" w="9633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3"/>
                      <a:pt x="9633" y="227"/>
                    </a:cubicBezTo>
                    <a:cubicBezTo>
                      <a:pt x="9633" y="100"/>
                      <a:pt x="9524" y="0"/>
                      <a:pt x="94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36"/>
              <p:cNvSpPr/>
              <p:nvPr/>
            </p:nvSpPr>
            <p:spPr>
              <a:xfrm>
                <a:off x="-26096" y="4164586"/>
                <a:ext cx="461734" cy="21761"/>
              </a:xfrm>
              <a:custGeom>
                <a:rect b="b" l="l" r="r" t="t"/>
                <a:pathLst>
                  <a:path extrusionOk="0" h="454" w="9633">
                    <a:moveTo>
                      <a:pt x="227" y="1"/>
                    </a:moveTo>
                    <a:cubicBezTo>
                      <a:pt x="100" y="1"/>
                      <a:pt x="1" y="100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4"/>
                      <a:pt x="9633" y="227"/>
                    </a:cubicBezTo>
                    <a:cubicBezTo>
                      <a:pt x="9633" y="10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36"/>
              <p:cNvSpPr/>
              <p:nvPr/>
            </p:nvSpPr>
            <p:spPr>
              <a:xfrm>
                <a:off x="-26096" y="4225364"/>
                <a:ext cx="303796" cy="21713"/>
              </a:xfrm>
              <a:custGeom>
                <a:rect b="b" l="l" r="r" t="t"/>
                <a:pathLst>
                  <a:path extrusionOk="0" h="453" w="6338">
                    <a:moveTo>
                      <a:pt x="227" y="0"/>
                    </a:moveTo>
                    <a:cubicBezTo>
                      <a:pt x="100" y="0"/>
                      <a:pt x="1" y="109"/>
                      <a:pt x="1" y="226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3"/>
                      <a:pt x="6338" y="226"/>
                    </a:cubicBezTo>
                    <a:cubicBezTo>
                      <a:pt x="6338" y="109"/>
                      <a:pt x="6238" y="0"/>
                      <a:pt x="61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36"/>
              <p:cNvSpPr/>
              <p:nvPr/>
            </p:nvSpPr>
            <p:spPr>
              <a:xfrm>
                <a:off x="-26096" y="4355932"/>
                <a:ext cx="461734" cy="21761"/>
              </a:xfrm>
              <a:custGeom>
                <a:rect b="b" l="l" r="r" t="t"/>
                <a:pathLst>
                  <a:path extrusionOk="0" h="454" w="9633">
                    <a:moveTo>
                      <a:pt x="227" y="1"/>
                    </a:moveTo>
                    <a:cubicBezTo>
                      <a:pt x="100" y="1"/>
                      <a:pt x="1" y="101"/>
                      <a:pt x="1" y="227"/>
                    </a:cubicBezTo>
                    <a:cubicBezTo>
                      <a:pt x="1" y="354"/>
                      <a:pt x="100" y="454"/>
                      <a:pt x="227" y="454"/>
                    </a:cubicBezTo>
                    <a:lnTo>
                      <a:pt x="9406" y="454"/>
                    </a:lnTo>
                    <a:cubicBezTo>
                      <a:pt x="9524" y="454"/>
                      <a:pt x="9633" y="354"/>
                      <a:pt x="9633" y="227"/>
                    </a:cubicBezTo>
                    <a:cubicBezTo>
                      <a:pt x="9633" y="101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36"/>
              <p:cNvSpPr/>
              <p:nvPr/>
            </p:nvSpPr>
            <p:spPr>
              <a:xfrm>
                <a:off x="-26096" y="4417142"/>
                <a:ext cx="461734" cy="21713"/>
              </a:xfrm>
              <a:custGeom>
                <a:rect b="b" l="l" r="r" t="t"/>
                <a:pathLst>
                  <a:path extrusionOk="0" h="453" w="9633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4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44"/>
                      <a:pt x="9633" y="227"/>
                    </a:cubicBezTo>
                    <a:cubicBezTo>
                      <a:pt x="9633" y="100"/>
                      <a:pt x="9524" y="0"/>
                      <a:pt x="94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36"/>
              <p:cNvSpPr/>
              <p:nvPr/>
            </p:nvSpPr>
            <p:spPr>
              <a:xfrm>
                <a:off x="-26096" y="4477872"/>
                <a:ext cx="303796" cy="21761"/>
              </a:xfrm>
              <a:custGeom>
                <a:rect b="b" l="l" r="r" t="t"/>
                <a:pathLst>
                  <a:path extrusionOk="0" h="454" w="6338">
                    <a:moveTo>
                      <a:pt x="227" y="1"/>
                    </a:moveTo>
                    <a:cubicBezTo>
                      <a:pt x="100" y="1"/>
                      <a:pt x="1" y="109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4"/>
                      <a:pt x="6338" y="227"/>
                    </a:cubicBezTo>
                    <a:cubicBezTo>
                      <a:pt x="6338" y="109"/>
                      <a:pt x="6238" y="1"/>
                      <a:pt x="61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36"/>
              <p:cNvSpPr/>
              <p:nvPr/>
            </p:nvSpPr>
            <p:spPr>
              <a:xfrm>
                <a:off x="-26096" y="4608488"/>
                <a:ext cx="461734" cy="21761"/>
              </a:xfrm>
              <a:custGeom>
                <a:rect b="b" l="l" r="r" t="t"/>
                <a:pathLst>
                  <a:path extrusionOk="0" h="454" w="9633">
                    <a:moveTo>
                      <a:pt x="227" y="1"/>
                    </a:moveTo>
                    <a:cubicBezTo>
                      <a:pt x="100" y="1"/>
                      <a:pt x="1" y="100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4"/>
                      <a:pt x="9633" y="227"/>
                    </a:cubicBezTo>
                    <a:cubicBezTo>
                      <a:pt x="9633" y="10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36"/>
              <p:cNvSpPr/>
              <p:nvPr/>
            </p:nvSpPr>
            <p:spPr>
              <a:xfrm>
                <a:off x="-26096" y="4669219"/>
                <a:ext cx="461734" cy="21761"/>
              </a:xfrm>
              <a:custGeom>
                <a:rect b="b" l="l" r="r" t="t"/>
                <a:pathLst>
                  <a:path extrusionOk="0" h="454" w="9633">
                    <a:moveTo>
                      <a:pt x="227" y="1"/>
                    </a:moveTo>
                    <a:cubicBezTo>
                      <a:pt x="100" y="1"/>
                      <a:pt x="1" y="110"/>
                      <a:pt x="1" y="227"/>
                    </a:cubicBezTo>
                    <a:cubicBezTo>
                      <a:pt x="1" y="354"/>
                      <a:pt x="100" y="454"/>
                      <a:pt x="227" y="454"/>
                    </a:cubicBezTo>
                    <a:lnTo>
                      <a:pt x="9406" y="454"/>
                    </a:lnTo>
                    <a:cubicBezTo>
                      <a:pt x="9524" y="454"/>
                      <a:pt x="9633" y="354"/>
                      <a:pt x="9633" y="227"/>
                    </a:cubicBezTo>
                    <a:cubicBezTo>
                      <a:pt x="9633" y="11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36"/>
              <p:cNvSpPr/>
              <p:nvPr/>
            </p:nvSpPr>
            <p:spPr>
              <a:xfrm>
                <a:off x="-26096" y="4730428"/>
                <a:ext cx="303796" cy="21713"/>
              </a:xfrm>
              <a:custGeom>
                <a:rect b="b" l="l" r="r" t="t"/>
                <a:pathLst>
                  <a:path extrusionOk="0" h="453" w="6338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3"/>
                      <a:pt x="6338" y="227"/>
                    </a:cubicBezTo>
                    <a:cubicBezTo>
                      <a:pt x="6338" y="100"/>
                      <a:pt x="6238" y="0"/>
                      <a:pt x="61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2" name="Google Shape;202;p36"/>
            <p:cNvSpPr/>
            <p:nvPr/>
          </p:nvSpPr>
          <p:spPr>
            <a:xfrm>
              <a:off x="8647119" y="137906"/>
              <a:ext cx="805069" cy="803170"/>
            </a:xfrm>
            <a:custGeom>
              <a:rect b="b" l="l" r="r" t="t"/>
              <a:pathLst>
                <a:path extrusionOk="0" h="11660" w="11688">
                  <a:moveTo>
                    <a:pt x="5849" y="3838"/>
                  </a:moveTo>
                  <a:cubicBezTo>
                    <a:pt x="6953" y="3838"/>
                    <a:pt x="7840" y="4735"/>
                    <a:pt x="7840" y="5830"/>
                  </a:cubicBezTo>
                  <a:cubicBezTo>
                    <a:pt x="7840" y="6934"/>
                    <a:pt x="6944" y="7831"/>
                    <a:pt x="5840" y="7831"/>
                  </a:cubicBezTo>
                  <a:cubicBezTo>
                    <a:pt x="4735" y="7831"/>
                    <a:pt x="3839" y="6934"/>
                    <a:pt x="3839" y="5830"/>
                  </a:cubicBezTo>
                  <a:cubicBezTo>
                    <a:pt x="3839" y="4726"/>
                    <a:pt x="4735" y="3838"/>
                    <a:pt x="5840" y="3838"/>
                  </a:cubicBezTo>
                  <a:close/>
                  <a:moveTo>
                    <a:pt x="5469" y="0"/>
                  </a:moveTo>
                  <a:cubicBezTo>
                    <a:pt x="5143" y="0"/>
                    <a:pt x="4862" y="235"/>
                    <a:pt x="4808" y="561"/>
                  </a:cubicBezTo>
                  <a:lnTo>
                    <a:pt x="4654" y="1430"/>
                  </a:lnTo>
                  <a:cubicBezTo>
                    <a:pt x="4274" y="1539"/>
                    <a:pt x="3912" y="1684"/>
                    <a:pt x="3568" y="1883"/>
                  </a:cubicBezTo>
                  <a:lnTo>
                    <a:pt x="2843" y="1376"/>
                  </a:lnTo>
                  <a:cubicBezTo>
                    <a:pt x="2725" y="1293"/>
                    <a:pt x="2590" y="1254"/>
                    <a:pt x="2456" y="1254"/>
                  </a:cubicBezTo>
                  <a:cubicBezTo>
                    <a:pt x="2282" y="1254"/>
                    <a:pt x="2111" y="1321"/>
                    <a:pt x="1983" y="1449"/>
                  </a:cubicBezTo>
                  <a:lnTo>
                    <a:pt x="1458" y="1974"/>
                  </a:lnTo>
                  <a:cubicBezTo>
                    <a:pt x="1232" y="2209"/>
                    <a:pt x="1205" y="2571"/>
                    <a:pt x="1395" y="2834"/>
                  </a:cubicBezTo>
                  <a:lnTo>
                    <a:pt x="1902" y="3558"/>
                  </a:lnTo>
                  <a:cubicBezTo>
                    <a:pt x="1712" y="3902"/>
                    <a:pt x="1558" y="4273"/>
                    <a:pt x="1458" y="4653"/>
                  </a:cubicBezTo>
                  <a:lnTo>
                    <a:pt x="562" y="4798"/>
                  </a:lnTo>
                  <a:cubicBezTo>
                    <a:pt x="245" y="4852"/>
                    <a:pt x="10" y="5124"/>
                    <a:pt x="1" y="5450"/>
                  </a:cubicBezTo>
                  <a:lnTo>
                    <a:pt x="1" y="6201"/>
                  </a:lnTo>
                  <a:cubicBezTo>
                    <a:pt x="1" y="6527"/>
                    <a:pt x="236" y="6808"/>
                    <a:pt x="562" y="6871"/>
                  </a:cubicBezTo>
                  <a:lnTo>
                    <a:pt x="1431" y="7016"/>
                  </a:lnTo>
                  <a:cubicBezTo>
                    <a:pt x="1531" y="7405"/>
                    <a:pt x="1685" y="7767"/>
                    <a:pt x="1884" y="8111"/>
                  </a:cubicBezTo>
                  <a:lnTo>
                    <a:pt x="1395" y="8835"/>
                  </a:lnTo>
                  <a:cubicBezTo>
                    <a:pt x="1205" y="9098"/>
                    <a:pt x="1241" y="9460"/>
                    <a:pt x="1467" y="9695"/>
                  </a:cubicBezTo>
                  <a:lnTo>
                    <a:pt x="1993" y="10221"/>
                  </a:lnTo>
                  <a:cubicBezTo>
                    <a:pt x="2125" y="10348"/>
                    <a:pt x="2299" y="10416"/>
                    <a:pt x="2472" y="10416"/>
                  </a:cubicBezTo>
                  <a:cubicBezTo>
                    <a:pt x="2605" y="10416"/>
                    <a:pt x="2738" y="10376"/>
                    <a:pt x="2852" y="10293"/>
                  </a:cubicBezTo>
                  <a:lnTo>
                    <a:pt x="3586" y="9786"/>
                  </a:lnTo>
                  <a:cubicBezTo>
                    <a:pt x="3921" y="9976"/>
                    <a:pt x="4292" y="10130"/>
                    <a:pt x="4672" y="10230"/>
                  </a:cubicBezTo>
                  <a:lnTo>
                    <a:pt x="4826" y="11108"/>
                  </a:lnTo>
                  <a:cubicBezTo>
                    <a:pt x="4880" y="11425"/>
                    <a:pt x="5161" y="11660"/>
                    <a:pt x="5487" y="11660"/>
                  </a:cubicBezTo>
                  <a:lnTo>
                    <a:pt x="6229" y="11660"/>
                  </a:lnTo>
                  <a:cubicBezTo>
                    <a:pt x="6555" y="11660"/>
                    <a:pt x="6836" y="11425"/>
                    <a:pt x="6890" y="11108"/>
                  </a:cubicBezTo>
                  <a:lnTo>
                    <a:pt x="7044" y="10230"/>
                  </a:lnTo>
                  <a:cubicBezTo>
                    <a:pt x="7424" y="10130"/>
                    <a:pt x="7786" y="9976"/>
                    <a:pt x="8130" y="9786"/>
                  </a:cubicBezTo>
                  <a:lnTo>
                    <a:pt x="8863" y="10293"/>
                  </a:lnTo>
                  <a:cubicBezTo>
                    <a:pt x="8978" y="10376"/>
                    <a:pt x="9111" y="10416"/>
                    <a:pt x="9244" y="10416"/>
                  </a:cubicBezTo>
                  <a:cubicBezTo>
                    <a:pt x="9417" y="10416"/>
                    <a:pt x="9590" y="10348"/>
                    <a:pt x="9723" y="10221"/>
                  </a:cubicBezTo>
                  <a:lnTo>
                    <a:pt x="10239" y="9695"/>
                  </a:lnTo>
                  <a:cubicBezTo>
                    <a:pt x="10475" y="9460"/>
                    <a:pt x="10502" y="9098"/>
                    <a:pt x="10321" y="8835"/>
                  </a:cubicBezTo>
                  <a:lnTo>
                    <a:pt x="9805" y="8102"/>
                  </a:lnTo>
                  <a:cubicBezTo>
                    <a:pt x="10004" y="7767"/>
                    <a:pt x="10158" y="7396"/>
                    <a:pt x="10258" y="7016"/>
                  </a:cubicBezTo>
                  <a:lnTo>
                    <a:pt x="11136" y="6862"/>
                  </a:lnTo>
                  <a:cubicBezTo>
                    <a:pt x="11452" y="6808"/>
                    <a:pt x="11688" y="6527"/>
                    <a:pt x="11688" y="6201"/>
                  </a:cubicBezTo>
                  <a:lnTo>
                    <a:pt x="11688" y="5450"/>
                  </a:lnTo>
                  <a:cubicBezTo>
                    <a:pt x="11688" y="5124"/>
                    <a:pt x="11452" y="4843"/>
                    <a:pt x="11136" y="4789"/>
                  </a:cubicBezTo>
                  <a:lnTo>
                    <a:pt x="10258" y="4635"/>
                  </a:lnTo>
                  <a:cubicBezTo>
                    <a:pt x="10158" y="4255"/>
                    <a:pt x="10004" y="3884"/>
                    <a:pt x="9805" y="3549"/>
                  </a:cubicBezTo>
                  <a:lnTo>
                    <a:pt x="10303" y="2834"/>
                  </a:lnTo>
                  <a:cubicBezTo>
                    <a:pt x="10493" y="2571"/>
                    <a:pt x="10466" y="2209"/>
                    <a:pt x="10230" y="1974"/>
                  </a:cubicBezTo>
                  <a:lnTo>
                    <a:pt x="9705" y="1449"/>
                  </a:lnTo>
                  <a:cubicBezTo>
                    <a:pt x="9577" y="1321"/>
                    <a:pt x="9406" y="1254"/>
                    <a:pt x="9233" y="1254"/>
                  </a:cubicBezTo>
                  <a:cubicBezTo>
                    <a:pt x="9099" y="1254"/>
                    <a:pt x="8964" y="1293"/>
                    <a:pt x="8845" y="1376"/>
                  </a:cubicBezTo>
                  <a:lnTo>
                    <a:pt x="8112" y="1883"/>
                  </a:lnTo>
                  <a:cubicBezTo>
                    <a:pt x="7777" y="1684"/>
                    <a:pt x="7406" y="1539"/>
                    <a:pt x="7026" y="1430"/>
                  </a:cubicBezTo>
                  <a:lnTo>
                    <a:pt x="6872" y="561"/>
                  </a:lnTo>
                  <a:cubicBezTo>
                    <a:pt x="6818" y="235"/>
                    <a:pt x="6537" y="0"/>
                    <a:pt x="62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3" name="Google Shape;203;p36"/>
            <p:cNvGrpSpPr/>
            <p:nvPr/>
          </p:nvGrpSpPr>
          <p:grpSpPr>
            <a:xfrm>
              <a:off x="5231851" y="-351565"/>
              <a:ext cx="1119452" cy="796601"/>
              <a:chOff x="3858275" y="126750"/>
              <a:chExt cx="864375" cy="615088"/>
            </a:xfrm>
          </p:grpSpPr>
          <p:sp>
            <p:nvSpPr>
              <p:cNvPr id="204" name="Google Shape;204;p36"/>
              <p:cNvSpPr/>
              <p:nvPr/>
            </p:nvSpPr>
            <p:spPr>
              <a:xfrm>
                <a:off x="3858275" y="126750"/>
                <a:ext cx="864375" cy="615088"/>
              </a:xfrm>
              <a:custGeom>
                <a:rect b="b" l="l" r="r" t="t"/>
                <a:pathLst>
                  <a:path extrusionOk="0" h="14784" w="20777">
                    <a:moveTo>
                      <a:pt x="951" y="0"/>
                    </a:moveTo>
                    <a:cubicBezTo>
                      <a:pt x="426" y="0"/>
                      <a:pt x="1" y="435"/>
                      <a:pt x="1" y="960"/>
                    </a:cubicBezTo>
                    <a:lnTo>
                      <a:pt x="1" y="13833"/>
                    </a:lnTo>
                    <a:cubicBezTo>
                      <a:pt x="1" y="14358"/>
                      <a:pt x="426" y="14783"/>
                      <a:pt x="951" y="14783"/>
                    </a:cubicBezTo>
                    <a:lnTo>
                      <a:pt x="19817" y="14783"/>
                    </a:lnTo>
                    <a:cubicBezTo>
                      <a:pt x="20351" y="14783"/>
                      <a:pt x="20776" y="14358"/>
                      <a:pt x="20776" y="13833"/>
                    </a:cubicBezTo>
                    <a:lnTo>
                      <a:pt x="20776" y="960"/>
                    </a:lnTo>
                    <a:cubicBezTo>
                      <a:pt x="20776" y="435"/>
                      <a:pt x="20351" y="0"/>
                      <a:pt x="198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36"/>
              <p:cNvSpPr/>
              <p:nvPr/>
            </p:nvSpPr>
            <p:spPr>
              <a:xfrm>
                <a:off x="3956585" y="207712"/>
                <a:ext cx="667762" cy="453494"/>
              </a:xfrm>
              <a:custGeom>
                <a:rect b="b" l="l" r="r" t="t"/>
                <a:pathLst>
                  <a:path extrusionOk="0" h="10900" w="16051">
                    <a:moveTo>
                      <a:pt x="960" y="0"/>
                    </a:moveTo>
                    <a:cubicBezTo>
                      <a:pt x="426" y="0"/>
                      <a:pt x="0" y="426"/>
                      <a:pt x="0" y="960"/>
                    </a:cubicBezTo>
                    <a:lnTo>
                      <a:pt x="0" y="9940"/>
                    </a:lnTo>
                    <a:cubicBezTo>
                      <a:pt x="0" y="10474"/>
                      <a:pt x="426" y="10900"/>
                      <a:pt x="960" y="10900"/>
                    </a:cubicBezTo>
                    <a:lnTo>
                      <a:pt x="15091" y="10900"/>
                    </a:lnTo>
                    <a:cubicBezTo>
                      <a:pt x="15616" y="10900"/>
                      <a:pt x="16051" y="10474"/>
                      <a:pt x="16051" y="9940"/>
                    </a:cubicBezTo>
                    <a:lnTo>
                      <a:pt x="16051" y="960"/>
                    </a:lnTo>
                    <a:cubicBezTo>
                      <a:pt x="16051" y="426"/>
                      <a:pt x="15616" y="0"/>
                      <a:pt x="150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36"/>
              <p:cNvSpPr/>
              <p:nvPr/>
            </p:nvSpPr>
            <p:spPr>
              <a:xfrm>
                <a:off x="4301188" y="333481"/>
                <a:ext cx="323168" cy="327723"/>
              </a:xfrm>
              <a:custGeom>
                <a:rect b="b" l="l" r="r" t="t"/>
                <a:pathLst>
                  <a:path extrusionOk="0" h="7877" w="7768">
                    <a:moveTo>
                      <a:pt x="4309" y="1"/>
                    </a:moveTo>
                    <a:lnTo>
                      <a:pt x="0" y="5270"/>
                    </a:lnTo>
                    <a:lnTo>
                      <a:pt x="2653" y="7877"/>
                    </a:lnTo>
                    <a:lnTo>
                      <a:pt x="6808" y="7877"/>
                    </a:lnTo>
                    <a:cubicBezTo>
                      <a:pt x="7333" y="7877"/>
                      <a:pt x="7768" y="7451"/>
                      <a:pt x="7768" y="6917"/>
                    </a:cubicBezTo>
                    <a:lnTo>
                      <a:pt x="7768" y="4871"/>
                    </a:lnTo>
                    <a:lnTo>
                      <a:pt x="430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36"/>
              <p:cNvSpPr/>
              <p:nvPr/>
            </p:nvSpPr>
            <p:spPr>
              <a:xfrm>
                <a:off x="4039043" y="471357"/>
                <a:ext cx="372509" cy="189844"/>
              </a:xfrm>
              <a:custGeom>
                <a:rect b="b" l="l" r="r" t="t"/>
                <a:pathLst>
                  <a:path extrusionOk="0" h="4563" w="8954">
                    <a:moveTo>
                      <a:pt x="4319" y="0"/>
                    </a:moveTo>
                    <a:lnTo>
                      <a:pt x="1" y="4563"/>
                    </a:lnTo>
                    <a:lnTo>
                      <a:pt x="8954" y="4563"/>
                    </a:lnTo>
                    <a:lnTo>
                      <a:pt x="6301" y="1956"/>
                    </a:lnTo>
                    <a:lnTo>
                      <a:pt x="43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36"/>
              <p:cNvSpPr/>
              <p:nvPr/>
            </p:nvSpPr>
            <p:spPr>
              <a:xfrm>
                <a:off x="4042080" y="291336"/>
                <a:ext cx="141240" cy="141249"/>
              </a:xfrm>
              <a:custGeom>
                <a:rect b="b" l="l" r="r" t="t"/>
                <a:pathLst>
                  <a:path extrusionOk="0" h="3395" w="3395">
                    <a:moveTo>
                      <a:pt x="1702" y="0"/>
                    </a:moveTo>
                    <a:cubicBezTo>
                      <a:pt x="761" y="0"/>
                      <a:pt x="0" y="761"/>
                      <a:pt x="0" y="1702"/>
                    </a:cubicBezTo>
                    <a:cubicBezTo>
                      <a:pt x="0" y="2634"/>
                      <a:pt x="761" y="3395"/>
                      <a:pt x="1702" y="3395"/>
                    </a:cubicBezTo>
                    <a:cubicBezTo>
                      <a:pt x="2634" y="3395"/>
                      <a:pt x="3395" y="2634"/>
                      <a:pt x="3395" y="1702"/>
                    </a:cubicBezTo>
                    <a:cubicBezTo>
                      <a:pt x="3395" y="761"/>
                      <a:pt x="2634" y="0"/>
                      <a:pt x="17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1" name="Google Shape;211;p37"/>
          <p:cNvSpPr txBox="1"/>
          <p:nvPr>
            <p:ph idx="1" type="subTitle"/>
          </p:nvPr>
        </p:nvSpPr>
        <p:spPr>
          <a:xfrm>
            <a:off x="720000" y="1630010"/>
            <a:ext cx="24525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2" name="Google Shape;212;p37"/>
          <p:cNvSpPr txBox="1"/>
          <p:nvPr>
            <p:ph idx="2" type="subTitle"/>
          </p:nvPr>
        </p:nvSpPr>
        <p:spPr>
          <a:xfrm>
            <a:off x="3345760" y="1630010"/>
            <a:ext cx="24525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3" name="Google Shape;213;p37"/>
          <p:cNvSpPr txBox="1"/>
          <p:nvPr>
            <p:ph idx="3" type="subTitle"/>
          </p:nvPr>
        </p:nvSpPr>
        <p:spPr>
          <a:xfrm>
            <a:off x="720000" y="3360300"/>
            <a:ext cx="24525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4" name="Google Shape;214;p37"/>
          <p:cNvSpPr txBox="1"/>
          <p:nvPr>
            <p:ph idx="4" type="subTitle"/>
          </p:nvPr>
        </p:nvSpPr>
        <p:spPr>
          <a:xfrm>
            <a:off x="3345760" y="3360300"/>
            <a:ext cx="24525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5" name="Google Shape;215;p37"/>
          <p:cNvSpPr txBox="1"/>
          <p:nvPr>
            <p:ph idx="5" type="subTitle"/>
          </p:nvPr>
        </p:nvSpPr>
        <p:spPr>
          <a:xfrm>
            <a:off x="5971495" y="1630010"/>
            <a:ext cx="24525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6" name="Google Shape;216;p37"/>
          <p:cNvSpPr txBox="1"/>
          <p:nvPr>
            <p:ph idx="6" type="subTitle"/>
          </p:nvPr>
        </p:nvSpPr>
        <p:spPr>
          <a:xfrm>
            <a:off x="5971495" y="3360300"/>
            <a:ext cx="24525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7" name="Google Shape;217;p37"/>
          <p:cNvSpPr txBox="1"/>
          <p:nvPr>
            <p:ph idx="7" type="subTitle"/>
          </p:nvPr>
        </p:nvSpPr>
        <p:spPr>
          <a:xfrm>
            <a:off x="720000" y="1332325"/>
            <a:ext cx="2452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18" name="Google Shape;218;p37"/>
          <p:cNvSpPr txBox="1"/>
          <p:nvPr>
            <p:ph idx="8" type="subTitle"/>
          </p:nvPr>
        </p:nvSpPr>
        <p:spPr>
          <a:xfrm>
            <a:off x="3345760" y="1332325"/>
            <a:ext cx="2449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19" name="Google Shape;219;p37"/>
          <p:cNvSpPr txBox="1"/>
          <p:nvPr>
            <p:ph idx="9" type="subTitle"/>
          </p:nvPr>
        </p:nvSpPr>
        <p:spPr>
          <a:xfrm>
            <a:off x="5971495" y="1332325"/>
            <a:ext cx="2449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0" name="Google Shape;220;p37"/>
          <p:cNvSpPr txBox="1"/>
          <p:nvPr>
            <p:ph idx="13" type="subTitle"/>
          </p:nvPr>
        </p:nvSpPr>
        <p:spPr>
          <a:xfrm>
            <a:off x="720000" y="3059397"/>
            <a:ext cx="2452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1" name="Google Shape;221;p37"/>
          <p:cNvSpPr txBox="1"/>
          <p:nvPr>
            <p:ph idx="14" type="subTitle"/>
          </p:nvPr>
        </p:nvSpPr>
        <p:spPr>
          <a:xfrm>
            <a:off x="3345760" y="3059402"/>
            <a:ext cx="2449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2" name="Google Shape;222;p37"/>
          <p:cNvSpPr txBox="1"/>
          <p:nvPr>
            <p:ph idx="15" type="subTitle"/>
          </p:nvPr>
        </p:nvSpPr>
        <p:spPr>
          <a:xfrm>
            <a:off x="5971495" y="3059402"/>
            <a:ext cx="2449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223" name="Google Shape;223;p37"/>
          <p:cNvGrpSpPr/>
          <p:nvPr/>
        </p:nvGrpSpPr>
        <p:grpSpPr>
          <a:xfrm>
            <a:off x="-367927" y="-257103"/>
            <a:ext cx="9511937" cy="5151972"/>
            <a:chOff x="-367927" y="-257103"/>
            <a:chExt cx="9511937" cy="5151972"/>
          </a:xfrm>
        </p:grpSpPr>
        <p:sp>
          <p:nvSpPr>
            <p:cNvPr id="224" name="Google Shape;224;p37"/>
            <p:cNvSpPr/>
            <p:nvPr/>
          </p:nvSpPr>
          <p:spPr>
            <a:xfrm>
              <a:off x="-367927" y="3894594"/>
              <a:ext cx="1002686" cy="1000275"/>
            </a:xfrm>
            <a:custGeom>
              <a:rect b="b" l="l" r="r" t="t"/>
              <a:pathLst>
                <a:path extrusionOk="0" h="14522" w="14557">
                  <a:moveTo>
                    <a:pt x="7288" y="4771"/>
                  </a:moveTo>
                  <a:cubicBezTo>
                    <a:pt x="8654" y="4780"/>
                    <a:pt x="9759" y="5894"/>
                    <a:pt x="9759" y="7270"/>
                  </a:cubicBezTo>
                  <a:cubicBezTo>
                    <a:pt x="9759" y="8637"/>
                    <a:pt x="8645" y="9759"/>
                    <a:pt x="7269" y="9759"/>
                  </a:cubicBezTo>
                  <a:cubicBezTo>
                    <a:pt x="5893" y="9759"/>
                    <a:pt x="4780" y="8637"/>
                    <a:pt x="4780" y="7270"/>
                  </a:cubicBezTo>
                  <a:cubicBezTo>
                    <a:pt x="4780" y="5894"/>
                    <a:pt x="5893" y="4771"/>
                    <a:pt x="7269" y="4771"/>
                  </a:cubicBezTo>
                  <a:close/>
                  <a:moveTo>
                    <a:pt x="6808" y="1"/>
                  </a:moveTo>
                  <a:cubicBezTo>
                    <a:pt x="6400" y="1"/>
                    <a:pt x="6056" y="299"/>
                    <a:pt x="5993" y="698"/>
                  </a:cubicBezTo>
                  <a:lnTo>
                    <a:pt x="5794" y="1784"/>
                  </a:lnTo>
                  <a:cubicBezTo>
                    <a:pt x="5323" y="1911"/>
                    <a:pt x="4870" y="2101"/>
                    <a:pt x="4445" y="2345"/>
                  </a:cubicBezTo>
                  <a:lnTo>
                    <a:pt x="3540" y="1711"/>
                  </a:lnTo>
                  <a:cubicBezTo>
                    <a:pt x="3394" y="1609"/>
                    <a:pt x="3226" y="1560"/>
                    <a:pt x="3059" y="1560"/>
                  </a:cubicBezTo>
                  <a:cubicBezTo>
                    <a:pt x="2842" y="1560"/>
                    <a:pt x="2626" y="1643"/>
                    <a:pt x="2462" y="1802"/>
                  </a:cubicBezTo>
                  <a:lnTo>
                    <a:pt x="1811" y="2454"/>
                  </a:lnTo>
                  <a:cubicBezTo>
                    <a:pt x="1530" y="2753"/>
                    <a:pt x="1494" y="3205"/>
                    <a:pt x="1738" y="3531"/>
                  </a:cubicBezTo>
                  <a:lnTo>
                    <a:pt x="2372" y="4436"/>
                  </a:lnTo>
                  <a:cubicBezTo>
                    <a:pt x="2128" y="4862"/>
                    <a:pt x="1937" y="5314"/>
                    <a:pt x="1811" y="5794"/>
                  </a:cubicBezTo>
                  <a:lnTo>
                    <a:pt x="697" y="5975"/>
                  </a:lnTo>
                  <a:cubicBezTo>
                    <a:pt x="299" y="6048"/>
                    <a:pt x="9" y="6383"/>
                    <a:pt x="0" y="6790"/>
                  </a:cubicBezTo>
                  <a:lnTo>
                    <a:pt x="0" y="7722"/>
                  </a:lnTo>
                  <a:cubicBezTo>
                    <a:pt x="0" y="8130"/>
                    <a:pt x="290" y="8483"/>
                    <a:pt x="697" y="8555"/>
                  </a:cubicBezTo>
                  <a:lnTo>
                    <a:pt x="1784" y="8745"/>
                  </a:lnTo>
                  <a:cubicBezTo>
                    <a:pt x="1910" y="9216"/>
                    <a:pt x="2100" y="9678"/>
                    <a:pt x="2345" y="10103"/>
                  </a:cubicBezTo>
                  <a:lnTo>
                    <a:pt x="1738" y="10999"/>
                  </a:lnTo>
                  <a:cubicBezTo>
                    <a:pt x="1503" y="11334"/>
                    <a:pt x="1539" y="11787"/>
                    <a:pt x="1829" y="12077"/>
                  </a:cubicBezTo>
                  <a:lnTo>
                    <a:pt x="2481" y="12729"/>
                  </a:lnTo>
                  <a:cubicBezTo>
                    <a:pt x="2644" y="12887"/>
                    <a:pt x="2860" y="12971"/>
                    <a:pt x="3078" y="12971"/>
                  </a:cubicBezTo>
                  <a:cubicBezTo>
                    <a:pt x="3244" y="12971"/>
                    <a:pt x="3412" y="12921"/>
                    <a:pt x="3558" y="12819"/>
                  </a:cubicBezTo>
                  <a:lnTo>
                    <a:pt x="4463" y="12185"/>
                  </a:lnTo>
                  <a:cubicBezTo>
                    <a:pt x="4889" y="12430"/>
                    <a:pt x="5341" y="12620"/>
                    <a:pt x="5812" y="12747"/>
                  </a:cubicBezTo>
                  <a:lnTo>
                    <a:pt x="6002" y="13833"/>
                  </a:lnTo>
                  <a:cubicBezTo>
                    <a:pt x="6073" y="14225"/>
                    <a:pt x="6417" y="14521"/>
                    <a:pt x="6817" y="14521"/>
                  </a:cubicBezTo>
                  <a:cubicBezTo>
                    <a:pt x="6823" y="14521"/>
                    <a:pt x="6829" y="14521"/>
                    <a:pt x="6835" y="14521"/>
                  </a:cubicBezTo>
                  <a:lnTo>
                    <a:pt x="7758" y="14521"/>
                  </a:lnTo>
                  <a:cubicBezTo>
                    <a:pt x="7764" y="14521"/>
                    <a:pt x="7770" y="14521"/>
                    <a:pt x="7776" y="14521"/>
                  </a:cubicBezTo>
                  <a:cubicBezTo>
                    <a:pt x="8176" y="14521"/>
                    <a:pt x="8511" y="14225"/>
                    <a:pt x="8582" y="13833"/>
                  </a:cubicBezTo>
                  <a:lnTo>
                    <a:pt x="8772" y="12747"/>
                  </a:lnTo>
                  <a:cubicBezTo>
                    <a:pt x="9243" y="12620"/>
                    <a:pt x="9705" y="12430"/>
                    <a:pt x="10130" y="12185"/>
                  </a:cubicBezTo>
                  <a:lnTo>
                    <a:pt x="11035" y="12819"/>
                  </a:lnTo>
                  <a:cubicBezTo>
                    <a:pt x="11177" y="12921"/>
                    <a:pt x="11343" y="12971"/>
                    <a:pt x="11508" y="12971"/>
                  </a:cubicBezTo>
                  <a:cubicBezTo>
                    <a:pt x="11724" y="12971"/>
                    <a:pt x="11940" y="12887"/>
                    <a:pt x="12104" y="12729"/>
                  </a:cubicBezTo>
                  <a:lnTo>
                    <a:pt x="12755" y="12077"/>
                  </a:lnTo>
                  <a:cubicBezTo>
                    <a:pt x="13045" y="11787"/>
                    <a:pt x="13081" y="11334"/>
                    <a:pt x="12846" y="10999"/>
                  </a:cubicBezTo>
                  <a:lnTo>
                    <a:pt x="12212" y="10094"/>
                  </a:lnTo>
                  <a:cubicBezTo>
                    <a:pt x="12457" y="9669"/>
                    <a:pt x="12647" y="9216"/>
                    <a:pt x="12773" y="8736"/>
                  </a:cubicBezTo>
                  <a:lnTo>
                    <a:pt x="13860" y="8546"/>
                  </a:lnTo>
                  <a:cubicBezTo>
                    <a:pt x="14267" y="8483"/>
                    <a:pt x="14557" y="8130"/>
                    <a:pt x="14557" y="7722"/>
                  </a:cubicBezTo>
                  <a:lnTo>
                    <a:pt x="14557" y="6790"/>
                  </a:lnTo>
                  <a:cubicBezTo>
                    <a:pt x="14557" y="6383"/>
                    <a:pt x="14267" y="6030"/>
                    <a:pt x="13860" y="5957"/>
                  </a:cubicBezTo>
                  <a:lnTo>
                    <a:pt x="12773" y="5767"/>
                  </a:lnTo>
                  <a:cubicBezTo>
                    <a:pt x="12647" y="5296"/>
                    <a:pt x="12457" y="4844"/>
                    <a:pt x="12212" y="4418"/>
                  </a:cubicBezTo>
                  <a:lnTo>
                    <a:pt x="12837" y="3531"/>
                  </a:lnTo>
                  <a:cubicBezTo>
                    <a:pt x="13072" y="3196"/>
                    <a:pt x="13027" y="2743"/>
                    <a:pt x="12746" y="2454"/>
                  </a:cubicBezTo>
                  <a:lnTo>
                    <a:pt x="12085" y="1802"/>
                  </a:lnTo>
                  <a:cubicBezTo>
                    <a:pt x="11927" y="1643"/>
                    <a:pt x="11713" y="1560"/>
                    <a:pt x="11497" y="1560"/>
                  </a:cubicBezTo>
                  <a:cubicBezTo>
                    <a:pt x="11331" y="1560"/>
                    <a:pt x="11163" y="1609"/>
                    <a:pt x="11017" y="1711"/>
                  </a:cubicBezTo>
                  <a:lnTo>
                    <a:pt x="10103" y="2345"/>
                  </a:lnTo>
                  <a:cubicBezTo>
                    <a:pt x="9677" y="2101"/>
                    <a:pt x="9225" y="1911"/>
                    <a:pt x="8754" y="1784"/>
                  </a:cubicBezTo>
                  <a:lnTo>
                    <a:pt x="8555" y="698"/>
                  </a:lnTo>
                  <a:cubicBezTo>
                    <a:pt x="8492" y="290"/>
                    <a:pt x="8138" y="1"/>
                    <a:pt x="77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37"/>
            <p:cNvSpPr/>
            <p:nvPr/>
          </p:nvSpPr>
          <p:spPr>
            <a:xfrm>
              <a:off x="8569925" y="4108388"/>
              <a:ext cx="574085" cy="572710"/>
            </a:xfrm>
            <a:custGeom>
              <a:rect b="b" l="l" r="r" t="t"/>
              <a:pathLst>
                <a:path extrusionOk="0" h="11660" w="11688">
                  <a:moveTo>
                    <a:pt x="5849" y="3838"/>
                  </a:moveTo>
                  <a:cubicBezTo>
                    <a:pt x="6953" y="3838"/>
                    <a:pt x="7840" y="4735"/>
                    <a:pt x="7840" y="5830"/>
                  </a:cubicBezTo>
                  <a:cubicBezTo>
                    <a:pt x="7840" y="6934"/>
                    <a:pt x="6944" y="7831"/>
                    <a:pt x="5840" y="7831"/>
                  </a:cubicBezTo>
                  <a:cubicBezTo>
                    <a:pt x="4735" y="7831"/>
                    <a:pt x="3839" y="6934"/>
                    <a:pt x="3839" y="5830"/>
                  </a:cubicBezTo>
                  <a:cubicBezTo>
                    <a:pt x="3839" y="4726"/>
                    <a:pt x="4735" y="3838"/>
                    <a:pt x="5840" y="3838"/>
                  </a:cubicBezTo>
                  <a:close/>
                  <a:moveTo>
                    <a:pt x="5469" y="0"/>
                  </a:moveTo>
                  <a:cubicBezTo>
                    <a:pt x="5143" y="0"/>
                    <a:pt x="4862" y="235"/>
                    <a:pt x="4808" y="561"/>
                  </a:cubicBezTo>
                  <a:lnTo>
                    <a:pt x="4654" y="1430"/>
                  </a:lnTo>
                  <a:cubicBezTo>
                    <a:pt x="4274" y="1539"/>
                    <a:pt x="3912" y="1684"/>
                    <a:pt x="3568" y="1883"/>
                  </a:cubicBezTo>
                  <a:lnTo>
                    <a:pt x="2843" y="1376"/>
                  </a:lnTo>
                  <a:cubicBezTo>
                    <a:pt x="2725" y="1293"/>
                    <a:pt x="2590" y="1254"/>
                    <a:pt x="2456" y="1254"/>
                  </a:cubicBezTo>
                  <a:cubicBezTo>
                    <a:pt x="2282" y="1254"/>
                    <a:pt x="2111" y="1321"/>
                    <a:pt x="1983" y="1449"/>
                  </a:cubicBezTo>
                  <a:lnTo>
                    <a:pt x="1458" y="1974"/>
                  </a:lnTo>
                  <a:cubicBezTo>
                    <a:pt x="1232" y="2209"/>
                    <a:pt x="1205" y="2571"/>
                    <a:pt x="1395" y="2834"/>
                  </a:cubicBezTo>
                  <a:lnTo>
                    <a:pt x="1902" y="3558"/>
                  </a:lnTo>
                  <a:cubicBezTo>
                    <a:pt x="1712" y="3902"/>
                    <a:pt x="1558" y="4273"/>
                    <a:pt x="1458" y="4653"/>
                  </a:cubicBezTo>
                  <a:lnTo>
                    <a:pt x="562" y="4798"/>
                  </a:lnTo>
                  <a:cubicBezTo>
                    <a:pt x="245" y="4852"/>
                    <a:pt x="10" y="5124"/>
                    <a:pt x="1" y="5450"/>
                  </a:cubicBezTo>
                  <a:lnTo>
                    <a:pt x="1" y="6201"/>
                  </a:lnTo>
                  <a:cubicBezTo>
                    <a:pt x="1" y="6527"/>
                    <a:pt x="236" y="6808"/>
                    <a:pt x="562" y="6871"/>
                  </a:cubicBezTo>
                  <a:lnTo>
                    <a:pt x="1431" y="7016"/>
                  </a:lnTo>
                  <a:cubicBezTo>
                    <a:pt x="1531" y="7405"/>
                    <a:pt x="1685" y="7767"/>
                    <a:pt x="1884" y="8111"/>
                  </a:cubicBezTo>
                  <a:lnTo>
                    <a:pt x="1395" y="8835"/>
                  </a:lnTo>
                  <a:cubicBezTo>
                    <a:pt x="1205" y="9098"/>
                    <a:pt x="1241" y="9460"/>
                    <a:pt x="1467" y="9695"/>
                  </a:cubicBezTo>
                  <a:lnTo>
                    <a:pt x="1993" y="10221"/>
                  </a:lnTo>
                  <a:cubicBezTo>
                    <a:pt x="2125" y="10348"/>
                    <a:pt x="2299" y="10416"/>
                    <a:pt x="2472" y="10416"/>
                  </a:cubicBezTo>
                  <a:cubicBezTo>
                    <a:pt x="2605" y="10416"/>
                    <a:pt x="2738" y="10376"/>
                    <a:pt x="2852" y="10293"/>
                  </a:cubicBezTo>
                  <a:lnTo>
                    <a:pt x="3586" y="9786"/>
                  </a:lnTo>
                  <a:cubicBezTo>
                    <a:pt x="3921" y="9976"/>
                    <a:pt x="4292" y="10130"/>
                    <a:pt x="4672" y="10230"/>
                  </a:cubicBezTo>
                  <a:lnTo>
                    <a:pt x="4826" y="11108"/>
                  </a:lnTo>
                  <a:cubicBezTo>
                    <a:pt x="4880" y="11425"/>
                    <a:pt x="5161" y="11660"/>
                    <a:pt x="5487" y="11660"/>
                  </a:cubicBezTo>
                  <a:lnTo>
                    <a:pt x="6229" y="11660"/>
                  </a:lnTo>
                  <a:cubicBezTo>
                    <a:pt x="6555" y="11660"/>
                    <a:pt x="6836" y="11425"/>
                    <a:pt x="6890" y="11108"/>
                  </a:cubicBezTo>
                  <a:lnTo>
                    <a:pt x="7044" y="10230"/>
                  </a:lnTo>
                  <a:cubicBezTo>
                    <a:pt x="7424" y="10130"/>
                    <a:pt x="7786" y="9976"/>
                    <a:pt x="8130" y="9786"/>
                  </a:cubicBezTo>
                  <a:lnTo>
                    <a:pt x="8863" y="10293"/>
                  </a:lnTo>
                  <a:cubicBezTo>
                    <a:pt x="8978" y="10376"/>
                    <a:pt x="9111" y="10416"/>
                    <a:pt x="9244" y="10416"/>
                  </a:cubicBezTo>
                  <a:cubicBezTo>
                    <a:pt x="9417" y="10416"/>
                    <a:pt x="9590" y="10348"/>
                    <a:pt x="9723" y="10221"/>
                  </a:cubicBezTo>
                  <a:lnTo>
                    <a:pt x="10239" y="9695"/>
                  </a:lnTo>
                  <a:cubicBezTo>
                    <a:pt x="10475" y="9460"/>
                    <a:pt x="10502" y="9098"/>
                    <a:pt x="10321" y="8835"/>
                  </a:cubicBezTo>
                  <a:lnTo>
                    <a:pt x="9805" y="8102"/>
                  </a:lnTo>
                  <a:cubicBezTo>
                    <a:pt x="10004" y="7767"/>
                    <a:pt x="10158" y="7396"/>
                    <a:pt x="10258" y="7016"/>
                  </a:cubicBezTo>
                  <a:lnTo>
                    <a:pt x="11136" y="6862"/>
                  </a:lnTo>
                  <a:cubicBezTo>
                    <a:pt x="11452" y="6808"/>
                    <a:pt x="11688" y="6527"/>
                    <a:pt x="11688" y="6201"/>
                  </a:cubicBezTo>
                  <a:lnTo>
                    <a:pt x="11688" y="5450"/>
                  </a:lnTo>
                  <a:cubicBezTo>
                    <a:pt x="11688" y="5124"/>
                    <a:pt x="11452" y="4843"/>
                    <a:pt x="11136" y="4789"/>
                  </a:cubicBezTo>
                  <a:lnTo>
                    <a:pt x="10258" y="4635"/>
                  </a:lnTo>
                  <a:cubicBezTo>
                    <a:pt x="10158" y="4255"/>
                    <a:pt x="10004" y="3884"/>
                    <a:pt x="9805" y="3549"/>
                  </a:cubicBezTo>
                  <a:lnTo>
                    <a:pt x="10303" y="2834"/>
                  </a:lnTo>
                  <a:cubicBezTo>
                    <a:pt x="10493" y="2571"/>
                    <a:pt x="10466" y="2209"/>
                    <a:pt x="10230" y="1974"/>
                  </a:cubicBezTo>
                  <a:lnTo>
                    <a:pt x="9705" y="1449"/>
                  </a:lnTo>
                  <a:cubicBezTo>
                    <a:pt x="9577" y="1321"/>
                    <a:pt x="9406" y="1254"/>
                    <a:pt x="9233" y="1254"/>
                  </a:cubicBezTo>
                  <a:cubicBezTo>
                    <a:pt x="9099" y="1254"/>
                    <a:pt x="8964" y="1293"/>
                    <a:pt x="8845" y="1376"/>
                  </a:cubicBezTo>
                  <a:lnTo>
                    <a:pt x="8112" y="1883"/>
                  </a:lnTo>
                  <a:cubicBezTo>
                    <a:pt x="7777" y="1684"/>
                    <a:pt x="7406" y="1539"/>
                    <a:pt x="7026" y="1430"/>
                  </a:cubicBezTo>
                  <a:lnTo>
                    <a:pt x="6872" y="561"/>
                  </a:lnTo>
                  <a:cubicBezTo>
                    <a:pt x="6818" y="235"/>
                    <a:pt x="6537" y="0"/>
                    <a:pt x="62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6" name="Google Shape;226;p37"/>
            <p:cNvGrpSpPr/>
            <p:nvPr/>
          </p:nvGrpSpPr>
          <p:grpSpPr>
            <a:xfrm>
              <a:off x="-140079" y="-71776"/>
              <a:ext cx="607498" cy="751555"/>
              <a:chOff x="-155849" y="3975828"/>
              <a:chExt cx="720809" cy="891736"/>
            </a:xfrm>
          </p:grpSpPr>
          <p:sp>
            <p:nvSpPr>
              <p:cNvPr id="227" name="Google Shape;227;p37"/>
              <p:cNvSpPr/>
              <p:nvPr/>
            </p:nvSpPr>
            <p:spPr>
              <a:xfrm>
                <a:off x="-155849" y="3975828"/>
                <a:ext cx="720809" cy="891736"/>
              </a:xfrm>
              <a:custGeom>
                <a:rect b="b" l="l" r="r" t="t"/>
                <a:pathLst>
                  <a:path extrusionOk="0" h="18604" w="15038">
                    <a:moveTo>
                      <a:pt x="933" y="1"/>
                    </a:moveTo>
                    <a:cubicBezTo>
                      <a:pt x="417" y="1"/>
                      <a:pt x="1" y="417"/>
                      <a:pt x="1" y="933"/>
                    </a:cubicBezTo>
                    <a:lnTo>
                      <a:pt x="1" y="17672"/>
                    </a:lnTo>
                    <a:cubicBezTo>
                      <a:pt x="1" y="18188"/>
                      <a:pt x="417" y="18604"/>
                      <a:pt x="933" y="18604"/>
                    </a:cubicBezTo>
                    <a:lnTo>
                      <a:pt x="14114" y="18604"/>
                    </a:lnTo>
                    <a:cubicBezTo>
                      <a:pt x="14621" y="18604"/>
                      <a:pt x="15037" y="18188"/>
                      <a:pt x="15037" y="17672"/>
                    </a:cubicBezTo>
                    <a:lnTo>
                      <a:pt x="15037" y="933"/>
                    </a:lnTo>
                    <a:cubicBezTo>
                      <a:pt x="15037" y="417"/>
                      <a:pt x="14621" y="1"/>
                      <a:pt x="141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37"/>
              <p:cNvSpPr/>
              <p:nvPr/>
            </p:nvSpPr>
            <p:spPr>
              <a:xfrm>
                <a:off x="-26096" y="4103424"/>
                <a:ext cx="461734" cy="21713"/>
              </a:xfrm>
              <a:custGeom>
                <a:rect b="b" l="l" r="r" t="t"/>
                <a:pathLst>
                  <a:path extrusionOk="0" h="453" w="9633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3"/>
                      <a:pt x="9633" y="227"/>
                    </a:cubicBezTo>
                    <a:cubicBezTo>
                      <a:pt x="9633" y="100"/>
                      <a:pt x="9524" y="0"/>
                      <a:pt x="94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37"/>
              <p:cNvSpPr/>
              <p:nvPr/>
            </p:nvSpPr>
            <p:spPr>
              <a:xfrm>
                <a:off x="-26096" y="4164586"/>
                <a:ext cx="461734" cy="21761"/>
              </a:xfrm>
              <a:custGeom>
                <a:rect b="b" l="l" r="r" t="t"/>
                <a:pathLst>
                  <a:path extrusionOk="0" h="454" w="9633">
                    <a:moveTo>
                      <a:pt x="227" y="1"/>
                    </a:moveTo>
                    <a:cubicBezTo>
                      <a:pt x="100" y="1"/>
                      <a:pt x="1" y="100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4"/>
                      <a:pt x="9633" y="227"/>
                    </a:cubicBezTo>
                    <a:cubicBezTo>
                      <a:pt x="9633" y="10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37"/>
              <p:cNvSpPr/>
              <p:nvPr/>
            </p:nvSpPr>
            <p:spPr>
              <a:xfrm>
                <a:off x="-26096" y="4225364"/>
                <a:ext cx="303796" cy="21713"/>
              </a:xfrm>
              <a:custGeom>
                <a:rect b="b" l="l" r="r" t="t"/>
                <a:pathLst>
                  <a:path extrusionOk="0" h="453" w="6338">
                    <a:moveTo>
                      <a:pt x="227" y="0"/>
                    </a:moveTo>
                    <a:cubicBezTo>
                      <a:pt x="100" y="0"/>
                      <a:pt x="1" y="109"/>
                      <a:pt x="1" y="226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3"/>
                      <a:pt x="6338" y="226"/>
                    </a:cubicBezTo>
                    <a:cubicBezTo>
                      <a:pt x="6338" y="109"/>
                      <a:pt x="6238" y="0"/>
                      <a:pt x="61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37"/>
              <p:cNvSpPr/>
              <p:nvPr/>
            </p:nvSpPr>
            <p:spPr>
              <a:xfrm>
                <a:off x="-26096" y="4355932"/>
                <a:ext cx="461734" cy="21761"/>
              </a:xfrm>
              <a:custGeom>
                <a:rect b="b" l="l" r="r" t="t"/>
                <a:pathLst>
                  <a:path extrusionOk="0" h="454" w="9633">
                    <a:moveTo>
                      <a:pt x="227" y="1"/>
                    </a:moveTo>
                    <a:cubicBezTo>
                      <a:pt x="100" y="1"/>
                      <a:pt x="1" y="101"/>
                      <a:pt x="1" y="227"/>
                    </a:cubicBezTo>
                    <a:cubicBezTo>
                      <a:pt x="1" y="354"/>
                      <a:pt x="100" y="454"/>
                      <a:pt x="227" y="454"/>
                    </a:cubicBezTo>
                    <a:lnTo>
                      <a:pt x="9406" y="454"/>
                    </a:lnTo>
                    <a:cubicBezTo>
                      <a:pt x="9524" y="454"/>
                      <a:pt x="9633" y="354"/>
                      <a:pt x="9633" y="227"/>
                    </a:cubicBezTo>
                    <a:cubicBezTo>
                      <a:pt x="9633" y="101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37"/>
              <p:cNvSpPr/>
              <p:nvPr/>
            </p:nvSpPr>
            <p:spPr>
              <a:xfrm>
                <a:off x="-26096" y="4417142"/>
                <a:ext cx="461734" cy="21713"/>
              </a:xfrm>
              <a:custGeom>
                <a:rect b="b" l="l" r="r" t="t"/>
                <a:pathLst>
                  <a:path extrusionOk="0" h="453" w="9633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4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44"/>
                      <a:pt x="9633" y="227"/>
                    </a:cubicBezTo>
                    <a:cubicBezTo>
                      <a:pt x="9633" y="100"/>
                      <a:pt x="9524" y="0"/>
                      <a:pt x="94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37"/>
              <p:cNvSpPr/>
              <p:nvPr/>
            </p:nvSpPr>
            <p:spPr>
              <a:xfrm>
                <a:off x="-26096" y="4477872"/>
                <a:ext cx="303796" cy="21761"/>
              </a:xfrm>
              <a:custGeom>
                <a:rect b="b" l="l" r="r" t="t"/>
                <a:pathLst>
                  <a:path extrusionOk="0" h="454" w="6338">
                    <a:moveTo>
                      <a:pt x="227" y="1"/>
                    </a:moveTo>
                    <a:cubicBezTo>
                      <a:pt x="100" y="1"/>
                      <a:pt x="1" y="109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4"/>
                      <a:pt x="6338" y="227"/>
                    </a:cubicBezTo>
                    <a:cubicBezTo>
                      <a:pt x="6338" y="109"/>
                      <a:pt x="6238" y="1"/>
                      <a:pt x="61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37"/>
              <p:cNvSpPr/>
              <p:nvPr/>
            </p:nvSpPr>
            <p:spPr>
              <a:xfrm>
                <a:off x="-26096" y="4608488"/>
                <a:ext cx="461734" cy="21761"/>
              </a:xfrm>
              <a:custGeom>
                <a:rect b="b" l="l" r="r" t="t"/>
                <a:pathLst>
                  <a:path extrusionOk="0" h="454" w="9633">
                    <a:moveTo>
                      <a:pt x="227" y="1"/>
                    </a:moveTo>
                    <a:cubicBezTo>
                      <a:pt x="100" y="1"/>
                      <a:pt x="1" y="100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4"/>
                      <a:pt x="9633" y="227"/>
                    </a:cubicBezTo>
                    <a:cubicBezTo>
                      <a:pt x="9633" y="10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37"/>
              <p:cNvSpPr/>
              <p:nvPr/>
            </p:nvSpPr>
            <p:spPr>
              <a:xfrm>
                <a:off x="-26096" y="4669219"/>
                <a:ext cx="461734" cy="21761"/>
              </a:xfrm>
              <a:custGeom>
                <a:rect b="b" l="l" r="r" t="t"/>
                <a:pathLst>
                  <a:path extrusionOk="0" h="454" w="9633">
                    <a:moveTo>
                      <a:pt x="227" y="1"/>
                    </a:moveTo>
                    <a:cubicBezTo>
                      <a:pt x="100" y="1"/>
                      <a:pt x="1" y="110"/>
                      <a:pt x="1" y="227"/>
                    </a:cubicBezTo>
                    <a:cubicBezTo>
                      <a:pt x="1" y="354"/>
                      <a:pt x="100" y="454"/>
                      <a:pt x="227" y="454"/>
                    </a:cubicBezTo>
                    <a:lnTo>
                      <a:pt x="9406" y="454"/>
                    </a:lnTo>
                    <a:cubicBezTo>
                      <a:pt x="9524" y="454"/>
                      <a:pt x="9633" y="354"/>
                      <a:pt x="9633" y="227"/>
                    </a:cubicBezTo>
                    <a:cubicBezTo>
                      <a:pt x="9633" y="11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37"/>
              <p:cNvSpPr/>
              <p:nvPr/>
            </p:nvSpPr>
            <p:spPr>
              <a:xfrm>
                <a:off x="-26096" y="4730428"/>
                <a:ext cx="303796" cy="21713"/>
              </a:xfrm>
              <a:custGeom>
                <a:rect b="b" l="l" r="r" t="t"/>
                <a:pathLst>
                  <a:path extrusionOk="0" h="453" w="6338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3"/>
                      <a:pt x="6338" y="227"/>
                    </a:cubicBezTo>
                    <a:cubicBezTo>
                      <a:pt x="6338" y="100"/>
                      <a:pt x="6238" y="0"/>
                      <a:pt x="61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7" name="Google Shape;237;p37"/>
            <p:cNvGrpSpPr/>
            <p:nvPr/>
          </p:nvGrpSpPr>
          <p:grpSpPr>
            <a:xfrm>
              <a:off x="7663585" y="-257103"/>
              <a:ext cx="1119452" cy="796601"/>
              <a:chOff x="3858275" y="126750"/>
              <a:chExt cx="864375" cy="615088"/>
            </a:xfrm>
          </p:grpSpPr>
          <p:sp>
            <p:nvSpPr>
              <p:cNvPr id="238" name="Google Shape;238;p37"/>
              <p:cNvSpPr/>
              <p:nvPr/>
            </p:nvSpPr>
            <p:spPr>
              <a:xfrm>
                <a:off x="3858275" y="126750"/>
                <a:ext cx="864375" cy="615088"/>
              </a:xfrm>
              <a:custGeom>
                <a:rect b="b" l="l" r="r" t="t"/>
                <a:pathLst>
                  <a:path extrusionOk="0" h="14784" w="20777">
                    <a:moveTo>
                      <a:pt x="951" y="0"/>
                    </a:moveTo>
                    <a:cubicBezTo>
                      <a:pt x="426" y="0"/>
                      <a:pt x="1" y="435"/>
                      <a:pt x="1" y="960"/>
                    </a:cubicBezTo>
                    <a:lnTo>
                      <a:pt x="1" y="13833"/>
                    </a:lnTo>
                    <a:cubicBezTo>
                      <a:pt x="1" y="14358"/>
                      <a:pt x="426" y="14783"/>
                      <a:pt x="951" y="14783"/>
                    </a:cubicBezTo>
                    <a:lnTo>
                      <a:pt x="19817" y="14783"/>
                    </a:lnTo>
                    <a:cubicBezTo>
                      <a:pt x="20351" y="14783"/>
                      <a:pt x="20776" y="14358"/>
                      <a:pt x="20776" y="13833"/>
                    </a:cubicBezTo>
                    <a:lnTo>
                      <a:pt x="20776" y="960"/>
                    </a:lnTo>
                    <a:cubicBezTo>
                      <a:pt x="20776" y="435"/>
                      <a:pt x="20351" y="0"/>
                      <a:pt x="198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37"/>
              <p:cNvSpPr/>
              <p:nvPr/>
            </p:nvSpPr>
            <p:spPr>
              <a:xfrm>
                <a:off x="3956585" y="207712"/>
                <a:ext cx="667762" cy="453494"/>
              </a:xfrm>
              <a:custGeom>
                <a:rect b="b" l="l" r="r" t="t"/>
                <a:pathLst>
                  <a:path extrusionOk="0" h="10900" w="16051">
                    <a:moveTo>
                      <a:pt x="960" y="0"/>
                    </a:moveTo>
                    <a:cubicBezTo>
                      <a:pt x="426" y="0"/>
                      <a:pt x="0" y="426"/>
                      <a:pt x="0" y="960"/>
                    </a:cubicBezTo>
                    <a:lnTo>
                      <a:pt x="0" y="9940"/>
                    </a:lnTo>
                    <a:cubicBezTo>
                      <a:pt x="0" y="10474"/>
                      <a:pt x="426" y="10900"/>
                      <a:pt x="960" y="10900"/>
                    </a:cubicBezTo>
                    <a:lnTo>
                      <a:pt x="15091" y="10900"/>
                    </a:lnTo>
                    <a:cubicBezTo>
                      <a:pt x="15616" y="10900"/>
                      <a:pt x="16051" y="10474"/>
                      <a:pt x="16051" y="9940"/>
                    </a:cubicBezTo>
                    <a:lnTo>
                      <a:pt x="16051" y="960"/>
                    </a:lnTo>
                    <a:cubicBezTo>
                      <a:pt x="16051" y="426"/>
                      <a:pt x="15616" y="0"/>
                      <a:pt x="150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37"/>
              <p:cNvSpPr/>
              <p:nvPr/>
            </p:nvSpPr>
            <p:spPr>
              <a:xfrm>
                <a:off x="4301188" y="333481"/>
                <a:ext cx="323168" cy="327723"/>
              </a:xfrm>
              <a:custGeom>
                <a:rect b="b" l="l" r="r" t="t"/>
                <a:pathLst>
                  <a:path extrusionOk="0" h="7877" w="7768">
                    <a:moveTo>
                      <a:pt x="4309" y="1"/>
                    </a:moveTo>
                    <a:lnTo>
                      <a:pt x="0" y="5270"/>
                    </a:lnTo>
                    <a:lnTo>
                      <a:pt x="2653" y="7877"/>
                    </a:lnTo>
                    <a:lnTo>
                      <a:pt x="6808" y="7877"/>
                    </a:lnTo>
                    <a:cubicBezTo>
                      <a:pt x="7333" y="7877"/>
                      <a:pt x="7768" y="7451"/>
                      <a:pt x="7768" y="6917"/>
                    </a:cubicBezTo>
                    <a:lnTo>
                      <a:pt x="7768" y="4871"/>
                    </a:lnTo>
                    <a:lnTo>
                      <a:pt x="430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p37"/>
              <p:cNvSpPr/>
              <p:nvPr/>
            </p:nvSpPr>
            <p:spPr>
              <a:xfrm>
                <a:off x="4039043" y="471357"/>
                <a:ext cx="372509" cy="189844"/>
              </a:xfrm>
              <a:custGeom>
                <a:rect b="b" l="l" r="r" t="t"/>
                <a:pathLst>
                  <a:path extrusionOk="0" h="4563" w="8954">
                    <a:moveTo>
                      <a:pt x="4319" y="0"/>
                    </a:moveTo>
                    <a:lnTo>
                      <a:pt x="1" y="4563"/>
                    </a:lnTo>
                    <a:lnTo>
                      <a:pt x="8954" y="4563"/>
                    </a:lnTo>
                    <a:lnTo>
                      <a:pt x="6301" y="1956"/>
                    </a:lnTo>
                    <a:lnTo>
                      <a:pt x="43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37"/>
              <p:cNvSpPr/>
              <p:nvPr/>
            </p:nvSpPr>
            <p:spPr>
              <a:xfrm>
                <a:off x="4042080" y="291336"/>
                <a:ext cx="141240" cy="141249"/>
              </a:xfrm>
              <a:custGeom>
                <a:rect b="b" l="l" r="r" t="t"/>
                <a:pathLst>
                  <a:path extrusionOk="0" h="3395" w="3395">
                    <a:moveTo>
                      <a:pt x="1702" y="0"/>
                    </a:moveTo>
                    <a:cubicBezTo>
                      <a:pt x="761" y="0"/>
                      <a:pt x="0" y="761"/>
                      <a:pt x="0" y="1702"/>
                    </a:cubicBezTo>
                    <a:cubicBezTo>
                      <a:pt x="0" y="2634"/>
                      <a:pt x="761" y="3395"/>
                      <a:pt x="1702" y="3395"/>
                    </a:cubicBezTo>
                    <a:cubicBezTo>
                      <a:pt x="2634" y="3395"/>
                      <a:pt x="3395" y="2634"/>
                      <a:pt x="3395" y="1702"/>
                    </a:cubicBezTo>
                    <a:cubicBezTo>
                      <a:pt x="3395" y="761"/>
                      <a:pt x="2634" y="0"/>
                      <a:pt x="17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45" name="Google Shape;245;p38"/>
          <p:cNvGrpSpPr/>
          <p:nvPr/>
        </p:nvGrpSpPr>
        <p:grpSpPr>
          <a:xfrm>
            <a:off x="-243158" y="-358123"/>
            <a:ext cx="9786574" cy="5891709"/>
            <a:chOff x="-243158" y="-358123"/>
            <a:chExt cx="9786574" cy="5891709"/>
          </a:xfrm>
        </p:grpSpPr>
        <p:sp>
          <p:nvSpPr>
            <p:cNvPr id="246" name="Google Shape;246;p38"/>
            <p:cNvSpPr/>
            <p:nvPr/>
          </p:nvSpPr>
          <p:spPr>
            <a:xfrm>
              <a:off x="-123039" y="-358123"/>
              <a:ext cx="805069" cy="803141"/>
            </a:xfrm>
            <a:custGeom>
              <a:rect b="b" l="l" r="r" t="t"/>
              <a:pathLst>
                <a:path extrusionOk="0" h="11660" w="11688">
                  <a:moveTo>
                    <a:pt x="5849" y="3838"/>
                  </a:moveTo>
                  <a:cubicBezTo>
                    <a:pt x="6953" y="3838"/>
                    <a:pt x="7840" y="4735"/>
                    <a:pt x="7840" y="5830"/>
                  </a:cubicBezTo>
                  <a:cubicBezTo>
                    <a:pt x="7840" y="6934"/>
                    <a:pt x="6944" y="7831"/>
                    <a:pt x="5840" y="7831"/>
                  </a:cubicBezTo>
                  <a:cubicBezTo>
                    <a:pt x="4735" y="7831"/>
                    <a:pt x="3839" y="6934"/>
                    <a:pt x="3839" y="5830"/>
                  </a:cubicBezTo>
                  <a:cubicBezTo>
                    <a:pt x="3839" y="4726"/>
                    <a:pt x="4735" y="3838"/>
                    <a:pt x="5840" y="3838"/>
                  </a:cubicBezTo>
                  <a:close/>
                  <a:moveTo>
                    <a:pt x="5469" y="0"/>
                  </a:moveTo>
                  <a:cubicBezTo>
                    <a:pt x="5143" y="0"/>
                    <a:pt x="4862" y="235"/>
                    <a:pt x="4808" y="561"/>
                  </a:cubicBezTo>
                  <a:lnTo>
                    <a:pt x="4654" y="1430"/>
                  </a:lnTo>
                  <a:cubicBezTo>
                    <a:pt x="4274" y="1539"/>
                    <a:pt x="3912" y="1684"/>
                    <a:pt x="3568" y="1883"/>
                  </a:cubicBezTo>
                  <a:lnTo>
                    <a:pt x="2843" y="1376"/>
                  </a:lnTo>
                  <a:cubicBezTo>
                    <a:pt x="2725" y="1293"/>
                    <a:pt x="2590" y="1254"/>
                    <a:pt x="2456" y="1254"/>
                  </a:cubicBezTo>
                  <a:cubicBezTo>
                    <a:pt x="2282" y="1254"/>
                    <a:pt x="2111" y="1321"/>
                    <a:pt x="1983" y="1449"/>
                  </a:cubicBezTo>
                  <a:lnTo>
                    <a:pt x="1458" y="1974"/>
                  </a:lnTo>
                  <a:cubicBezTo>
                    <a:pt x="1232" y="2209"/>
                    <a:pt x="1205" y="2571"/>
                    <a:pt x="1395" y="2834"/>
                  </a:cubicBezTo>
                  <a:lnTo>
                    <a:pt x="1902" y="3558"/>
                  </a:lnTo>
                  <a:cubicBezTo>
                    <a:pt x="1712" y="3902"/>
                    <a:pt x="1558" y="4273"/>
                    <a:pt x="1458" y="4653"/>
                  </a:cubicBezTo>
                  <a:lnTo>
                    <a:pt x="562" y="4798"/>
                  </a:lnTo>
                  <a:cubicBezTo>
                    <a:pt x="245" y="4852"/>
                    <a:pt x="10" y="5124"/>
                    <a:pt x="1" y="5450"/>
                  </a:cubicBezTo>
                  <a:lnTo>
                    <a:pt x="1" y="6201"/>
                  </a:lnTo>
                  <a:cubicBezTo>
                    <a:pt x="1" y="6527"/>
                    <a:pt x="236" y="6808"/>
                    <a:pt x="562" y="6871"/>
                  </a:cubicBezTo>
                  <a:lnTo>
                    <a:pt x="1431" y="7016"/>
                  </a:lnTo>
                  <a:cubicBezTo>
                    <a:pt x="1531" y="7405"/>
                    <a:pt x="1685" y="7767"/>
                    <a:pt x="1884" y="8111"/>
                  </a:cubicBezTo>
                  <a:lnTo>
                    <a:pt x="1395" y="8835"/>
                  </a:lnTo>
                  <a:cubicBezTo>
                    <a:pt x="1205" y="9098"/>
                    <a:pt x="1241" y="9460"/>
                    <a:pt x="1467" y="9695"/>
                  </a:cubicBezTo>
                  <a:lnTo>
                    <a:pt x="1993" y="10221"/>
                  </a:lnTo>
                  <a:cubicBezTo>
                    <a:pt x="2125" y="10348"/>
                    <a:pt x="2299" y="10416"/>
                    <a:pt x="2472" y="10416"/>
                  </a:cubicBezTo>
                  <a:cubicBezTo>
                    <a:pt x="2605" y="10416"/>
                    <a:pt x="2738" y="10376"/>
                    <a:pt x="2852" y="10293"/>
                  </a:cubicBezTo>
                  <a:lnTo>
                    <a:pt x="3586" y="9786"/>
                  </a:lnTo>
                  <a:cubicBezTo>
                    <a:pt x="3921" y="9976"/>
                    <a:pt x="4292" y="10130"/>
                    <a:pt x="4672" y="10230"/>
                  </a:cubicBezTo>
                  <a:lnTo>
                    <a:pt x="4826" y="11108"/>
                  </a:lnTo>
                  <a:cubicBezTo>
                    <a:pt x="4880" y="11425"/>
                    <a:pt x="5161" y="11660"/>
                    <a:pt x="5487" y="11660"/>
                  </a:cubicBezTo>
                  <a:lnTo>
                    <a:pt x="6229" y="11660"/>
                  </a:lnTo>
                  <a:cubicBezTo>
                    <a:pt x="6555" y="11660"/>
                    <a:pt x="6836" y="11425"/>
                    <a:pt x="6890" y="11108"/>
                  </a:cubicBezTo>
                  <a:lnTo>
                    <a:pt x="7044" y="10230"/>
                  </a:lnTo>
                  <a:cubicBezTo>
                    <a:pt x="7424" y="10130"/>
                    <a:pt x="7786" y="9976"/>
                    <a:pt x="8130" y="9786"/>
                  </a:cubicBezTo>
                  <a:lnTo>
                    <a:pt x="8863" y="10293"/>
                  </a:lnTo>
                  <a:cubicBezTo>
                    <a:pt x="8978" y="10376"/>
                    <a:pt x="9111" y="10416"/>
                    <a:pt x="9244" y="10416"/>
                  </a:cubicBezTo>
                  <a:cubicBezTo>
                    <a:pt x="9417" y="10416"/>
                    <a:pt x="9590" y="10348"/>
                    <a:pt x="9723" y="10221"/>
                  </a:cubicBezTo>
                  <a:lnTo>
                    <a:pt x="10239" y="9695"/>
                  </a:lnTo>
                  <a:cubicBezTo>
                    <a:pt x="10475" y="9460"/>
                    <a:pt x="10502" y="9098"/>
                    <a:pt x="10321" y="8835"/>
                  </a:cubicBezTo>
                  <a:lnTo>
                    <a:pt x="9805" y="8102"/>
                  </a:lnTo>
                  <a:cubicBezTo>
                    <a:pt x="10004" y="7767"/>
                    <a:pt x="10158" y="7396"/>
                    <a:pt x="10258" y="7016"/>
                  </a:cubicBezTo>
                  <a:lnTo>
                    <a:pt x="11136" y="6862"/>
                  </a:lnTo>
                  <a:cubicBezTo>
                    <a:pt x="11452" y="6808"/>
                    <a:pt x="11688" y="6527"/>
                    <a:pt x="11688" y="6201"/>
                  </a:cubicBezTo>
                  <a:lnTo>
                    <a:pt x="11688" y="5450"/>
                  </a:lnTo>
                  <a:cubicBezTo>
                    <a:pt x="11688" y="5124"/>
                    <a:pt x="11452" y="4843"/>
                    <a:pt x="11136" y="4789"/>
                  </a:cubicBezTo>
                  <a:lnTo>
                    <a:pt x="10258" y="4635"/>
                  </a:lnTo>
                  <a:cubicBezTo>
                    <a:pt x="10158" y="4255"/>
                    <a:pt x="10004" y="3884"/>
                    <a:pt x="9805" y="3549"/>
                  </a:cubicBezTo>
                  <a:lnTo>
                    <a:pt x="10303" y="2834"/>
                  </a:lnTo>
                  <a:cubicBezTo>
                    <a:pt x="10493" y="2571"/>
                    <a:pt x="10466" y="2209"/>
                    <a:pt x="10230" y="1974"/>
                  </a:cubicBezTo>
                  <a:lnTo>
                    <a:pt x="9705" y="1449"/>
                  </a:lnTo>
                  <a:cubicBezTo>
                    <a:pt x="9577" y="1321"/>
                    <a:pt x="9406" y="1254"/>
                    <a:pt x="9233" y="1254"/>
                  </a:cubicBezTo>
                  <a:cubicBezTo>
                    <a:pt x="9099" y="1254"/>
                    <a:pt x="8964" y="1293"/>
                    <a:pt x="8845" y="1376"/>
                  </a:cubicBezTo>
                  <a:lnTo>
                    <a:pt x="8112" y="1883"/>
                  </a:lnTo>
                  <a:cubicBezTo>
                    <a:pt x="7777" y="1684"/>
                    <a:pt x="7406" y="1539"/>
                    <a:pt x="7026" y="1430"/>
                  </a:cubicBezTo>
                  <a:lnTo>
                    <a:pt x="6872" y="561"/>
                  </a:lnTo>
                  <a:cubicBezTo>
                    <a:pt x="6818" y="235"/>
                    <a:pt x="6537" y="0"/>
                    <a:pt x="62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7" name="Google Shape;247;p38"/>
            <p:cNvGrpSpPr/>
            <p:nvPr/>
          </p:nvGrpSpPr>
          <p:grpSpPr>
            <a:xfrm>
              <a:off x="8423990" y="3789493"/>
              <a:ext cx="1119426" cy="814515"/>
              <a:chOff x="1835150" y="2508950"/>
              <a:chExt cx="335650" cy="244225"/>
            </a:xfrm>
          </p:grpSpPr>
          <p:sp>
            <p:nvSpPr>
              <p:cNvPr id="248" name="Google Shape;248;p38"/>
              <p:cNvSpPr/>
              <p:nvPr/>
            </p:nvSpPr>
            <p:spPr>
              <a:xfrm>
                <a:off x="1835150" y="2508950"/>
                <a:ext cx="335650" cy="244225"/>
              </a:xfrm>
              <a:custGeom>
                <a:rect b="b" l="l" r="r" t="t"/>
                <a:pathLst>
                  <a:path extrusionOk="0" h="9769" w="13426">
                    <a:moveTo>
                      <a:pt x="1223" y="1"/>
                    </a:moveTo>
                    <a:cubicBezTo>
                      <a:pt x="553" y="1"/>
                      <a:pt x="1" y="544"/>
                      <a:pt x="1" y="1223"/>
                    </a:cubicBezTo>
                    <a:lnTo>
                      <a:pt x="1" y="5568"/>
                    </a:lnTo>
                    <a:cubicBezTo>
                      <a:pt x="1" y="6247"/>
                      <a:pt x="553" y="6799"/>
                      <a:pt x="1223" y="6799"/>
                    </a:cubicBezTo>
                    <a:lnTo>
                      <a:pt x="1449" y="6799"/>
                    </a:lnTo>
                    <a:lnTo>
                      <a:pt x="1449" y="9769"/>
                    </a:lnTo>
                    <a:lnTo>
                      <a:pt x="3477" y="6799"/>
                    </a:lnTo>
                    <a:lnTo>
                      <a:pt x="12204" y="6799"/>
                    </a:lnTo>
                    <a:cubicBezTo>
                      <a:pt x="12874" y="6799"/>
                      <a:pt x="13426" y="6247"/>
                      <a:pt x="13426" y="5568"/>
                    </a:cubicBezTo>
                    <a:lnTo>
                      <a:pt x="13426" y="1223"/>
                    </a:lnTo>
                    <a:cubicBezTo>
                      <a:pt x="13426" y="544"/>
                      <a:pt x="12874" y="1"/>
                      <a:pt x="122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38"/>
              <p:cNvSpPr/>
              <p:nvPr/>
            </p:nvSpPr>
            <p:spPr>
              <a:xfrm>
                <a:off x="1905325" y="2583200"/>
                <a:ext cx="29675" cy="29900"/>
              </a:xfrm>
              <a:custGeom>
                <a:rect b="b" l="l" r="r" t="t"/>
                <a:pathLst>
                  <a:path extrusionOk="0" h="1196" w="1187">
                    <a:moveTo>
                      <a:pt x="589" y="0"/>
                    </a:moveTo>
                    <a:cubicBezTo>
                      <a:pt x="263" y="0"/>
                      <a:pt x="0" y="272"/>
                      <a:pt x="0" y="598"/>
                    </a:cubicBezTo>
                    <a:cubicBezTo>
                      <a:pt x="0" y="924"/>
                      <a:pt x="263" y="1195"/>
                      <a:pt x="589" y="1195"/>
                    </a:cubicBezTo>
                    <a:cubicBezTo>
                      <a:pt x="924" y="1195"/>
                      <a:pt x="1186" y="924"/>
                      <a:pt x="1186" y="598"/>
                    </a:cubicBezTo>
                    <a:cubicBezTo>
                      <a:pt x="1186" y="272"/>
                      <a:pt x="92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38"/>
              <p:cNvSpPr/>
              <p:nvPr/>
            </p:nvSpPr>
            <p:spPr>
              <a:xfrm>
                <a:off x="1990175" y="2583200"/>
                <a:ext cx="29900" cy="29900"/>
              </a:xfrm>
              <a:custGeom>
                <a:rect b="b" l="l" r="r" t="t"/>
                <a:pathLst>
                  <a:path extrusionOk="0" h="1196" w="1196">
                    <a:moveTo>
                      <a:pt x="598" y="0"/>
                    </a:moveTo>
                    <a:cubicBezTo>
                      <a:pt x="273" y="0"/>
                      <a:pt x="1" y="272"/>
                      <a:pt x="1" y="598"/>
                    </a:cubicBezTo>
                    <a:cubicBezTo>
                      <a:pt x="1" y="924"/>
                      <a:pt x="273" y="1195"/>
                      <a:pt x="598" y="1195"/>
                    </a:cubicBezTo>
                    <a:cubicBezTo>
                      <a:pt x="924" y="1195"/>
                      <a:pt x="1196" y="924"/>
                      <a:pt x="1196" y="598"/>
                    </a:cubicBezTo>
                    <a:cubicBezTo>
                      <a:pt x="1196" y="272"/>
                      <a:pt x="924" y="0"/>
                      <a:pt x="5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38"/>
              <p:cNvSpPr/>
              <p:nvPr/>
            </p:nvSpPr>
            <p:spPr>
              <a:xfrm>
                <a:off x="2075275" y="2583200"/>
                <a:ext cx="29675" cy="29900"/>
              </a:xfrm>
              <a:custGeom>
                <a:rect b="b" l="l" r="r" t="t"/>
                <a:pathLst>
                  <a:path extrusionOk="0" h="1196" w="1187">
                    <a:moveTo>
                      <a:pt x="589" y="0"/>
                    </a:moveTo>
                    <a:cubicBezTo>
                      <a:pt x="263" y="0"/>
                      <a:pt x="1" y="272"/>
                      <a:pt x="1" y="598"/>
                    </a:cubicBezTo>
                    <a:cubicBezTo>
                      <a:pt x="1" y="924"/>
                      <a:pt x="263" y="1195"/>
                      <a:pt x="589" y="1195"/>
                    </a:cubicBezTo>
                    <a:cubicBezTo>
                      <a:pt x="924" y="1195"/>
                      <a:pt x="1187" y="924"/>
                      <a:pt x="1187" y="598"/>
                    </a:cubicBezTo>
                    <a:cubicBezTo>
                      <a:pt x="1187" y="272"/>
                      <a:pt x="92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2" name="Google Shape;252;p38"/>
            <p:cNvGrpSpPr/>
            <p:nvPr/>
          </p:nvGrpSpPr>
          <p:grpSpPr>
            <a:xfrm>
              <a:off x="-243158" y="2994403"/>
              <a:ext cx="720809" cy="891736"/>
              <a:chOff x="-155849" y="3975828"/>
              <a:chExt cx="720809" cy="891736"/>
            </a:xfrm>
          </p:grpSpPr>
          <p:sp>
            <p:nvSpPr>
              <p:cNvPr id="253" name="Google Shape;253;p38"/>
              <p:cNvSpPr/>
              <p:nvPr/>
            </p:nvSpPr>
            <p:spPr>
              <a:xfrm>
                <a:off x="-155849" y="3975828"/>
                <a:ext cx="720809" cy="891736"/>
              </a:xfrm>
              <a:custGeom>
                <a:rect b="b" l="l" r="r" t="t"/>
                <a:pathLst>
                  <a:path extrusionOk="0" h="18604" w="15038">
                    <a:moveTo>
                      <a:pt x="933" y="1"/>
                    </a:moveTo>
                    <a:cubicBezTo>
                      <a:pt x="417" y="1"/>
                      <a:pt x="1" y="417"/>
                      <a:pt x="1" y="933"/>
                    </a:cubicBezTo>
                    <a:lnTo>
                      <a:pt x="1" y="17672"/>
                    </a:lnTo>
                    <a:cubicBezTo>
                      <a:pt x="1" y="18188"/>
                      <a:pt x="417" y="18604"/>
                      <a:pt x="933" y="18604"/>
                    </a:cubicBezTo>
                    <a:lnTo>
                      <a:pt x="14114" y="18604"/>
                    </a:lnTo>
                    <a:cubicBezTo>
                      <a:pt x="14621" y="18604"/>
                      <a:pt x="15037" y="18188"/>
                      <a:pt x="15037" y="17672"/>
                    </a:cubicBezTo>
                    <a:lnTo>
                      <a:pt x="15037" y="933"/>
                    </a:lnTo>
                    <a:cubicBezTo>
                      <a:pt x="15037" y="417"/>
                      <a:pt x="14621" y="1"/>
                      <a:pt x="141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38"/>
              <p:cNvSpPr/>
              <p:nvPr/>
            </p:nvSpPr>
            <p:spPr>
              <a:xfrm>
                <a:off x="-26096" y="4103424"/>
                <a:ext cx="461734" cy="21713"/>
              </a:xfrm>
              <a:custGeom>
                <a:rect b="b" l="l" r="r" t="t"/>
                <a:pathLst>
                  <a:path extrusionOk="0" h="453" w="9633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3"/>
                      <a:pt x="9633" y="227"/>
                    </a:cubicBezTo>
                    <a:cubicBezTo>
                      <a:pt x="9633" y="100"/>
                      <a:pt x="9524" y="0"/>
                      <a:pt x="94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38"/>
              <p:cNvSpPr/>
              <p:nvPr/>
            </p:nvSpPr>
            <p:spPr>
              <a:xfrm>
                <a:off x="-26096" y="4164586"/>
                <a:ext cx="461734" cy="21761"/>
              </a:xfrm>
              <a:custGeom>
                <a:rect b="b" l="l" r="r" t="t"/>
                <a:pathLst>
                  <a:path extrusionOk="0" h="454" w="9633">
                    <a:moveTo>
                      <a:pt x="227" y="1"/>
                    </a:moveTo>
                    <a:cubicBezTo>
                      <a:pt x="100" y="1"/>
                      <a:pt x="1" y="100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4"/>
                      <a:pt x="9633" y="227"/>
                    </a:cubicBezTo>
                    <a:cubicBezTo>
                      <a:pt x="9633" y="10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38"/>
              <p:cNvSpPr/>
              <p:nvPr/>
            </p:nvSpPr>
            <p:spPr>
              <a:xfrm>
                <a:off x="-26096" y="4225364"/>
                <a:ext cx="303796" cy="21713"/>
              </a:xfrm>
              <a:custGeom>
                <a:rect b="b" l="l" r="r" t="t"/>
                <a:pathLst>
                  <a:path extrusionOk="0" h="453" w="6338">
                    <a:moveTo>
                      <a:pt x="227" y="0"/>
                    </a:moveTo>
                    <a:cubicBezTo>
                      <a:pt x="100" y="0"/>
                      <a:pt x="1" y="109"/>
                      <a:pt x="1" y="226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3"/>
                      <a:pt x="6338" y="226"/>
                    </a:cubicBezTo>
                    <a:cubicBezTo>
                      <a:pt x="6338" y="109"/>
                      <a:pt x="6238" y="0"/>
                      <a:pt x="61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38"/>
              <p:cNvSpPr/>
              <p:nvPr/>
            </p:nvSpPr>
            <p:spPr>
              <a:xfrm>
                <a:off x="-26096" y="4355932"/>
                <a:ext cx="461734" cy="21761"/>
              </a:xfrm>
              <a:custGeom>
                <a:rect b="b" l="l" r="r" t="t"/>
                <a:pathLst>
                  <a:path extrusionOk="0" h="454" w="9633">
                    <a:moveTo>
                      <a:pt x="227" y="1"/>
                    </a:moveTo>
                    <a:cubicBezTo>
                      <a:pt x="100" y="1"/>
                      <a:pt x="1" y="101"/>
                      <a:pt x="1" y="227"/>
                    </a:cubicBezTo>
                    <a:cubicBezTo>
                      <a:pt x="1" y="354"/>
                      <a:pt x="100" y="454"/>
                      <a:pt x="227" y="454"/>
                    </a:cubicBezTo>
                    <a:lnTo>
                      <a:pt x="9406" y="454"/>
                    </a:lnTo>
                    <a:cubicBezTo>
                      <a:pt x="9524" y="454"/>
                      <a:pt x="9633" y="354"/>
                      <a:pt x="9633" y="227"/>
                    </a:cubicBezTo>
                    <a:cubicBezTo>
                      <a:pt x="9633" y="101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38"/>
              <p:cNvSpPr/>
              <p:nvPr/>
            </p:nvSpPr>
            <p:spPr>
              <a:xfrm>
                <a:off x="-26096" y="4417142"/>
                <a:ext cx="461734" cy="21713"/>
              </a:xfrm>
              <a:custGeom>
                <a:rect b="b" l="l" r="r" t="t"/>
                <a:pathLst>
                  <a:path extrusionOk="0" h="453" w="9633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4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44"/>
                      <a:pt x="9633" y="227"/>
                    </a:cubicBezTo>
                    <a:cubicBezTo>
                      <a:pt x="9633" y="100"/>
                      <a:pt x="9524" y="0"/>
                      <a:pt x="94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38"/>
              <p:cNvSpPr/>
              <p:nvPr/>
            </p:nvSpPr>
            <p:spPr>
              <a:xfrm>
                <a:off x="-26096" y="4477872"/>
                <a:ext cx="303796" cy="21761"/>
              </a:xfrm>
              <a:custGeom>
                <a:rect b="b" l="l" r="r" t="t"/>
                <a:pathLst>
                  <a:path extrusionOk="0" h="454" w="6338">
                    <a:moveTo>
                      <a:pt x="227" y="1"/>
                    </a:moveTo>
                    <a:cubicBezTo>
                      <a:pt x="100" y="1"/>
                      <a:pt x="1" y="109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4"/>
                      <a:pt x="6338" y="227"/>
                    </a:cubicBezTo>
                    <a:cubicBezTo>
                      <a:pt x="6338" y="109"/>
                      <a:pt x="6238" y="1"/>
                      <a:pt x="61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38"/>
              <p:cNvSpPr/>
              <p:nvPr/>
            </p:nvSpPr>
            <p:spPr>
              <a:xfrm>
                <a:off x="-26096" y="4608488"/>
                <a:ext cx="461734" cy="21761"/>
              </a:xfrm>
              <a:custGeom>
                <a:rect b="b" l="l" r="r" t="t"/>
                <a:pathLst>
                  <a:path extrusionOk="0" h="454" w="9633">
                    <a:moveTo>
                      <a:pt x="227" y="1"/>
                    </a:moveTo>
                    <a:cubicBezTo>
                      <a:pt x="100" y="1"/>
                      <a:pt x="1" y="100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4"/>
                      <a:pt x="9633" y="227"/>
                    </a:cubicBezTo>
                    <a:cubicBezTo>
                      <a:pt x="9633" y="10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38"/>
              <p:cNvSpPr/>
              <p:nvPr/>
            </p:nvSpPr>
            <p:spPr>
              <a:xfrm>
                <a:off x="-26096" y="4669219"/>
                <a:ext cx="461734" cy="21761"/>
              </a:xfrm>
              <a:custGeom>
                <a:rect b="b" l="l" r="r" t="t"/>
                <a:pathLst>
                  <a:path extrusionOk="0" h="454" w="9633">
                    <a:moveTo>
                      <a:pt x="227" y="1"/>
                    </a:moveTo>
                    <a:cubicBezTo>
                      <a:pt x="100" y="1"/>
                      <a:pt x="1" y="110"/>
                      <a:pt x="1" y="227"/>
                    </a:cubicBezTo>
                    <a:cubicBezTo>
                      <a:pt x="1" y="354"/>
                      <a:pt x="100" y="454"/>
                      <a:pt x="227" y="454"/>
                    </a:cubicBezTo>
                    <a:lnTo>
                      <a:pt x="9406" y="454"/>
                    </a:lnTo>
                    <a:cubicBezTo>
                      <a:pt x="9524" y="454"/>
                      <a:pt x="9633" y="354"/>
                      <a:pt x="9633" y="227"/>
                    </a:cubicBezTo>
                    <a:cubicBezTo>
                      <a:pt x="9633" y="11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38"/>
              <p:cNvSpPr/>
              <p:nvPr/>
            </p:nvSpPr>
            <p:spPr>
              <a:xfrm>
                <a:off x="-26096" y="4730428"/>
                <a:ext cx="303796" cy="21713"/>
              </a:xfrm>
              <a:custGeom>
                <a:rect b="b" l="l" r="r" t="t"/>
                <a:pathLst>
                  <a:path extrusionOk="0" h="453" w="6338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3"/>
                      <a:pt x="6338" y="227"/>
                    </a:cubicBezTo>
                    <a:cubicBezTo>
                      <a:pt x="6338" y="100"/>
                      <a:pt x="6238" y="0"/>
                      <a:pt x="61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3" name="Google Shape;263;p38"/>
            <p:cNvSpPr/>
            <p:nvPr/>
          </p:nvSpPr>
          <p:spPr>
            <a:xfrm>
              <a:off x="8647119" y="137906"/>
              <a:ext cx="805069" cy="803170"/>
            </a:xfrm>
            <a:custGeom>
              <a:rect b="b" l="l" r="r" t="t"/>
              <a:pathLst>
                <a:path extrusionOk="0" h="11660" w="11688">
                  <a:moveTo>
                    <a:pt x="5849" y="3838"/>
                  </a:moveTo>
                  <a:cubicBezTo>
                    <a:pt x="6953" y="3838"/>
                    <a:pt x="7840" y="4735"/>
                    <a:pt x="7840" y="5830"/>
                  </a:cubicBezTo>
                  <a:cubicBezTo>
                    <a:pt x="7840" y="6934"/>
                    <a:pt x="6944" y="7831"/>
                    <a:pt x="5840" y="7831"/>
                  </a:cubicBezTo>
                  <a:cubicBezTo>
                    <a:pt x="4735" y="7831"/>
                    <a:pt x="3839" y="6934"/>
                    <a:pt x="3839" y="5830"/>
                  </a:cubicBezTo>
                  <a:cubicBezTo>
                    <a:pt x="3839" y="4726"/>
                    <a:pt x="4735" y="3838"/>
                    <a:pt x="5840" y="3838"/>
                  </a:cubicBezTo>
                  <a:close/>
                  <a:moveTo>
                    <a:pt x="5469" y="0"/>
                  </a:moveTo>
                  <a:cubicBezTo>
                    <a:pt x="5143" y="0"/>
                    <a:pt x="4862" y="235"/>
                    <a:pt x="4808" y="561"/>
                  </a:cubicBezTo>
                  <a:lnTo>
                    <a:pt x="4654" y="1430"/>
                  </a:lnTo>
                  <a:cubicBezTo>
                    <a:pt x="4274" y="1539"/>
                    <a:pt x="3912" y="1684"/>
                    <a:pt x="3568" y="1883"/>
                  </a:cubicBezTo>
                  <a:lnTo>
                    <a:pt x="2843" y="1376"/>
                  </a:lnTo>
                  <a:cubicBezTo>
                    <a:pt x="2725" y="1293"/>
                    <a:pt x="2590" y="1254"/>
                    <a:pt x="2456" y="1254"/>
                  </a:cubicBezTo>
                  <a:cubicBezTo>
                    <a:pt x="2282" y="1254"/>
                    <a:pt x="2111" y="1321"/>
                    <a:pt x="1983" y="1449"/>
                  </a:cubicBezTo>
                  <a:lnTo>
                    <a:pt x="1458" y="1974"/>
                  </a:lnTo>
                  <a:cubicBezTo>
                    <a:pt x="1232" y="2209"/>
                    <a:pt x="1205" y="2571"/>
                    <a:pt x="1395" y="2834"/>
                  </a:cubicBezTo>
                  <a:lnTo>
                    <a:pt x="1902" y="3558"/>
                  </a:lnTo>
                  <a:cubicBezTo>
                    <a:pt x="1712" y="3902"/>
                    <a:pt x="1558" y="4273"/>
                    <a:pt x="1458" y="4653"/>
                  </a:cubicBezTo>
                  <a:lnTo>
                    <a:pt x="562" y="4798"/>
                  </a:lnTo>
                  <a:cubicBezTo>
                    <a:pt x="245" y="4852"/>
                    <a:pt x="10" y="5124"/>
                    <a:pt x="1" y="5450"/>
                  </a:cubicBezTo>
                  <a:lnTo>
                    <a:pt x="1" y="6201"/>
                  </a:lnTo>
                  <a:cubicBezTo>
                    <a:pt x="1" y="6527"/>
                    <a:pt x="236" y="6808"/>
                    <a:pt x="562" y="6871"/>
                  </a:cubicBezTo>
                  <a:lnTo>
                    <a:pt x="1431" y="7016"/>
                  </a:lnTo>
                  <a:cubicBezTo>
                    <a:pt x="1531" y="7405"/>
                    <a:pt x="1685" y="7767"/>
                    <a:pt x="1884" y="8111"/>
                  </a:cubicBezTo>
                  <a:lnTo>
                    <a:pt x="1395" y="8835"/>
                  </a:lnTo>
                  <a:cubicBezTo>
                    <a:pt x="1205" y="9098"/>
                    <a:pt x="1241" y="9460"/>
                    <a:pt x="1467" y="9695"/>
                  </a:cubicBezTo>
                  <a:lnTo>
                    <a:pt x="1993" y="10221"/>
                  </a:lnTo>
                  <a:cubicBezTo>
                    <a:pt x="2125" y="10348"/>
                    <a:pt x="2299" y="10416"/>
                    <a:pt x="2472" y="10416"/>
                  </a:cubicBezTo>
                  <a:cubicBezTo>
                    <a:pt x="2605" y="10416"/>
                    <a:pt x="2738" y="10376"/>
                    <a:pt x="2852" y="10293"/>
                  </a:cubicBezTo>
                  <a:lnTo>
                    <a:pt x="3586" y="9786"/>
                  </a:lnTo>
                  <a:cubicBezTo>
                    <a:pt x="3921" y="9976"/>
                    <a:pt x="4292" y="10130"/>
                    <a:pt x="4672" y="10230"/>
                  </a:cubicBezTo>
                  <a:lnTo>
                    <a:pt x="4826" y="11108"/>
                  </a:lnTo>
                  <a:cubicBezTo>
                    <a:pt x="4880" y="11425"/>
                    <a:pt x="5161" y="11660"/>
                    <a:pt x="5487" y="11660"/>
                  </a:cubicBezTo>
                  <a:lnTo>
                    <a:pt x="6229" y="11660"/>
                  </a:lnTo>
                  <a:cubicBezTo>
                    <a:pt x="6555" y="11660"/>
                    <a:pt x="6836" y="11425"/>
                    <a:pt x="6890" y="11108"/>
                  </a:cubicBezTo>
                  <a:lnTo>
                    <a:pt x="7044" y="10230"/>
                  </a:lnTo>
                  <a:cubicBezTo>
                    <a:pt x="7424" y="10130"/>
                    <a:pt x="7786" y="9976"/>
                    <a:pt x="8130" y="9786"/>
                  </a:cubicBezTo>
                  <a:lnTo>
                    <a:pt x="8863" y="10293"/>
                  </a:lnTo>
                  <a:cubicBezTo>
                    <a:pt x="8978" y="10376"/>
                    <a:pt x="9111" y="10416"/>
                    <a:pt x="9244" y="10416"/>
                  </a:cubicBezTo>
                  <a:cubicBezTo>
                    <a:pt x="9417" y="10416"/>
                    <a:pt x="9590" y="10348"/>
                    <a:pt x="9723" y="10221"/>
                  </a:cubicBezTo>
                  <a:lnTo>
                    <a:pt x="10239" y="9695"/>
                  </a:lnTo>
                  <a:cubicBezTo>
                    <a:pt x="10475" y="9460"/>
                    <a:pt x="10502" y="9098"/>
                    <a:pt x="10321" y="8835"/>
                  </a:cubicBezTo>
                  <a:lnTo>
                    <a:pt x="9805" y="8102"/>
                  </a:lnTo>
                  <a:cubicBezTo>
                    <a:pt x="10004" y="7767"/>
                    <a:pt x="10158" y="7396"/>
                    <a:pt x="10258" y="7016"/>
                  </a:cubicBezTo>
                  <a:lnTo>
                    <a:pt x="11136" y="6862"/>
                  </a:lnTo>
                  <a:cubicBezTo>
                    <a:pt x="11452" y="6808"/>
                    <a:pt x="11688" y="6527"/>
                    <a:pt x="11688" y="6201"/>
                  </a:cubicBezTo>
                  <a:lnTo>
                    <a:pt x="11688" y="5450"/>
                  </a:lnTo>
                  <a:cubicBezTo>
                    <a:pt x="11688" y="5124"/>
                    <a:pt x="11452" y="4843"/>
                    <a:pt x="11136" y="4789"/>
                  </a:cubicBezTo>
                  <a:lnTo>
                    <a:pt x="10258" y="4635"/>
                  </a:lnTo>
                  <a:cubicBezTo>
                    <a:pt x="10158" y="4255"/>
                    <a:pt x="10004" y="3884"/>
                    <a:pt x="9805" y="3549"/>
                  </a:cubicBezTo>
                  <a:lnTo>
                    <a:pt x="10303" y="2834"/>
                  </a:lnTo>
                  <a:cubicBezTo>
                    <a:pt x="10493" y="2571"/>
                    <a:pt x="10466" y="2209"/>
                    <a:pt x="10230" y="1974"/>
                  </a:cubicBezTo>
                  <a:lnTo>
                    <a:pt x="9705" y="1449"/>
                  </a:lnTo>
                  <a:cubicBezTo>
                    <a:pt x="9577" y="1321"/>
                    <a:pt x="9406" y="1254"/>
                    <a:pt x="9233" y="1254"/>
                  </a:cubicBezTo>
                  <a:cubicBezTo>
                    <a:pt x="9099" y="1254"/>
                    <a:pt x="8964" y="1293"/>
                    <a:pt x="8845" y="1376"/>
                  </a:cubicBezTo>
                  <a:lnTo>
                    <a:pt x="8112" y="1883"/>
                  </a:lnTo>
                  <a:cubicBezTo>
                    <a:pt x="7777" y="1684"/>
                    <a:pt x="7406" y="1539"/>
                    <a:pt x="7026" y="1430"/>
                  </a:cubicBezTo>
                  <a:lnTo>
                    <a:pt x="6872" y="561"/>
                  </a:lnTo>
                  <a:cubicBezTo>
                    <a:pt x="6818" y="235"/>
                    <a:pt x="6537" y="0"/>
                    <a:pt x="62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4" name="Google Shape;264;p38"/>
            <p:cNvGrpSpPr/>
            <p:nvPr/>
          </p:nvGrpSpPr>
          <p:grpSpPr>
            <a:xfrm>
              <a:off x="4053276" y="4736985"/>
              <a:ext cx="1119452" cy="796601"/>
              <a:chOff x="3858275" y="126750"/>
              <a:chExt cx="864375" cy="615088"/>
            </a:xfrm>
          </p:grpSpPr>
          <p:sp>
            <p:nvSpPr>
              <p:cNvPr id="265" name="Google Shape;265;p38"/>
              <p:cNvSpPr/>
              <p:nvPr/>
            </p:nvSpPr>
            <p:spPr>
              <a:xfrm>
                <a:off x="3858275" y="126750"/>
                <a:ext cx="864375" cy="615088"/>
              </a:xfrm>
              <a:custGeom>
                <a:rect b="b" l="l" r="r" t="t"/>
                <a:pathLst>
                  <a:path extrusionOk="0" h="14784" w="20777">
                    <a:moveTo>
                      <a:pt x="951" y="0"/>
                    </a:moveTo>
                    <a:cubicBezTo>
                      <a:pt x="426" y="0"/>
                      <a:pt x="1" y="435"/>
                      <a:pt x="1" y="960"/>
                    </a:cubicBezTo>
                    <a:lnTo>
                      <a:pt x="1" y="13833"/>
                    </a:lnTo>
                    <a:cubicBezTo>
                      <a:pt x="1" y="14358"/>
                      <a:pt x="426" y="14783"/>
                      <a:pt x="951" y="14783"/>
                    </a:cubicBezTo>
                    <a:lnTo>
                      <a:pt x="19817" y="14783"/>
                    </a:lnTo>
                    <a:cubicBezTo>
                      <a:pt x="20351" y="14783"/>
                      <a:pt x="20776" y="14358"/>
                      <a:pt x="20776" y="13833"/>
                    </a:cubicBezTo>
                    <a:lnTo>
                      <a:pt x="20776" y="960"/>
                    </a:lnTo>
                    <a:cubicBezTo>
                      <a:pt x="20776" y="435"/>
                      <a:pt x="20351" y="0"/>
                      <a:pt x="198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38"/>
              <p:cNvSpPr/>
              <p:nvPr/>
            </p:nvSpPr>
            <p:spPr>
              <a:xfrm>
                <a:off x="3956585" y="207712"/>
                <a:ext cx="667762" cy="453494"/>
              </a:xfrm>
              <a:custGeom>
                <a:rect b="b" l="l" r="r" t="t"/>
                <a:pathLst>
                  <a:path extrusionOk="0" h="10900" w="16051">
                    <a:moveTo>
                      <a:pt x="960" y="0"/>
                    </a:moveTo>
                    <a:cubicBezTo>
                      <a:pt x="426" y="0"/>
                      <a:pt x="0" y="426"/>
                      <a:pt x="0" y="960"/>
                    </a:cubicBezTo>
                    <a:lnTo>
                      <a:pt x="0" y="9940"/>
                    </a:lnTo>
                    <a:cubicBezTo>
                      <a:pt x="0" y="10474"/>
                      <a:pt x="426" y="10900"/>
                      <a:pt x="960" y="10900"/>
                    </a:cubicBezTo>
                    <a:lnTo>
                      <a:pt x="15091" y="10900"/>
                    </a:lnTo>
                    <a:cubicBezTo>
                      <a:pt x="15616" y="10900"/>
                      <a:pt x="16051" y="10474"/>
                      <a:pt x="16051" y="9940"/>
                    </a:cubicBezTo>
                    <a:lnTo>
                      <a:pt x="16051" y="960"/>
                    </a:lnTo>
                    <a:cubicBezTo>
                      <a:pt x="16051" y="426"/>
                      <a:pt x="15616" y="0"/>
                      <a:pt x="150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38"/>
              <p:cNvSpPr/>
              <p:nvPr/>
            </p:nvSpPr>
            <p:spPr>
              <a:xfrm>
                <a:off x="4301188" y="333481"/>
                <a:ext cx="323168" cy="327723"/>
              </a:xfrm>
              <a:custGeom>
                <a:rect b="b" l="l" r="r" t="t"/>
                <a:pathLst>
                  <a:path extrusionOk="0" h="7877" w="7768">
                    <a:moveTo>
                      <a:pt x="4309" y="1"/>
                    </a:moveTo>
                    <a:lnTo>
                      <a:pt x="0" y="5270"/>
                    </a:lnTo>
                    <a:lnTo>
                      <a:pt x="2653" y="7877"/>
                    </a:lnTo>
                    <a:lnTo>
                      <a:pt x="6808" y="7877"/>
                    </a:lnTo>
                    <a:cubicBezTo>
                      <a:pt x="7333" y="7877"/>
                      <a:pt x="7768" y="7451"/>
                      <a:pt x="7768" y="6917"/>
                    </a:cubicBezTo>
                    <a:lnTo>
                      <a:pt x="7768" y="4871"/>
                    </a:lnTo>
                    <a:lnTo>
                      <a:pt x="430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38"/>
              <p:cNvSpPr/>
              <p:nvPr/>
            </p:nvSpPr>
            <p:spPr>
              <a:xfrm>
                <a:off x="4039043" y="471357"/>
                <a:ext cx="372509" cy="189844"/>
              </a:xfrm>
              <a:custGeom>
                <a:rect b="b" l="l" r="r" t="t"/>
                <a:pathLst>
                  <a:path extrusionOk="0" h="4563" w="8954">
                    <a:moveTo>
                      <a:pt x="4319" y="0"/>
                    </a:moveTo>
                    <a:lnTo>
                      <a:pt x="1" y="4563"/>
                    </a:lnTo>
                    <a:lnTo>
                      <a:pt x="8954" y="4563"/>
                    </a:lnTo>
                    <a:lnTo>
                      <a:pt x="6301" y="1956"/>
                    </a:lnTo>
                    <a:lnTo>
                      <a:pt x="43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p38"/>
              <p:cNvSpPr/>
              <p:nvPr/>
            </p:nvSpPr>
            <p:spPr>
              <a:xfrm>
                <a:off x="4042080" y="291336"/>
                <a:ext cx="141240" cy="141249"/>
              </a:xfrm>
              <a:custGeom>
                <a:rect b="b" l="l" r="r" t="t"/>
                <a:pathLst>
                  <a:path extrusionOk="0" h="3395" w="3395">
                    <a:moveTo>
                      <a:pt x="1702" y="0"/>
                    </a:moveTo>
                    <a:cubicBezTo>
                      <a:pt x="761" y="0"/>
                      <a:pt x="0" y="761"/>
                      <a:pt x="0" y="1702"/>
                    </a:cubicBezTo>
                    <a:cubicBezTo>
                      <a:pt x="0" y="2634"/>
                      <a:pt x="761" y="3395"/>
                      <a:pt x="1702" y="3395"/>
                    </a:cubicBezTo>
                    <a:cubicBezTo>
                      <a:pt x="2634" y="3395"/>
                      <a:pt x="3395" y="2634"/>
                      <a:pt x="3395" y="1702"/>
                    </a:cubicBezTo>
                    <a:cubicBezTo>
                      <a:pt x="3395" y="761"/>
                      <a:pt x="2634" y="0"/>
                      <a:pt x="17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2" name="Google Shape;272;p3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75" name="Google Shape;275;p4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8" name="Google Shape;278;p42"/>
          <p:cNvGrpSpPr/>
          <p:nvPr/>
        </p:nvGrpSpPr>
        <p:grpSpPr>
          <a:xfrm>
            <a:off x="-243158" y="-358123"/>
            <a:ext cx="9786574" cy="5891709"/>
            <a:chOff x="-243158" y="-358123"/>
            <a:chExt cx="9786574" cy="5891709"/>
          </a:xfrm>
        </p:grpSpPr>
        <p:sp>
          <p:nvSpPr>
            <p:cNvPr id="279" name="Google Shape;279;p42"/>
            <p:cNvSpPr/>
            <p:nvPr/>
          </p:nvSpPr>
          <p:spPr>
            <a:xfrm>
              <a:off x="-123039" y="-358123"/>
              <a:ext cx="805069" cy="803141"/>
            </a:xfrm>
            <a:custGeom>
              <a:rect b="b" l="l" r="r" t="t"/>
              <a:pathLst>
                <a:path extrusionOk="0" h="11660" w="11688">
                  <a:moveTo>
                    <a:pt x="5849" y="3838"/>
                  </a:moveTo>
                  <a:cubicBezTo>
                    <a:pt x="6953" y="3838"/>
                    <a:pt x="7840" y="4735"/>
                    <a:pt x="7840" y="5830"/>
                  </a:cubicBezTo>
                  <a:cubicBezTo>
                    <a:pt x="7840" y="6934"/>
                    <a:pt x="6944" y="7831"/>
                    <a:pt x="5840" y="7831"/>
                  </a:cubicBezTo>
                  <a:cubicBezTo>
                    <a:pt x="4735" y="7831"/>
                    <a:pt x="3839" y="6934"/>
                    <a:pt x="3839" y="5830"/>
                  </a:cubicBezTo>
                  <a:cubicBezTo>
                    <a:pt x="3839" y="4726"/>
                    <a:pt x="4735" y="3838"/>
                    <a:pt x="5840" y="3838"/>
                  </a:cubicBezTo>
                  <a:close/>
                  <a:moveTo>
                    <a:pt x="5469" y="0"/>
                  </a:moveTo>
                  <a:cubicBezTo>
                    <a:pt x="5143" y="0"/>
                    <a:pt x="4862" y="235"/>
                    <a:pt x="4808" y="561"/>
                  </a:cubicBezTo>
                  <a:lnTo>
                    <a:pt x="4654" y="1430"/>
                  </a:lnTo>
                  <a:cubicBezTo>
                    <a:pt x="4274" y="1539"/>
                    <a:pt x="3912" y="1684"/>
                    <a:pt x="3568" y="1883"/>
                  </a:cubicBezTo>
                  <a:lnTo>
                    <a:pt x="2843" y="1376"/>
                  </a:lnTo>
                  <a:cubicBezTo>
                    <a:pt x="2725" y="1293"/>
                    <a:pt x="2590" y="1254"/>
                    <a:pt x="2456" y="1254"/>
                  </a:cubicBezTo>
                  <a:cubicBezTo>
                    <a:pt x="2282" y="1254"/>
                    <a:pt x="2111" y="1321"/>
                    <a:pt x="1983" y="1449"/>
                  </a:cubicBezTo>
                  <a:lnTo>
                    <a:pt x="1458" y="1974"/>
                  </a:lnTo>
                  <a:cubicBezTo>
                    <a:pt x="1232" y="2209"/>
                    <a:pt x="1205" y="2571"/>
                    <a:pt x="1395" y="2834"/>
                  </a:cubicBezTo>
                  <a:lnTo>
                    <a:pt x="1902" y="3558"/>
                  </a:lnTo>
                  <a:cubicBezTo>
                    <a:pt x="1712" y="3902"/>
                    <a:pt x="1558" y="4273"/>
                    <a:pt x="1458" y="4653"/>
                  </a:cubicBezTo>
                  <a:lnTo>
                    <a:pt x="562" y="4798"/>
                  </a:lnTo>
                  <a:cubicBezTo>
                    <a:pt x="245" y="4852"/>
                    <a:pt x="10" y="5124"/>
                    <a:pt x="1" y="5450"/>
                  </a:cubicBezTo>
                  <a:lnTo>
                    <a:pt x="1" y="6201"/>
                  </a:lnTo>
                  <a:cubicBezTo>
                    <a:pt x="1" y="6527"/>
                    <a:pt x="236" y="6808"/>
                    <a:pt x="562" y="6871"/>
                  </a:cubicBezTo>
                  <a:lnTo>
                    <a:pt x="1431" y="7016"/>
                  </a:lnTo>
                  <a:cubicBezTo>
                    <a:pt x="1531" y="7405"/>
                    <a:pt x="1685" y="7767"/>
                    <a:pt x="1884" y="8111"/>
                  </a:cubicBezTo>
                  <a:lnTo>
                    <a:pt x="1395" y="8835"/>
                  </a:lnTo>
                  <a:cubicBezTo>
                    <a:pt x="1205" y="9098"/>
                    <a:pt x="1241" y="9460"/>
                    <a:pt x="1467" y="9695"/>
                  </a:cubicBezTo>
                  <a:lnTo>
                    <a:pt x="1993" y="10221"/>
                  </a:lnTo>
                  <a:cubicBezTo>
                    <a:pt x="2125" y="10348"/>
                    <a:pt x="2299" y="10416"/>
                    <a:pt x="2472" y="10416"/>
                  </a:cubicBezTo>
                  <a:cubicBezTo>
                    <a:pt x="2605" y="10416"/>
                    <a:pt x="2738" y="10376"/>
                    <a:pt x="2852" y="10293"/>
                  </a:cubicBezTo>
                  <a:lnTo>
                    <a:pt x="3586" y="9786"/>
                  </a:lnTo>
                  <a:cubicBezTo>
                    <a:pt x="3921" y="9976"/>
                    <a:pt x="4292" y="10130"/>
                    <a:pt x="4672" y="10230"/>
                  </a:cubicBezTo>
                  <a:lnTo>
                    <a:pt x="4826" y="11108"/>
                  </a:lnTo>
                  <a:cubicBezTo>
                    <a:pt x="4880" y="11425"/>
                    <a:pt x="5161" y="11660"/>
                    <a:pt x="5487" y="11660"/>
                  </a:cubicBezTo>
                  <a:lnTo>
                    <a:pt x="6229" y="11660"/>
                  </a:lnTo>
                  <a:cubicBezTo>
                    <a:pt x="6555" y="11660"/>
                    <a:pt x="6836" y="11425"/>
                    <a:pt x="6890" y="11108"/>
                  </a:cubicBezTo>
                  <a:lnTo>
                    <a:pt x="7044" y="10230"/>
                  </a:lnTo>
                  <a:cubicBezTo>
                    <a:pt x="7424" y="10130"/>
                    <a:pt x="7786" y="9976"/>
                    <a:pt x="8130" y="9786"/>
                  </a:cubicBezTo>
                  <a:lnTo>
                    <a:pt x="8863" y="10293"/>
                  </a:lnTo>
                  <a:cubicBezTo>
                    <a:pt x="8978" y="10376"/>
                    <a:pt x="9111" y="10416"/>
                    <a:pt x="9244" y="10416"/>
                  </a:cubicBezTo>
                  <a:cubicBezTo>
                    <a:pt x="9417" y="10416"/>
                    <a:pt x="9590" y="10348"/>
                    <a:pt x="9723" y="10221"/>
                  </a:cubicBezTo>
                  <a:lnTo>
                    <a:pt x="10239" y="9695"/>
                  </a:lnTo>
                  <a:cubicBezTo>
                    <a:pt x="10475" y="9460"/>
                    <a:pt x="10502" y="9098"/>
                    <a:pt x="10321" y="8835"/>
                  </a:cubicBezTo>
                  <a:lnTo>
                    <a:pt x="9805" y="8102"/>
                  </a:lnTo>
                  <a:cubicBezTo>
                    <a:pt x="10004" y="7767"/>
                    <a:pt x="10158" y="7396"/>
                    <a:pt x="10258" y="7016"/>
                  </a:cubicBezTo>
                  <a:lnTo>
                    <a:pt x="11136" y="6862"/>
                  </a:lnTo>
                  <a:cubicBezTo>
                    <a:pt x="11452" y="6808"/>
                    <a:pt x="11688" y="6527"/>
                    <a:pt x="11688" y="6201"/>
                  </a:cubicBezTo>
                  <a:lnTo>
                    <a:pt x="11688" y="5450"/>
                  </a:lnTo>
                  <a:cubicBezTo>
                    <a:pt x="11688" y="5124"/>
                    <a:pt x="11452" y="4843"/>
                    <a:pt x="11136" y="4789"/>
                  </a:cubicBezTo>
                  <a:lnTo>
                    <a:pt x="10258" y="4635"/>
                  </a:lnTo>
                  <a:cubicBezTo>
                    <a:pt x="10158" y="4255"/>
                    <a:pt x="10004" y="3884"/>
                    <a:pt x="9805" y="3549"/>
                  </a:cubicBezTo>
                  <a:lnTo>
                    <a:pt x="10303" y="2834"/>
                  </a:lnTo>
                  <a:cubicBezTo>
                    <a:pt x="10493" y="2571"/>
                    <a:pt x="10466" y="2209"/>
                    <a:pt x="10230" y="1974"/>
                  </a:cubicBezTo>
                  <a:lnTo>
                    <a:pt x="9705" y="1449"/>
                  </a:lnTo>
                  <a:cubicBezTo>
                    <a:pt x="9577" y="1321"/>
                    <a:pt x="9406" y="1254"/>
                    <a:pt x="9233" y="1254"/>
                  </a:cubicBezTo>
                  <a:cubicBezTo>
                    <a:pt x="9099" y="1254"/>
                    <a:pt x="8964" y="1293"/>
                    <a:pt x="8845" y="1376"/>
                  </a:cubicBezTo>
                  <a:lnTo>
                    <a:pt x="8112" y="1883"/>
                  </a:lnTo>
                  <a:cubicBezTo>
                    <a:pt x="7777" y="1684"/>
                    <a:pt x="7406" y="1539"/>
                    <a:pt x="7026" y="1430"/>
                  </a:cubicBezTo>
                  <a:lnTo>
                    <a:pt x="6872" y="561"/>
                  </a:lnTo>
                  <a:cubicBezTo>
                    <a:pt x="6818" y="235"/>
                    <a:pt x="6537" y="0"/>
                    <a:pt x="62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0" name="Google Shape;280;p42"/>
            <p:cNvGrpSpPr/>
            <p:nvPr/>
          </p:nvGrpSpPr>
          <p:grpSpPr>
            <a:xfrm>
              <a:off x="8423990" y="3789493"/>
              <a:ext cx="1119426" cy="814515"/>
              <a:chOff x="1835150" y="2508950"/>
              <a:chExt cx="335650" cy="244225"/>
            </a:xfrm>
          </p:grpSpPr>
          <p:sp>
            <p:nvSpPr>
              <p:cNvPr id="281" name="Google Shape;281;p42"/>
              <p:cNvSpPr/>
              <p:nvPr/>
            </p:nvSpPr>
            <p:spPr>
              <a:xfrm>
                <a:off x="1835150" y="2508950"/>
                <a:ext cx="335650" cy="244225"/>
              </a:xfrm>
              <a:custGeom>
                <a:rect b="b" l="l" r="r" t="t"/>
                <a:pathLst>
                  <a:path extrusionOk="0" h="9769" w="13426">
                    <a:moveTo>
                      <a:pt x="1223" y="1"/>
                    </a:moveTo>
                    <a:cubicBezTo>
                      <a:pt x="553" y="1"/>
                      <a:pt x="1" y="544"/>
                      <a:pt x="1" y="1223"/>
                    </a:cubicBezTo>
                    <a:lnTo>
                      <a:pt x="1" y="5568"/>
                    </a:lnTo>
                    <a:cubicBezTo>
                      <a:pt x="1" y="6247"/>
                      <a:pt x="553" y="6799"/>
                      <a:pt x="1223" y="6799"/>
                    </a:cubicBezTo>
                    <a:lnTo>
                      <a:pt x="1449" y="6799"/>
                    </a:lnTo>
                    <a:lnTo>
                      <a:pt x="1449" y="9769"/>
                    </a:lnTo>
                    <a:lnTo>
                      <a:pt x="3477" y="6799"/>
                    </a:lnTo>
                    <a:lnTo>
                      <a:pt x="12204" y="6799"/>
                    </a:lnTo>
                    <a:cubicBezTo>
                      <a:pt x="12874" y="6799"/>
                      <a:pt x="13426" y="6247"/>
                      <a:pt x="13426" y="5568"/>
                    </a:cubicBezTo>
                    <a:lnTo>
                      <a:pt x="13426" y="1223"/>
                    </a:lnTo>
                    <a:cubicBezTo>
                      <a:pt x="13426" y="544"/>
                      <a:pt x="12874" y="1"/>
                      <a:pt x="122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42"/>
              <p:cNvSpPr/>
              <p:nvPr/>
            </p:nvSpPr>
            <p:spPr>
              <a:xfrm>
                <a:off x="1905325" y="2583200"/>
                <a:ext cx="29675" cy="29900"/>
              </a:xfrm>
              <a:custGeom>
                <a:rect b="b" l="l" r="r" t="t"/>
                <a:pathLst>
                  <a:path extrusionOk="0" h="1196" w="1187">
                    <a:moveTo>
                      <a:pt x="589" y="0"/>
                    </a:moveTo>
                    <a:cubicBezTo>
                      <a:pt x="263" y="0"/>
                      <a:pt x="0" y="272"/>
                      <a:pt x="0" y="598"/>
                    </a:cubicBezTo>
                    <a:cubicBezTo>
                      <a:pt x="0" y="924"/>
                      <a:pt x="263" y="1195"/>
                      <a:pt x="589" y="1195"/>
                    </a:cubicBezTo>
                    <a:cubicBezTo>
                      <a:pt x="924" y="1195"/>
                      <a:pt x="1186" y="924"/>
                      <a:pt x="1186" y="598"/>
                    </a:cubicBezTo>
                    <a:cubicBezTo>
                      <a:pt x="1186" y="272"/>
                      <a:pt x="92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42"/>
              <p:cNvSpPr/>
              <p:nvPr/>
            </p:nvSpPr>
            <p:spPr>
              <a:xfrm>
                <a:off x="1990175" y="2583200"/>
                <a:ext cx="29900" cy="29900"/>
              </a:xfrm>
              <a:custGeom>
                <a:rect b="b" l="l" r="r" t="t"/>
                <a:pathLst>
                  <a:path extrusionOk="0" h="1196" w="1196">
                    <a:moveTo>
                      <a:pt x="598" y="0"/>
                    </a:moveTo>
                    <a:cubicBezTo>
                      <a:pt x="273" y="0"/>
                      <a:pt x="1" y="272"/>
                      <a:pt x="1" y="598"/>
                    </a:cubicBezTo>
                    <a:cubicBezTo>
                      <a:pt x="1" y="924"/>
                      <a:pt x="273" y="1195"/>
                      <a:pt x="598" y="1195"/>
                    </a:cubicBezTo>
                    <a:cubicBezTo>
                      <a:pt x="924" y="1195"/>
                      <a:pt x="1196" y="924"/>
                      <a:pt x="1196" y="598"/>
                    </a:cubicBezTo>
                    <a:cubicBezTo>
                      <a:pt x="1196" y="272"/>
                      <a:pt x="924" y="0"/>
                      <a:pt x="5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42"/>
              <p:cNvSpPr/>
              <p:nvPr/>
            </p:nvSpPr>
            <p:spPr>
              <a:xfrm>
                <a:off x="2075275" y="2583200"/>
                <a:ext cx="29675" cy="29900"/>
              </a:xfrm>
              <a:custGeom>
                <a:rect b="b" l="l" r="r" t="t"/>
                <a:pathLst>
                  <a:path extrusionOk="0" h="1196" w="1187">
                    <a:moveTo>
                      <a:pt x="589" y="0"/>
                    </a:moveTo>
                    <a:cubicBezTo>
                      <a:pt x="263" y="0"/>
                      <a:pt x="1" y="272"/>
                      <a:pt x="1" y="598"/>
                    </a:cubicBezTo>
                    <a:cubicBezTo>
                      <a:pt x="1" y="924"/>
                      <a:pt x="263" y="1195"/>
                      <a:pt x="589" y="1195"/>
                    </a:cubicBezTo>
                    <a:cubicBezTo>
                      <a:pt x="924" y="1195"/>
                      <a:pt x="1187" y="924"/>
                      <a:pt x="1187" y="598"/>
                    </a:cubicBezTo>
                    <a:cubicBezTo>
                      <a:pt x="1187" y="272"/>
                      <a:pt x="92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5" name="Google Shape;285;p42"/>
            <p:cNvGrpSpPr/>
            <p:nvPr/>
          </p:nvGrpSpPr>
          <p:grpSpPr>
            <a:xfrm>
              <a:off x="-243158" y="2994403"/>
              <a:ext cx="720809" cy="891736"/>
              <a:chOff x="-155849" y="3975828"/>
              <a:chExt cx="720809" cy="891736"/>
            </a:xfrm>
          </p:grpSpPr>
          <p:sp>
            <p:nvSpPr>
              <p:cNvPr id="286" name="Google Shape;286;p42"/>
              <p:cNvSpPr/>
              <p:nvPr/>
            </p:nvSpPr>
            <p:spPr>
              <a:xfrm>
                <a:off x="-155849" y="3975828"/>
                <a:ext cx="720809" cy="891736"/>
              </a:xfrm>
              <a:custGeom>
                <a:rect b="b" l="l" r="r" t="t"/>
                <a:pathLst>
                  <a:path extrusionOk="0" h="18604" w="15038">
                    <a:moveTo>
                      <a:pt x="933" y="1"/>
                    </a:moveTo>
                    <a:cubicBezTo>
                      <a:pt x="417" y="1"/>
                      <a:pt x="1" y="417"/>
                      <a:pt x="1" y="933"/>
                    </a:cubicBezTo>
                    <a:lnTo>
                      <a:pt x="1" y="17672"/>
                    </a:lnTo>
                    <a:cubicBezTo>
                      <a:pt x="1" y="18188"/>
                      <a:pt x="417" y="18604"/>
                      <a:pt x="933" y="18604"/>
                    </a:cubicBezTo>
                    <a:lnTo>
                      <a:pt x="14114" y="18604"/>
                    </a:lnTo>
                    <a:cubicBezTo>
                      <a:pt x="14621" y="18604"/>
                      <a:pt x="15037" y="18188"/>
                      <a:pt x="15037" y="17672"/>
                    </a:cubicBezTo>
                    <a:lnTo>
                      <a:pt x="15037" y="933"/>
                    </a:lnTo>
                    <a:cubicBezTo>
                      <a:pt x="15037" y="417"/>
                      <a:pt x="14621" y="1"/>
                      <a:pt x="141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42"/>
              <p:cNvSpPr/>
              <p:nvPr/>
            </p:nvSpPr>
            <p:spPr>
              <a:xfrm>
                <a:off x="-26096" y="4103424"/>
                <a:ext cx="461734" cy="21713"/>
              </a:xfrm>
              <a:custGeom>
                <a:rect b="b" l="l" r="r" t="t"/>
                <a:pathLst>
                  <a:path extrusionOk="0" h="453" w="9633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3"/>
                      <a:pt x="9633" y="227"/>
                    </a:cubicBezTo>
                    <a:cubicBezTo>
                      <a:pt x="9633" y="100"/>
                      <a:pt x="9524" y="0"/>
                      <a:pt x="94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42"/>
              <p:cNvSpPr/>
              <p:nvPr/>
            </p:nvSpPr>
            <p:spPr>
              <a:xfrm>
                <a:off x="-26096" y="4164586"/>
                <a:ext cx="461734" cy="21761"/>
              </a:xfrm>
              <a:custGeom>
                <a:rect b="b" l="l" r="r" t="t"/>
                <a:pathLst>
                  <a:path extrusionOk="0" h="454" w="9633">
                    <a:moveTo>
                      <a:pt x="227" y="1"/>
                    </a:moveTo>
                    <a:cubicBezTo>
                      <a:pt x="100" y="1"/>
                      <a:pt x="1" y="100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4"/>
                      <a:pt x="9633" y="227"/>
                    </a:cubicBezTo>
                    <a:cubicBezTo>
                      <a:pt x="9633" y="10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42"/>
              <p:cNvSpPr/>
              <p:nvPr/>
            </p:nvSpPr>
            <p:spPr>
              <a:xfrm>
                <a:off x="-26096" y="4225364"/>
                <a:ext cx="303796" cy="21713"/>
              </a:xfrm>
              <a:custGeom>
                <a:rect b="b" l="l" r="r" t="t"/>
                <a:pathLst>
                  <a:path extrusionOk="0" h="453" w="6338">
                    <a:moveTo>
                      <a:pt x="227" y="0"/>
                    </a:moveTo>
                    <a:cubicBezTo>
                      <a:pt x="100" y="0"/>
                      <a:pt x="1" y="109"/>
                      <a:pt x="1" y="226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3"/>
                      <a:pt x="6338" y="226"/>
                    </a:cubicBezTo>
                    <a:cubicBezTo>
                      <a:pt x="6338" y="109"/>
                      <a:pt x="6238" y="0"/>
                      <a:pt x="61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42"/>
              <p:cNvSpPr/>
              <p:nvPr/>
            </p:nvSpPr>
            <p:spPr>
              <a:xfrm>
                <a:off x="-26096" y="4355932"/>
                <a:ext cx="461734" cy="21761"/>
              </a:xfrm>
              <a:custGeom>
                <a:rect b="b" l="l" r="r" t="t"/>
                <a:pathLst>
                  <a:path extrusionOk="0" h="454" w="9633">
                    <a:moveTo>
                      <a:pt x="227" y="1"/>
                    </a:moveTo>
                    <a:cubicBezTo>
                      <a:pt x="100" y="1"/>
                      <a:pt x="1" y="101"/>
                      <a:pt x="1" y="227"/>
                    </a:cubicBezTo>
                    <a:cubicBezTo>
                      <a:pt x="1" y="354"/>
                      <a:pt x="100" y="454"/>
                      <a:pt x="227" y="454"/>
                    </a:cubicBezTo>
                    <a:lnTo>
                      <a:pt x="9406" y="454"/>
                    </a:lnTo>
                    <a:cubicBezTo>
                      <a:pt x="9524" y="454"/>
                      <a:pt x="9633" y="354"/>
                      <a:pt x="9633" y="227"/>
                    </a:cubicBezTo>
                    <a:cubicBezTo>
                      <a:pt x="9633" y="101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42"/>
              <p:cNvSpPr/>
              <p:nvPr/>
            </p:nvSpPr>
            <p:spPr>
              <a:xfrm>
                <a:off x="-26096" y="4417142"/>
                <a:ext cx="461734" cy="21713"/>
              </a:xfrm>
              <a:custGeom>
                <a:rect b="b" l="l" r="r" t="t"/>
                <a:pathLst>
                  <a:path extrusionOk="0" h="453" w="9633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4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44"/>
                      <a:pt x="9633" y="227"/>
                    </a:cubicBezTo>
                    <a:cubicBezTo>
                      <a:pt x="9633" y="100"/>
                      <a:pt x="9524" y="0"/>
                      <a:pt x="94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42"/>
              <p:cNvSpPr/>
              <p:nvPr/>
            </p:nvSpPr>
            <p:spPr>
              <a:xfrm>
                <a:off x="-26096" y="4477872"/>
                <a:ext cx="303796" cy="21761"/>
              </a:xfrm>
              <a:custGeom>
                <a:rect b="b" l="l" r="r" t="t"/>
                <a:pathLst>
                  <a:path extrusionOk="0" h="454" w="6338">
                    <a:moveTo>
                      <a:pt x="227" y="1"/>
                    </a:moveTo>
                    <a:cubicBezTo>
                      <a:pt x="100" y="1"/>
                      <a:pt x="1" y="109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4"/>
                      <a:pt x="6338" y="227"/>
                    </a:cubicBezTo>
                    <a:cubicBezTo>
                      <a:pt x="6338" y="109"/>
                      <a:pt x="6238" y="1"/>
                      <a:pt x="61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42"/>
              <p:cNvSpPr/>
              <p:nvPr/>
            </p:nvSpPr>
            <p:spPr>
              <a:xfrm>
                <a:off x="-26096" y="4608488"/>
                <a:ext cx="461734" cy="21761"/>
              </a:xfrm>
              <a:custGeom>
                <a:rect b="b" l="l" r="r" t="t"/>
                <a:pathLst>
                  <a:path extrusionOk="0" h="454" w="9633">
                    <a:moveTo>
                      <a:pt x="227" y="1"/>
                    </a:moveTo>
                    <a:cubicBezTo>
                      <a:pt x="100" y="1"/>
                      <a:pt x="1" y="100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4"/>
                      <a:pt x="9633" y="227"/>
                    </a:cubicBezTo>
                    <a:cubicBezTo>
                      <a:pt x="9633" y="10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42"/>
              <p:cNvSpPr/>
              <p:nvPr/>
            </p:nvSpPr>
            <p:spPr>
              <a:xfrm>
                <a:off x="-26096" y="4669219"/>
                <a:ext cx="461734" cy="21761"/>
              </a:xfrm>
              <a:custGeom>
                <a:rect b="b" l="l" r="r" t="t"/>
                <a:pathLst>
                  <a:path extrusionOk="0" h="454" w="9633">
                    <a:moveTo>
                      <a:pt x="227" y="1"/>
                    </a:moveTo>
                    <a:cubicBezTo>
                      <a:pt x="100" y="1"/>
                      <a:pt x="1" y="110"/>
                      <a:pt x="1" y="227"/>
                    </a:cubicBezTo>
                    <a:cubicBezTo>
                      <a:pt x="1" y="354"/>
                      <a:pt x="100" y="454"/>
                      <a:pt x="227" y="454"/>
                    </a:cubicBezTo>
                    <a:lnTo>
                      <a:pt x="9406" y="454"/>
                    </a:lnTo>
                    <a:cubicBezTo>
                      <a:pt x="9524" y="454"/>
                      <a:pt x="9633" y="354"/>
                      <a:pt x="9633" y="227"/>
                    </a:cubicBezTo>
                    <a:cubicBezTo>
                      <a:pt x="9633" y="11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42"/>
              <p:cNvSpPr/>
              <p:nvPr/>
            </p:nvSpPr>
            <p:spPr>
              <a:xfrm>
                <a:off x="-26096" y="4730428"/>
                <a:ext cx="303796" cy="21713"/>
              </a:xfrm>
              <a:custGeom>
                <a:rect b="b" l="l" r="r" t="t"/>
                <a:pathLst>
                  <a:path extrusionOk="0" h="453" w="6338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3"/>
                      <a:pt x="6338" y="227"/>
                    </a:cubicBezTo>
                    <a:cubicBezTo>
                      <a:pt x="6338" y="100"/>
                      <a:pt x="6238" y="0"/>
                      <a:pt x="61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6" name="Google Shape;296;p42"/>
            <p:cNvSpPr/>
            <p:nvPr/>
          </p:nvSpPr>
          <p:spPr>
            <a:xfrm>
              <a:off x="8647119" y="137906"/>
              <a:ext cx="805069" cy="803170"/>
            </a:xfrm>
            <a:custGeom>
              <a:rect b="b" l="l" r="r" t="t"/>
              <a:pathLst>
                <a:path extrusionOk="0" h="11660" w="11688">
                  <a:moveTo>
                    <a:pt x="5849" y="3838"/>
                  </a:moveTo>
                  <a:cubicBezTo>
                    <a:pt x="6953" y="3838"/>
                    <a:pt x="7840" y="4735"/>
                    <a:pt x="7840" y="5830"/>
                  </a:cubicBezTo>
                  <a:cubicBezTo>
                    <a:pt x="7840" y="6934"/>
                    <a:pt x="6944" y="7831"/>
                    <a:pt x="5840" y="7831"/>
                  </a:cubicBezTo>
                  <a:cubicBezTo>
                    <a:pt x="4735" y="7831"/>
                    <a:pt x="3839" y="6934"/>
                    <a:pt x="3839" y="5830"/>
                  </a:cubicBezTo>
                  <a:cubicBezTo>
                    <a:pt x="3839" y="4726"/>
                    <a:pt x="4735" y="3838"/>
                    <a:pt x="5840" y="3838"/>
                  </a:cubicBezTo>
                  <a:close/>
                  <a:moveTo>
                    <a:pt x="5469" y="0"/>
                  </a:moveTo>
                  <a:cubicBezTo>
                    <a:pt x="5143" y="0"/>
                    <a:pt x="4862" y="235"/>
                    <a:pt x="4808" y="561"/>
                  </a:cubicBezTo>
                  <a:lnTo>
                    <a:pt x="4654" y="1430"/>
                  </a:lnTo>
                  <a:cubicBezTo>
                    <a:pt x="4274" y="1539"/>
                    <a:pt x="3912" y="1684"/>
                    <a:pt x="3568" y="1883"/>
                  </a:cubicBezTo>
                  <a:lnTo>
                    <a:pt x="2843" y="1376"/>
                  </a:lnTo>
                  <a:cubicBezTo>
                    <a:pt x="2725" y="1293"/>
                    <a:pt x="2590" y="1254"/>
                    <a:pt x="2456" y="1254"/>
                  </a:cubicBezTo>
                  <a:cubicBezTo>
                    <a:pt x="2282" y="1254"/>
                    <a:pt x="2111" y="1321"/>
                    <a:pt x="1983" y="1449"/>
                  </a:cubicBezTo>
                  <a:lnTo>
                    <a:pt x="1458" y="1974"/>
                  </a:lnTo>
                  <a:cubicBezTo>
                    <a:pt x="1232" y="2209"/>
                    <a:pt x="1205" y="2571"/>
                    <a:pt x="1395" y="2834"/>
                  </a:cubicBezTo>
                  <a:lnTo>
                    <a:pt x="1902" y="3558"/>
                  </a:lnTo>
                  <a:cubicBezTo>
                    <a:pt x="1712" y="3902"/>
                    <a:pt x="1558" y="4273"/>
                    <a:pt x="1458" y="4653"/>
                  </a:cubicBezTo>
                  <a:lnTo>
                    <a:pt x="562" y="4798"/>
                  </a:lnTo>
                  <a:cubicBezTo>
                    <a:pt x="245" y="4852"/>
                    <a:pt x="10" y="5124"/>
                    <a:pt x="1" y="5450"/>
                  </a:cubicBezTo>
                  <a:lnTo>
                    <a:pt x="1" y="6201"/>
                  </a:lnTo>
                  <a:cubicBezTo>
                    <a:pt x="1" y="6527"/>
                    <a:pt x="236" y="6808"/>
                    <a:pt x="562" y="6871"/>
                  </a:cubicBezTo>
                  <a:lnTo>
                    <a:pt x="1431" y="7016"/>
                  </a:lnTo>
                  <a:cubicBezTo>
                    <a:pt x="1531" y="7405"/>
                    <a:pt x="1685" y="7767"/>
                    <a:pt x="1884" y="8111"/>
                  </a:cubicBezTo>
                  <a:lnTo>
                    <a:pt x="1395" y="8835"/>
                  </a:lnTo>
                  <a:cubicBezTo>
                    <a:pt x="1205" y="9098"/>
                    <a:pt x="1241" y="9460"/>
                    <a:pt x="1467" y="9695"/>
                  </a:cubicBezTo>
                  <a:lnTo>
                    <a:pt x="1993" y="10221"/>
                  </a:lnTo>
                  <a:cubicBezTo>
                    <a:pt x="2125" y="10348"/>
                    <a:pt x="2299" y="10416"/>
                    <a:pt x="2472" y="10416"/>
                  </a:cubicBezTo>
                  <a:cubicBezTo>
                    <a:pt x="2605" y="10416"/>
                    <a:pt x="2738" y="10376"/>
                    <a:pt x="2852" y="10293"/>
                  </a:cubicBezTo>
                  <a:lnTo>
                    <a:pt x="3586" y="9786"/>
                  </a:lnTo>
                  <a:cubicBezTo>
                    <a:pt x="3921" y="9976"/>
                    <a:pt x="4292" y="10130"/>
                    <a:pt x="4672" y="10230"/>
                  </a:cubicBezTo>
                  <a:lnTo>
                    <a:pt x="4826" y="11108"/>
                  </a:lnTo>
                  <a:cubicBezTo>
                    <a:pt x="4880" y="11425"/>
                    <a:pt x="5161" y="11660"/>
                    <a:pt x="5487" y="11660"/>
                  </a:cubicBezTo>
                  <a:lnTo>
                    <a:pt x="6229" y="11660"/>
                  </a:lnTo>
                  <a:cubicBezTo>
                    <a:pt x="6555" y="11660"/>
                    <a:pt x="6836" y="11425"/>
                    <a:pt x="6890" y="11108"/>
                  </a:cubicBezTo>
                  <a:lnTo>
                    <a:pt x="7044" y="10230"/>
                  </a:lnTo>
                  <a:cubicBezTo>
                    <a:pt x="7424" y="10130"/>
                    <a:pt x="7786" y="9976"/>
                    <a:pt x="8130" y="9786"/>
                  </a:cubicBezTo>
                  <a:lnTo>
                    <a:pt x="8863" y="10293"/>
                  </a:lnTo>
                  <a:cubicBezTo>
                    <a:pt x="8978" y="10376"/>
                    <a:pt x="9111" y="10416"/>
                    <a:pt x="9244" y="10416"/>
                  </a:cubicBezTo>
                  <a:cubicBezTo>
                    <a:pt x="9417" y="10416"/>
                    <a:pt x="9590" y="10348"/>
                    <a:pt x="9723" y="10221"/>
                  </a:cubicBezTo>
                  <a:lnTo>
                    <a:pt x="10239" y="9695"/>
                  </a:lnTo>
                  <a:cubicBezTo>
                    <a:pt x="10475" y="9460"/>
                    <a:pt x="10502" y="9098"/>
                    <a:pt x="10321" y="8835"/>
                  </a:cubicBezTo>
                  <a:lnTo>
                    <a:pt x="9805" y="8102"/>
                  </a:lnTo>
                  <a:cubicBezTo>
                    <a:pt x="10004" y="7767"/>
                    <a:pt x="10158" y="7396"/>
                    <a:pt x="10258" y="7016"/>
                  </a:cubicBezTo>
                  <a:lnTo>
                    <a:pt x="11136" y="6862"/>
                  </a:lnTo>
                  <a:cubicBezTo>
                    <a:pt x="11452" y="6808"/>
                    <a:pt x="11688" y="6527"/>
                    <a:pt x="11688" y="6201"/>
                  </a:cubicBezTo>
                  <a:lnTo>
                    <a:pt x="11688" y="5450"/>
                  </a:lnTo>
                  <a:cubicBezTo>
                    <a:pt x="11688" y="5124"/>
                    <a:pt x="11452" y="4843"/>
                    <a:pt x="11136" y="4789"/>
                  </a:cubicBezTo>
                  <a:lnTo>
                    <a:pt x="10258" y="4635"/>
                  </a:lnTo>
                  <a:cubicBezTo>
                    <a:pt x="10158" y="4255"/>
                    <a:pt x="10004" y="3884"/>
                    <a:pt x="9805" y="3549"/>
                  </a:cubicBezTo>
                  <a:lnTo>
                    <a:pt x="10303" y="2834"/>
                  </a:lnTo>
                  <a:cubicBezTo>
                    <a:pt x="10493" y="2571"/>
                    <a:pt x="10466" y="2209"/>
                    <a:pt x="10230" y="1974"/>
                  </a:cubicBezTo>
                  <a:lnTo>
                    <a:pt x="9705" y="1449"/>
                  </a:lnTo>
                  <a:cubicBezTo>
                    <a:pt x="9577" y="1321"/>
                    <a:pt x="9406" y="1254"/>
                    <a:pt x="9233" y="1254"/>
                  </a:cubicBezTo>
                  <a:cubicBezTo>
                    <a:pt x="9099" y="1254"/>
                    <a:pt x="8964" y="1293"/>
                    <a:pt x="8845" y="1376"/>
                  </a:cubicBezTo>
                  <a:lnTo>
                    <a:pt x="8112" y="1883"/>
                  </a:lnTo>
                  <a:cubicBezTo>
                    <a:pt x="7777" y="1684"/>
                    <a:pt x="7406" y="1539"/>
                    <a:pt x="7026" y="1430"/>
                  </a:cubicBezTo>
                  <a:lnTo>
                    <a:pt x="6872" y="561"/>
                  </a:lnTo>
                  <a:cubicBezTo>
                    <a:pt x="6818" y="235"/>
                    <a:pt x="6537" y="0"/>
                    <a:pt x="62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7" name="Google Shape;297;p42"/>
            <p:cNvGrpSpPr/>
            <p:nvPr/>
          </p:nvGrpSpPr>
          <p:grpSpPr>
            <a:xfrm>
              <a:off x="4053276" y="4736985"/>
              <a:ext cx="1119452" cy="796601"/>
              <a:chOff x="3858275" y="126750"/>
              <a:chExt cx="864375" cy="615088"/>
            </a:xfrm>
          </p:grpSpPr>
          <p:sp>
            <p:nvSpPr>
              <p:cNvPr id="298" name="Google Shape;298;p42"/>
              <p:cNvSpPr/>
              <p:nvPr/>
            </p:nvSpPr>
            <p:spPr>
              <a:xfrm>
                <a:off x="3858275" y="126750"/>
                <a:ext cx="864375" cy="615088"/>
              </a:xfrm>
              <a:custGeom>
                <a:rect b="b" l="l" r="r" t="t"/>
                <a:pathLst>
                  <a:path extrusionOk="0" h="14784" w="20777">
                    <a:moveTo>
                      <a:pt x="951" y="0"/>
                    </a:moveTo>
                    <a:cubicBezTo>
                      <a:pt x="426" y="0"/>
                      <a:pt x="1" y="435"/>
                      <a:pt x="1" y="960"/>
                    </a:cubicBezTo>
                    <a:lnTo>
                      <a:pt x="1" y="13833"/>
                    </a:lnTo>
                    <a:cubicBezTo>
                      <a:pt x="1" y="14358"/>
                      <a:pt x="426" y="14783"/>
                      <a:pt x="951" y="14783"/>
                    </a:cubicBezTo>
                    <a:lnTo>
                      <a:pt x="19817" y="14783"/>
                    </a:lnTo>
                    <a:cubicBezTo>
                      <a:pt x="20351" y="14783"/>
                      <a:pt x="20776" y="14358"/>
                      <a:pt x="20776" y="13833"/>
                    </a:cubicBezTo>
                    <a:lnTo>
                      <a:pt x="20776" y="960"/>
                    </a:lnTo>
                    <a:cubicBezTo>
                      <a:pt x="20776" y="435"/>
                      <a:pt x="20351" y="0"/>
                      <a:pt x="198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42"/>
              <p:cNvSpPr/>
              <p:nvPr/>
            </p:nvSpPr>
            <p:spPr>
              <a:xfrm>
                <a:off x="3956585" y="207712"/>
                <a:ext cx="667762" cy="453494"/>
              </a:xfrm>
              <a:custGeom>
                <a:rect b="b" l="l" r="r" t="t"/>
                <a:pathLst>
                  <a:path extrusionOk="0" h="10900" w="16051">
                    <a:moveTo>
                      <a:pt x="960" y="0"/>
                    </a:moveTo>
                    <a:cubicBezTo>
                      <a:pt x="426" y="0"/>
                      <a:pt x="0" y="426"/>
                      <a:pt x="0" y="960"/>
                    </a:cubicBezTo>
                    <a:lnTo>
                      <a:pt x="0" y="9940"/>
                    </a:lnTo>
                    <a:cubicBezTo>
                      <a:pt x="0" y="10474"/>
                      <a:pt x="426" y="10900"/>
                      <a:pt x="960" y="10900"/>
                    </a:cubicBezTo>
                    <a:lnTo>
                      <a:pt x="15091" y="10900"/>
                    </a:lnTo>
                    <a:cubicBezTo>
                      <a:pt x="15616" y="10900"/>
                      <a:pt x="16051" y="10474"/>
                      <a:pt x="16051" y="9940"/>
                    </a:cubicBezTo>
                    <a:lnTo>
                      <a:pt x="16051" y="960"/>
                    </a:lnTo>
                    <a:cubicBezTo>
                      <a:pt x="16051" y="426"/>
                      <a:pt x="15616" y="0"/>
                      <a:pt x="150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42"/>
              <p:cNvSpPr/>
              <p:nvPr/>
            </p:nvSpPr>
            <p:spPr>
              <a:xfrm>
                <a:off x="4301188" y="333481"/>
                <a:ext cx="323168" cy="327723"/>
              </a:xfrm>
              <a:custGeom>
                <a:rect b="b" l="l" r="r" t="t"/>
                <a:pathLst>
                  <a:path extrusionOk="0" h="7877" w="7768">
                    <a:moveTo>
                      <a:pt x="4309" y="1"/>
                    </a:moveTo>
                    <a:lnTo>
                      <a:pt x="0" y="5270"/>
                    </a:lnTo>
                    <a:lnTo>
                      <a:pt x="2653" y="7877"/>
                    </a:lnTo>
                    <a:lnTo>
                      <a:pt x="6808" y="7877"/>
                    </a:lnTo>
                    <a:cubicBezTo>
                      <a:pt x="7333" y="7877"/>
                      <a:pt x="7768" y="7451"/>
                      <a:pt x="7768" y="6917"/>
                    </a:cubicBezTo>
                    <a:lnTo>
                      <a:pt x="7768" y="4871"/>
                    </a:lnTo>
                    <a:lnTo>
                      <a:pt x="430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42"/>
              <p:cNvSpPr/>
              <p:nvPr/>
            </p:nvSpPr>
            <p:spPr>
              <a:xfrm>
                <a:off x="4039043" y="471357"/>
                <a:ext cx="372509" cy="189844"/>
              </a:xfrm>
              <a:custGeom>
                <a:rect b="b" l="l" r="r" t="t"/>
                <a:pathLst>
                  <a:path extrusionOk="0" h="4563" w="8954">
                    <a:moveTo>
                      <a:pt x="4319" y="0"/>
                    </a:moveTo>
                    <a:lnTo>
                      <a:pt x="1" y="4563"/>
                    </a:lnTo>
                    <a:lnTo>
                      <a:pt x="8954" y="4563"/>
                    </a:lnTo>
                    <a:lnTo>
                      <a:pt x="6301" y="1956"/>
                    </a:lnTo>
                    <a:lnTo>
                      <a:pt x="43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42"/>
              <p:cNvSpPr/>
              <p:nvPr/>
            </p:nvSpPr>
            <p:spPr>
              <a:xfrm>
                <a:off x="4042080" y="291336"/>
                <a:ext cx="141240" cy="141249"/>
              </a:xfrm>
              <a:custGeom>
                <a:rect b="b" l="l" r="r" t="t"/>
                <a:pathLst>
                  <a:path extrusionOk="0" h="3395" w="3395">
                    <a:moveTo>
                      <a:pt x="1702" y="0"/>
                    </a:moveTo>
                    <a:cubicBezTo>
                      <a:pt x="761" y="0"/>
                      <a:pt x="0" y="761"/>
                      <a:pt x="0" y="1702"/>
                    </a:cubicBezTo>
                    <a:cubicBezTo>
                      <a:pt x="0" y="2634"/>
                      <a:pt x="761" y="3395"/>
                      <a:pt x="1702" y="3395"/>
                    </a:cubicBezTo>
                    <a:cubicBezTo>
                      <a:pt x="2634" y="3395"/>
                      <a:pt x="3395" y="2634"/>
                      <a:pt x="3395" y="1702"/>
                    </a:cubicBezTo>
                    <a:cubicBezTo>
                      <a:pt x="3395" y="761"/>
                      <a:pt x="2634" y="0"/>
                      <a:pt x="17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Google Shape;304;p43"/>
          <p:cNvGrpSpPr/>
          <p:nvPr/>
        </p:nvGrpSpPr>
        <p:grpSpPr>
          <a:xfrm>
            <a:off x="-305727" y="-257103"/>
            <a:ext cx="9812214" cy="5664267"/>
            <a:chOff x="-305727" y="-257103"/>
            <a:chExt cx="9812214" cy="5664267"/>
          </a:xfrm>
        </p:grpSpPr>
        <p:sp>
          <p:nvSpPr>
            <p:cNvPr id="305" name="Google Shape;305;p43"/>
            <p:cNvSpPr/>
            <p:nvPr/>
          </p:nvSpPr>
          <p:spPr>
            <a:xfrm>
              <a:off x="-305727" y="1066994"/>
              <a:ext cx="1002686" cy="1000275"/>
            </a:xfrm>
            <a:custGeom>
              <a:rect b="b" l="l" r="r" t="t"/>
              <a:pathLst>
                <a:path extrusionOk="0" h="14522" w="14557">
                  <a:moveTo>
                    <a:pt x="7288" y="4771"/>
                  </a:moveTo>
                  <a:cubicBezTo>
                    <a:pt x="8654" y="4780"/>
                    <a:pt x="9759" y="5894"/>
                    <a:pt x="9759" y="7270"/>
                  </a:cubicBezTo>
                  <a:cubicBezTo>
                    <a:pt x="9759" y="8637"/>
                    <a:pt x="8645" y="9759"/>
                    <a:pt x="7269" y="9759"/>
                  </a:cubicBezTo>
                  <a:cubicBezTo>
                    <a:pt x="5893" y="9759"/>
                    <a:pt x="4780" y="8637"/>
                    <a:pt x="4780" y="7270"/>
                  </a:cubicBezTo>
                  <a:cubicBezTo>
                    <a:pt x="4780" y="5894"/>
                    <a:pt x="5893" y="4771"/>
                    <a:pt x="7269" y="4771"/>
                  </a:cubicBezTo>
                  <a:close/>
                  <a:moveTo>
                    <a:pt x="6808" y="1"/>
                  </a:moveTo>
                  <a:cubicBezTo>
                    <a:pt x="6400" y="1"/>
                    <a:pt x="6056" y="299"/>
                    <a:pt x="5993" y="698"/>
                  </a:cubicBezTo>
                  <a:lnTo>
                    <a:pt x="5794" y="1784"/>
                  </a:lnTo>
                  <a:cubicBezTo>
                    <a:pt x="5323" y="1911"/>
                    <a:pt x="4870" y="2101"/>
                    <a:pt x="4445" y="2345"/>
                  </a:cubicBezTo>
                  <a:lnTo>
                    <a:pt x="3540" y="1711"/>
                  </a:lnTo>
                  <a:cubicBezTo>
                    <a:pt x="3394" y="1609"/>
                    <a:pt x="3226" y="1560"/>
                    <a:pt x="3059" y="1560"/>
                  </a:cubicBezTo>
                  <a:cubicBezTo>
                    <a:pt x="2842" y="1560"/>
                    <a:pt x="2626" y="1643"/>
                    <a:pt x="2462" y="1802"/>
                  </a:cubicBezTo>
                  <a:lnTo>
                    <a:pt x="1811" y="2454"/>
                  </a:lnTo>
                  <a:cubicBezTo>
                    <a:pt x="1530" y="2753"/>
                    <a:pt x="1494" y="3205"/>
                    <a:pt x="1738" y="3531"/>
                  </a:cubicBezTo>
                  <a:lnTo>
                    <a:pt x="2372" y="4436"/>
                  </a:lnTo>
                  <a:cubicBezTo>
                    <a:pt x="2128" y="4862"/>
                    <a:pt x="1937" y="5314"/>
                    <a:pt x="1811" y="5794"/>
                  </a:cubicBezTo>
                  <a:lnTo>
                    <a:pt x="697" y="5975"/>
                  </a:lnTo>
                  <a:cubicBezTo>
                    <a:pt x="299" y="6048"/>
                    <a:pt x="9" y="6383"/>
                    <a:pt x="0" y="6790"/>
                  </a:cubicBezTo>
                  <a:lnTo>
                    <a:pt x="0" y="7722"/>
                  </a:lnTo>
                  <a:cubicBezTo>
                    <a:pt x="0" y="8130"/>
                    <a:pt x="290" y="8483"/>
                    <a:pt x="697" y="8555"/>
                  </a:cubicBezTo>
                  <a:lnTo>
                    <a:pt x="1784" y="8745"/>
                  </a:lnTo>
                  <a:cubicBezTo>
                    <a:pt x="1910" y="9216"/>
                    <a:pt x="2100" y="9678"/>
                    <a:pt x="2345" y="10103"/>
                  </a:cubicBezTo>
                  <a:lnTo>
                    <a:pt x="1738" y="10999"/>
                  </a:lnTo>
                  <a:cubicBezTo>
                    <a:pt x="1503" y="11334"/>
                    <a:pt x="1539" y="11787"/>
                    <a:pt x="1829" y="12077"/>
                  </a:cubicBezTo>
                  <a:lnTo>
                    <a:pt x="2481" y="12729"/>
                  </a:lnTo>
                  <a:cubicBezTo>
                    <a:pt x="2644" y="12887"/>
                    <a:pt x="2860" y="12971"/>
                    <a:pt x="3078" y="12971"/>
                  </a:cubicBezTo>
                  <a:cubicBezTo>
                    <a:pt x="3244" y="12971"/>
                    <a:pt x="3412" y="12921"/>
                    <a:pt x="3558" y="12819"/>
                  </a:cubicBezTo>
                  <a:lnTo>
                    <a:pt x="4463" y="12185"/>
                  </a:lnTo>
                  <a:cubicBezTo>
                    <a:pt x="4889" y="12430"/>
                    <a:pt x="5341" y="12620"/>
                    <a:pt x="5812" y="12747"/>
                  </a:cubicBezTo>
                  <a:lnTo>
                    <a:pt x="6002" y="13833"/>
                  </a:lnTo>
                  <a:cubicBezTo>
                    <a:pt x="6073" y="14225"/>
                    <a:pt x="6417" y="14521"/>
                    <a:pt x="6817" y="14521"/>
                  </a:cubicBezTo>
                  <a:cubicBezTo>
                    <a:pt x="6823" y="14521"/>
                    <a:pt x="6829" y="14521"/>
                    <a:pt x="6835" y="14521"/>
                  </a:cubicBezTo>
                  <a:lnTo>
                    <a:pt x="7758" y="14521"/>
                  </a:lnTo>
                  <a:cubicBezTo>
                    <a:pt x="7764" y="14521"/>
                    <a:pt x="7770" y="14521"/>
                    <a:pt x="7776" y="14521"/>
                  </a:cubicBezTo>
                  <a:cubicBezTo>
                    <a:pt x="8176" y="14521"/>
                    <a:pt x="8511" y="14225"/>
                    <a:pt x="8582" y="13833"/>
                  </a:cubicBezTo>
                  <a:lnTo>
                    <a:pt x="8772" y="12747"/>
                  </a:lnTo>
                  <a:cubicBezTo>
                    <a:pt x="9243" y="12620"/>
                    <a:pt x="9705" y="12430"/>
                    <a:pt x="10130" y="12185"/>
                  </a:cubicBezTo>
                  <a:lnTo>
                    <a:pt x="11035" y="12819"/>
                  </a:lnTo>
                  <a:cubicBezTo>
                    <a:pt x="11177" y="12921"/>
                    <a:pt x="11343" y="12971"/>
                    <a:pt x="11508" y="12971"/>
                  </a:cubicBezTo>
                  <a:cubicBezTo>
                    <a:pt x="11724" y="12971"/>
                    <a:pt x="11940" y="12887"/>
                    <a:pt x="12104" y="12729"/>
                  </a:cubicBezTo>
                  <a:lnTo>
                    <a:pt x="12755" y="12077"/>
                  </a:lnTo>
                  <a:cubicBezTo>
                    <a:pt x="13045" y="11787"/>
                    <a:pt x="13081" y="11334"/>
                    <a:pt x="12846" y="10999"/>
                  </a:cubicBezTo>
                  <a:lnTo>
                    <a:pt x="12212" y="10094"/>
                  </a:lnTo>
                  <a:cubicBezTo>
                    <a:pt x="12457" y="9669"/>
                    <a:pt x="12647" y="9216"/>
                    <a:pt x="12773" y="8736"/>
                  </a:cubicBezTo>
                  <a:lnTo>
                    <a:pt x="13860" y="8546"/>
                  </a:lnTo>
                  <a:cubicBezTo>
                    <a:pt x="14267" y="8483"/>
                    <a:pt x="14557" y="8130"/>
                    <a:pt x="14557" y="7722"/>
                  </a:cubicBezTo>
                  <a:lnTo>
                    <a:pt x="14557" y="6790"/>
                  </a:lnTo>
                  <a:cubicBezTo>
                    <a:pt x="14557" y="6383"/>
                    <a:pt x="14267" y="6030"/>
                    <a:pt x="13860" y="5957"/>
                  </a:cubicBezTo>
                  <a:lnTo>
                    <a:pt x="12773" y="5767"/>
                  </a:lnTo>
                  <a:cubicBezTo>
                    <a:pt x="12647" y="5296"/>
                    <a:pt x="12457" y="4844"/>
                    <a:pt x="12212" y="4418"/>
                  </a:cubicBezTo>
                  <a:lnTo>
                    <a:pt x="12837" y="3531"/>
                  </a:lnTo>
                  <a:cubicBezTo>
                    <a:pt x="13072" y="3196"/>
                    <a:pt x="13027" y="2743"/>
                    <a:pt x="12746" y="2454"/>
                  </a:cubicBezTo>
                  <a:lnTo>
                    <a:pt x="12085" y="1802"/>
                  </a:lnTo>
                  <a:cubicBezTo>
                    <a:pt x="11927" y="1643"/>
                    <a:pt x="11713" y="1560"/>
                    <a:pt x="11497" y="1560"/>
                  </a:cubicBezTo>
                  <a:cubicBezTo>
                    <a:pt x="11331" y="1560"/>
                    <a:pt x="11163" y="1609"/>
                    <a:pt x="11017" y="1711"/>
                  </a:cubicBezTo>
                  <a:lnTo>
                    <a:pt x="10103" y="2345"/>
                  </a:lnTo>
                  <a:cubicBezTo>
                    <a:pt x="9677" y="2101"/>
                    <a:pt x="9225" y="1911"/>
                    <a:pt x="8754" y="1784"/>
                  </a:cubicBezTo>
                  <a:lnTo>
                    <a:pt x="8555" y="698"/>
                  </a:lnTo>
                  <a:cubicBezTo>
                    <a:pt x="8492" y="290"/>
                    <a:pt x="8138" y="1"/>
                    <a:pt x="77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43"/>
            <p:cNvSpPr/>
            <p:nvPr/>
          </p:nvSpPr>
          <p:spPr>
            <a:xfrm>
              <a:off x="758020" y="-180223"/>
              <a:ext cx="805069" cy="803141"/>
            </a:xfrm>
            <a:custGeom>
              <a:rect b="b" l="l" r="r" t="t"/>
              <a:pathLst>
                <a:path extrusionOk="0" h="11660" w="11688">
                  <a:moveTo>
                    <a:pt x="5849" y="3838"/>
                  </a:moveTo>
                  <a:cubicBezTo>
                    <a:pt x="6953" y="3838"/>
                    <a:pt x="7840" y="4735"/>
                    <a:pt x="7840" y="5830"/>
                  </a:cubicBezTo>
                  <a:cubicBezTo>
                    <a:pt x="7840" y="6934"/>
                    <a:pt x="6944" y="7831"/>
                    <a:pt x="5840" y="7831"/>
                  </a:cubicBezTo>
                  <a:cubicBezTo>
                    <a:pt x="4735" y="7831"/>
                    <a:pt x="3839" y="6934"/>
                    <a:pt x="3839" y="5830"/>
                  </a:cubicBezTo>
                  <a:cubicBezTo>
                    <a:pt x="3839" y="4726"/>
                    <a:pt x="4735" y="3838"/>
                    <a:pt x="5840" y="3838"/>
                  </a:cubicBezTo>
                  <a:close/>
                  <a:moveTo>
                    <a:pt x="5469" y="0"/>
                  </a:moveTo>
                  <a:cubicBezTo>
                    <a:pt x="5143" y="0"/>
                    <a:pt x="4862" y="235"/>
                    <a:pt x="4808" y="561"/>
                  </a:cubicBezTo>
                  <a:lnTo>
                    <a:pt x="4654" y="1430"/>
                  </a:lnTo>
                  <a:cubicBezTo>
                    <a:pt x="4274" y="1539"/>
                    <a:pt x="3912" y="1684"/>
                    <a:pt x="3568" y="1883"/>
                  </a:cubicBezTo>
                  <a:lnTo>
                    <a:pt x="2843" y="1376"/>
                  </a:lnTo>
                  <a:cubicBezTo>
                    <a:pt x="2725" y="1293"/>
                    <a:pt x="2590" y="1254"/>
                    <a:pt x="2456" y="1254"/>
                  </a:cubicBezTo>
                  <a:cubicBezTo>
                    <a:pt x="2282" y="1254"/>
                    <a:pt x="2111" y="1321"/>
                    <a:pt x="1983" y="1449"/>
                  </a:cubicBezTo>
                  <a:lnTo>
                    <a:pt x="1458" y="1974"/>
                  </a:lnTo>
                  <a:cubicBezTo>
                    <a:pt x="1232" y="2209"/>
                    <a:pt x="1205" y="2571"/>
                    <a:pt x="1395" y="2834"/>
                  </a:cubicBezTo>
                  <a:lnTo>
                    <a:pt x="1902" y="3558"/>
                  </a:lnTo>
                  <a:cubicBezTo>
                    <a:pt x="1712" y="3902"/>
                    <a:pt x="1558" y="4273"/>
                    <a:pt x="1458" y="4653"/>
                  </a:cubicBezTo>
                  <a:lnTo>
                    <a:pt x="562" y="4798"/>
                  </a:lnTo>
                  <a:cubicBezTo>
                    <a:pt x="245" y="4852"/>
                    <a:pt x="10" y="5124"/>
                    <a:pt x="1" y="5450"/>
                  </a:cubicBezTo>
                  <a:lnTo>
                    <a:pt x="1" y="6201"/>
                  </a:lnTo>
                  <a:cubicBezTo>
                    <a:pt x="1" y="6527"/>
                    <a:pt x="236" y="6808"/>
                    <a:pt x="562" y="6871"/>
                  </a:cubicBezTo>
                  <a:lnTo>
                    <a:pt x="1431" y="7016"/>
                  </a:lnTo>
                  <a:cubicBezTo>
                    <a:pt x="1531" y="7405"/>
                    <a:pt x="1685" y="7767"/>
                    <a:pt x="1884" y="8111"/>
                  </a:cubicBezTo>
                  <a:lnTo>
                    <a:pt x="1395" y="8835"/>
                  </a:lnTo>
                  <a:cubicBezTo>
                    <a:pt x="1205" y="9098"/>
                    <a:pt x="1241" y="9460"/>
                    <a:pt x="1467" y="9695"/>
                  </a:cubicBezTo>
                  <a:lnTo>
                    <a:pt x="1993" y="10221"/>
                  </a:lnTo>
                  <a:cubicBezTo>
                    <a:pt x="2125" y="10348"/>
                    <a:pt x="2299" y="10416"/>
                    <a:pt x="2472" y="10416"/>
                  </a:cubicBezTo>
                  <a:cubicBezTo>
                    <a:pt x="2605" y="10416"/>
                    <a:pt x="2738" y="10376"/>
                    <a:pt x="2852" y="10293"/>
                  </a:cubicBezTo>
                  <a:lnTo>
                    <a:pt x="3586" y="9786"/>
                  </a:lnTo>
                  <a:cubicBezTo>
                    <a:pt x="3921" y="9976"/>
                    <a:pt x="4292" y="10130"/>
                    <a:pt x="4672" y="10230"/>
                  </a:cubicBezTo>
                  <a:lnTo>
                    <a:pt x="4826" y="11108"/>
                  </a:lnTo>
                  <a:cubicBezTo>
                    <a:pt x="4880" y="11425"/>
                    <a:pt x="5161" y="11660"/>
                    <a:pt x="5487" y="11660"/>
                  </a:cubicBezTo>
                  <a:lnTo>
                    <a:pt x="6229" y="11660"/>
                  </a:lnTo>
                  <a:cubicBezTo>
                    <a:pt x="6555" y="11660"/>
                    <a:pt x="6836" y="11425"/>
                    <a:pt x="6890" y="11108"/>
                  </a:cubicBezTo>
                  <a:lnTo>
                    <a:pt x="7044" y="10230"/>
                  </a:lnTo>
                  <a:cubicBezTo>
                    <a:pt x="7424" y="10130"/>
                    <a:pt x="7786" y="9976"/>
                    <a:pt x="8130" y="9786"/>
                  </a:cubicBezTo>
                  <a:lnTo>
                    <a:pt x="8863" y="10293"/>
                  </a:lnTo>
                  <a:cubicBezTo>
                    <a:pt x="8978" y="10376"/>
                    <a:pt x="9111" y="10416"/>
                    <a:pt x="9244" y="10416"/>
                  </a:cubicBezTo>
                  <a:cubicBezTo>
                    <a:pt x="9417" y="10416"/>
                    <a:pt x="9590" y="10348"/>
                    <a:pt x="9723" y="10221"/>
                  </a:cubicBezTo>
                  <a:lnTo>
                    <a:pt x="10239" y="9695"/>
                  </a:lnTo>
                  <a:cubicBezTo>
                    <a:pt x="10475" y="9460"/>
                    <a:pt x="10502" y="9098"/>
                    <a:pt x="10321" y="8835"/>
                  </a:cubicBezTo>
                  <a:lnTo>
                    <a:pt x="9805" y="8102"/>
                  </a:lnTo>
                  <a:cubicBezTo>
                    <a:pt x="10004" y="7767"/>
                    <a:pt x="10158" y="7396"/>
                    <a:pt x="10258" y="7016"/>
                  </a:cubicBezTo>
                  <a:lnTo>
                    <a:pt x="11136" y="6862"/>
                  </a:lnTo>
                  <a:cubicBezTo>
                    <a:pt x="11452" y="6808"/>
                    <a:pt x="11688" y="6527"/>
                    <a:pt x="11688" y="6201"/>
                  </a:cubicBezTo>
                  <a:lnTo>
                    <a:pt x="11688" y="5450"/>
                  </a:lnTo>
                  <a:cubicBezTo>
                    <a:pt x="11688" y="5124"/>
                    <a:pt x="11452" y="4843"/>
                    <a:pt x="11136" y="4789"/>
                  </a:cubicBezTo>
                  <a:lnTo>
                    <a:pt x="10258" y="4635"/>
                  </a:lnTo>
                  <a:cubicBezTo>
                    <a:pt x="10158" y="4255"/>
                    <a:pt x="10004" y="3884"/>
                    <a:pt x="9805" y="3549"/>
                  </a:cubicBezTo>
                  <a:lnTo>
                    <a:pt x="10303" y="2834"/>
                  </a:lnTo>
                  <a:cubicBezTo>
                    <a:pt x="10493" y="2571"/>
                    <a:pt x="10466" y="2209"/>
                    <a:pt x="10230" y="1974"/>
                  </a:cubicBezTo>
                  <a:lnTo>
                    <a:pt x="9705" y="1449"/>
                  </a:lnTo>
                  <a:cubicBezTo>
                    <a:pt x="9577" y="1321"/>
                    <a:pt x="9406" y="1254"/>
                    <a:pt x="9233" y="1254"/>
                  </a:cubicBezTo>
                  <a:cubicBezTo>
                    <a:pt x="9099" y="1254"/>
                    <a:pt x="8964" y="1293"/>
                    <a:pt x="8845" y="1376"/>
                  </a:cubicBezTo>
                  <a:lnTo>
                    <a:pt x="8112" y="1883"/>
                  </a:lnTo>
                  <a:cubicBezTo>
                    <a:pt x="7777" y="1684"/>
                    <a:pt x="7406" y="1539"/>
                    <a:pt x="7026" y="1430"/>
                  </a:cubicBezTo>
                  <a:lnTo>
                    <a:pt x="6872" y="561"/>
                  </a:lnTo>
                  <a:cubicBezTo>
                    <a:pt x="6818" y="235"/>
                    <a:pt x="6537" y="0"/>
                    <a:pt x="62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7" name="Google Shape;307;p43"/>
            <p:cNvGrpSpPr/>
            <p:nvPr/>
          </p:nvGrpSpPr>
          <p:grpSpPr>
            <a:xfrm>
              <a:off x="8332762" y="208643"/>
              <a:ext cx="1119426" cy="814515"/>
              <a:chOff x="1835150" y="2508950"/>
              <a:chExt cx="335650" cy="244225"/>
            </a:xfrm>
          </p:grpSpPr>
          <p:sp>
            <p:nvSpPr>
              <p:cNvPr id="308" name="Google Shape;308;p43"/>
              <p:cNvSpPr/>
              <p:nvPr/>
            </p:nvSpPr>
            <p:spPr>
              <a:xfrm>
                <a:off x="1835150" y="2508950"/>
                <a:ext cx="335650" cy="244225"/>
              </a:xfrm>
              <a:custGeom>
                <a:rect b="b" l="l" r="r" t="t"/>
                <a:pathLst>
                  <a:path extrusionOk="0" h="9769" w="13426">
                    <a:moveTo>
                      <a:pt x="1223" y="1"/>
                    </a:moveTo>
                    <a:cubicBezTo>
                      <a:pt x="553" y="1"/>
                      <a:pt x="1" y="544"/>
                      <a:pt x="1" y="1223"/>
                    </a:cubicBezTo>
                    <a:lnTo>
                      <a:pt x="1" y="5568"/>
                    </a:lnTo>
                    <a:cubicBezTo>
                      <a:pt x="1" y="6247"/>
                      <a:pt x="553" y="6799"/>
                      <a:pt x="1223" y="6799"/>
                    </a:cubicBezTo>
                    <a:lnTo>
                      <a:pt x="1449" y="6799"/>
                    </a:lnTo>
                    <a:lnTo>
                      <a:pt x="1449" y="9769"/>
                    </a:lnTo>
                    <a:lnTo>
                      <a:pt x="3477" y="6799"/>
                    </a:lnTo>
                    <a:lnTo>
                      <a:pt x="12204" y="6799"/>
                    </a:lnTo>
                    <a:cubicBezTo>
                      <a:pt x="12874" y="6799"/>
                      <a:pt x="13426" y="6247"/>
                      <a:pt x="13426" y="5568"/>
                    </a:cubicBezTo>
                    <a:lnTo>
                      <a:pt x="13426" y="1223"/>
                    </a:lnTo>
                    <a:cubicBezTo>
                      <a:pt x="13426" y="544"/>
                      <a:pt x="12874" y="1"/>
                      <a:pt x="122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43"/>
              <p:cNvSpPr/>
              <p:nvPr/>
            </p:nvSpPr>
            <p:spPr>
              <a:xfrm>
                <a:off x="1905325" y="2583200"/>
                <a:ext cx="29675" cy="29900"/>
              </a:xfrm>
              <a:custGeom>
                <a:rect b="b" l="l" r="r" t="t"/>
                <a:pathLst>
                  <a:path extrusionOk="0" h="1196" w="1187">
                    <a:moveTo>
                      <a:pt x="589" y="0"/>
                    </a:moveTo>
                    <a:cubicBezTo>
                      <a:pt x="263" y="0"/>
                      <a:pt x="0" y="272"/>
                      <a:pt x="0" y="598"/>
                    </a:cubicBezTo>
                    <a:cubicBezTo>
                      <a:pt x="0" y="924"/>
                      <a:pt x="263" y="1195"/>
                      <a:pt x="589" y="1195"/>
                    </a:cubicBezTo>
                    <a:cubicBezTo>
                      <a:pt x="924" y="1195"/>
                      <a:pt x="1186" y="924"/>
                      <a:pt x="1186" y="598"/>
                    </a:cubicBezTo>
                    <a:cubicBezTo>
                      <a:pt x="1186" y="272"/>
                      <a:pt x="92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43"/>
              <p:cNvSpPr/>
              <p:nvPr/>
            </p:nvSpPr>
            <p:spPr>
              <a:xfrm>
                <a:off x="1990175" y="2583200"/>
                <a:ext cx="29900" cy="29900"/>
              </a:xfrm>
              <a:custGeom>
                <a:rect b="b" l="l" r="r" t="t"/>
                <a:pathLst>
                  <a:path extrusionOk="0" h="1196" w="1196">
                    <a:moveTo>
                      <a:pt x="598" y="0"/>
                    </a:moveTo>
                    <a:cubicBezTo>
                      <a:pt x="273" y="0"/>
                      <a:pt x="1" y="272"/>
                      <a:pt x="1" y="598"/>
                    </a:cubicBezTo>
                    <a:cubicBezTo>
                      <a:pt x="1" y="924"/>
                      <a:pt x="273" y="1195"/>
                      <a:pt x="598" y="1195"/>
                    </a:cubicBezTo>
                    <a:cubicBezTo>
                      <a:pt x="924" y="1195"/>
                      <a:pt x="1196" y="924"/>
                      <a:pt x="1196" y="598"/>
                    </a:cubicBezTo>
                    <a:cubicBezTo>
                      <a:pt x="1196" y="272"/>
                      <a:pt x="924" y="0"/>
                      <a:pt x="5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43"/>
              <p:cNvSpPr/>
              <p:nvPr/>
            </p:nvSpPr>
            <p:spPr>
              <a:xfrm>
                <a:off x="2075275" y="2583200"/>
                <a:ext cx="29675" cy="29900"/>
              </a:xfrm>
              <a:custGeom>
                <a:rect b="b" l="l" r="r" t="t"/>
                <a:pathLst>
                  <a:path extrusionOk="0" h="1196" w="1187">
                    <a:moveTo>
                      <a:pt x="589" y="0"/>
                    </a:moveTo>
                    <a:cubicBezTo>
                      <a:pt x="263" y="0"/>
                      <a:pt x="1" y="272"/>
                      <a:pt x="1" y="598"/>
                    </a:cubicBezTo>
                    <a:cubicBezTo>
                      <a:pt x="1" y="924"/>
                      <a:pt x="263" y="1195"/>
                      <a:pt x="589" y="1195"/>
                    </a:cubicBezTo>
                    <a:cubicBezTo>
                      <a:pt x="924" y="1195"/>
                      <a:pt x="1187" y="924"/>
                      <a:pt x="1187" y="598"/>
                    </a:cubicBezTo>
                    <a:cubicBezTo>
                      <a:pt x="1187" y="272"/>
                      <a:pt x="924" y="0"/>
                      <a:pt x="5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2" name="Google Shape;312;p43"/>
            <p:cNvGrpSpPr/>
            <p:nvPr/>
          </p:nvGrpSpPr>
          <p:grpSpPr>
            <a:xfrm>
              <a:off x="-140049" y="3995853"/>
              <a:ext cx="720809" cy="891736"/>
              <a:chOff x="-155849" y="3975828"/>
              <a:chExt cx="720809" cy="891736"/>
            </a:xfrm>
          </p:grpSpPr>
          <p:sp>
            <p:nvSpPr>
              <p:cNvPr id="313" name="Google Shape;313;p43"/>
              <p:cNvSpPr/>
              <p:nvPr/>
            </p:nvSpPr>
            <p:spPr>
              <a:xfrm>
                <a:off x="-155849" y="3975828"/>
                <a:ext cx="720809" cy="891736"/>
              </a:xfrm>
              <a:custGeom>
                <a:rect b="b" l="l" r="r" t="t"/>
                <a:pathLst>
                  <a:path extrusionOk="0" h="18604" w="15038">
                    <a:moveTo>
                      <a:pt x="933" y="1"/>
                    </a:moveTo>
                    <a:cubicBezTo>
                      <a:pt x="417" y="1"/>
                      <a:pt x="1" y="417"/>
                      <a:pt x="1" y="933"/>
                    </a:cubicBezTo>
                    <a:lnTo>
                      <a:pt x="1" y="17672"/>
                    </a:lnTo>
                    <a:cubicBezTo>
                      <a:pt x="1" y="18188"/>
                      <a:pt x="417" y="18604"/>
                      <a:pt x="933" y="18604"/>
                    </a:cubicBezTo>
                    <a:lnTo>
                      <a:pt x="14114" y="18604"/>
                    </a:lnTo>
                    <a:cubicBezTo>
                      <a:pt x="14621" y="18604"/>
                      <a:pt x="15037" y="18188"/>
                      <a:pt x="15037" y="17672"/>
                    </a:cubicBezTo>
                    <a:lnTo>
                      <a:pt x="15037" y="933"/>
                    </a:lnTo>
                    <a:cubicBezTo>
                      <a:pt x="15037" y="417"/>
                      <a:pt x="14621" y="1"/>
                      <a:pt x="1411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43"/>
              <p:cNvSpPr/>
              <p:nvPr/>
            </p:nvSpPr>
            <p:spPr>
              <a:xfrm>
                <a:off x="-26096" y="4103424"/>
                <a:ext cx="461734" cy="21713"/>
              </a:xfrm>
              <a:custGeom>
                <a:rect b="b" l="l" r="r" t="t"/>
                <a:pathLst>
                  <a:path extrusionOk="0" h="453" w="9633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3"/>
                      <a:pt x="9633" y="227"/>
                    </a:cubicBezTo>
                    <a:cubicBezTo>
                      <a:pt x="9633" y="100"/>
                      <a:pt x="9524" y="0"/>
                      <a:pt x="94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43"/>
              <p:cNvSpPr/>
              <p:nvPr/>
            </p:nvSpPr>
            <p:spPr>
              <a:xfrm>
                <a:off x="-26096" y="4164586"/>
                <a:ext cx="461734" cy="21761"/>
              </a:xfrm>
              <a:custGeom>
                <a:rect b="b" l="l" r="r" t="t"/>
                <a:pathLst>
                  <a:path extrusionOk="0" h="454" w="9633">
                    <a:moveTo>
                      <a:pt x="227" y="1"/>
                    </a:moveTo>
                    <a:cubicBezTo>
                      <a:pt x="100" y="1"/>
                      <a:pt x="1" y="100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4"/>
                      <a:pt x="9633" y="227"/>
                    </a:cubicBezTo>
                    <a:cubicBezTo>
                      <a:pt x="9633" y="10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43"/>
              <p:cNvSpPr/>
              <p:nvPr/>
            </p:nvSpPr>
            <p:spPr>
              <a:xfrm>
                <a:off x="-26096" y="4225364"/>
                <a:ext cx="303796" cy="21713"/>
              </a:xfrm>
              <a:custGeom>
                <a:rect b="b" l="l" r="r" t="t"/>
                <a:pathLst>
                  <a:path extrusionOk="0" h="453" w="6338">
                    <a:moveTo>
                      <a:pt x="227" y="0"/>
                    </a:moveTo>
                    <a:cubicBezTo>
                      <a:pt x="100" y="0"/>
                      <a:pt x="1" y="109"/>
                      <a:pt x="1" y="226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3"/>
                      <a:pt x="6338" y="226"/>
                    </a:cubicBezTo>
                    <a:cubicBezTo>
                      <a:pt x="6338" y="109"/>
                      <a:pt x="6238" y="0"/>
                      <a:pt x="61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43"/>
              <p:cNvSpPr/>
              <p:nvPr/>
            </p:nvSpPr>
            <p:spPr>
              <a:xfrm>
                <a:off x="-26096" y="4355932"/>
                <a:ext cx="461734" cy="21761"/>
              </a:xfrm>
              <a:custGeom>
                <a:rect b="b" l="l" r="r" t="t"/>
                <a:pathLst>
                  <a:path extrusionOk="0" h="454" w="9633">
                    <a:moveTo>
                      <a:pt x="227" y="1"/>
                    </a:moveTo>
                    <a:cubicBezTo>
                      <a:pt x="100" y="1"/>
                      <a:pt x="1" y="101"/>
                      <a:pt x="1" y="227"/>
                    </a:cubicBezTo>
                    <a:cubicBezTo>
                      <a:pt x="1" y="354"/>
                      <a:pt x="100" y="454"/>
                      <a:pt x="227" y="454"/>
                    </a:cubicBezTo>
                    <a:lnTo>
                      <a:pt x="9406" y="454"/>
                    </a:lnTo>
                    <a:cubicBezTo>
                      <a:pt x="9524" y="454"/>
                      <a:pt x="9633" y="354"/>
                      <a:pt x="9633" y="227"/>
                    </a:cubicBezTo>
                    <a:cubicBezTo>
                      <a:pt x="9633" y="101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43"/>
              <p:cNvSpPr/>
              <p:nvPr/>
            </p:nvSpPr>
            <p:spPr>
              <a:xfrm>
                <a:off x="-26096" y="4417142"/>
                <a:ext cx="461734" cy="21713"/>
              </a:xfrm>
              <a:custGeom>
                <a:rect b="b" l="l" r="r" t="t"/>
                <a:pathLst>
                  <a:path extrusionOk="0" h="453" w="9633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4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44"/>
                      <a:pt x="9633" y="227"/>
                    </a:cubicBezTo>
                    <a:cubicBezTo>
                      <a:pt x="9633" y="100"/>
                      <a:pt x="9524" y="0"/>
                      <a:pt x="94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43"/>
              <p:cNvSpPr/>
              <p:nvPr/>
            </p:nvSpPr>
            <p:spPr>
              <a:xfrm>
                <a:off x="-26096" y="4477872"/>
                <a:ext cx="303796" cy="21761"/>
              </a:xfrm>
              <a:custGeom>
                <a:rect b="b" l="l" r="r" t="t"/>
                <a:pathLst>
                  <a:path extrusionOk="0" h="454" w="6338">
                    <a:moveTo>
                      <a:pt x="227" y="1"/>
                    </a:moveTo>
                    <a:cubicBezTo>
                      <a:pt x="100" y="1"/>
                      <a:pt x="1" y="109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4"/>
                      <a:pt x="6338" y="227"/>
                    </a:cubicBezTo>
                    <a:cubicBezTo>
                      <a:pt x="6338" y="109"/>
                      <a:pt x="6238" y="1"/>
                      <a:pt x="61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43"/>
              <p:cNvSpPr/>
              <p:nvPr/>
            </p:nvSpPr>
            <p:spPr>
              <a:xfrm>
                <a:off x="-26096" y="4608488"/>
                <a:ext cx="461734" cy="21761"/>
              </a:xfrm>
              <a:custGeom>
                <a:rect b="b" l="l" r="r" t="t"/>
                <a:pathLst>
                  <a:path extrusionOk="0" h="454" w="9633">
                    <a:moveTo>
                      <a:pt x="227" y="1"/>
                    </a:moveTo>
                    <a:cubicBezTo>
                      <a:pt x="100" y="1"/>
                      <a:pt x="1" y="100"/>
                      <a:pt x="1" y="227"/>
                    </a:cubicBezTo>
                    <a:cubicBezTo>
                      <a:pt x="1" y="354"/>
                      <a:pt x="100" y="453"/>
                      <a:pt x="227" y="453"/>
                    </a:cubicBezTo>
                    <a:lnTo>
                      <a:pt x="9406" y="453"/>
                    </a:lnTo>
                    <a:cubicBezTo>
                      <a:pt x="9524" y="453"/>
                      <a:pt x="9633" y="354"/>
                      <a:pt x="9633" y="227"/>
                    </a:cubicBezTo>
                    <a:cubicBezTo>
                      <a:pt x="9633" y="10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43"/>
              <p:cNvSpPr/>
              <p:nvPr/>
            </p:nvSpPr>
            <p:spPr>
              <a:xfrm>
                <a:off x="-26096" y="4669219"/>
                <a:ext cx="461734" cy="21761"/>
              </a:xfrm>
              <a:custGeom>
                <a:rect b="b" l="l" r="r" t="t"/>
                <a:pathLst>
                  <a:path extrusionOk="0" h="454" w="9633">
                    <a:moveTo>
                      <a:pt x="227" y="1"/>
                    </a:moveTo>
                    <a:cubicBezTo>
                      <a:pt x="100" y="1"/>
                      <a:pt x="1" y="110"/>
                      <a:pt x="1" y="227"/>
                    </a:cubicBezTo>
                    <a:cubicBezTo>
                      <a:pt x="1" y="354"/>
                      <a:pt x="100" y="454"/>
                      <a:pt x="227" y="454"/>
                    </a:cubicBezTo>
                    <a:lnTo>
                      <a:pt x="9406" y="454"/>
                    </a:lnTo>
                    <a:cubicBezTo>
                      <a:pt x="9524" y="454"/>
                      <a:pt x="9633" y="354"/>
                      <a:pt x="9633" y="227"/>
                    </a:cubicBezTo>
                    <a:cubicBezTo>
                      <a:pt x="9633" y="110"/>
                      <a:pt x="9524" y="1"/>
                      <a:pt x="94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43"/>
              <p:cNvSpPr/>
              <p:nvPr/>
            </p:nvSpPr>
            <p:spPr>
              <a:xfrm>
                <a:off x="-26096" y="4730428"/>
                <a:ext cx="303796" cy="21713"/>
              </a:xfrm>
              <a:custGeom>
                <a:rect b="b" l="l" r="r" t="t"/>
                <a:pathLst>
                  <a:path extrusionOk="0" h="453" w="6338">
                    <a:moveTo>
                      <a:pt x="227" y="0"/>
                    </a:moveTo>
                    <a:cubicBezTo>
                      <a:pt x="100" y="0"/>
                      <a:pt x="1" y="100"/>
                      <a:pt x="1" y="227"/>
                    </a:cubicBezTo>
                    <a:cubicBezTo>
                      <a:pt x="1" y="353"/>
                      <a:pt x="100" y="453"/>
                      <a:pt x="227" y="453"/>
                    </a:cubicBezTo>
                    <a:lnTo>
                      <a:pt x="6111" y="453"/>
                    </a:lnTo>
                    <a:cubicBezTo>
                      <a:pt x="6238" y="453"/>
                      <a:pt x="6338" y="353"/>
                      <a:pt x="6338" y="227"/>
                    </a:cubicBezTo>
                    <a:cubicBezTo>
                      <a:pt x="6338" y="100"/>
                      <a:pt x="6238" y="0"/>
                      <a:pt x="61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3" name="Google Shape;323;p43"/>
            <p:cNvSpPr/>
            <p:nvPr/>
          </p:nvSpPr>
          <p:spPr>
            <a:xfrm>
              <a:off x="3446428" y="4603994"/>
              <a:ext cx="805069" cy="803170"/>
            </a:xfrm>
            <a:custGeom>
              <a:rect b="b" l="l" r="r" t="t"/>
              <a:pathLst>
                <a:path extrusionOk="0" h="11660" w="11688">
                  <a:moveTo>
                    <a:pt x="5849" y="3838"/>
                  </a:moveTo>
                  <a:cubicBezTo>
                    <a:pt x="6953" y="3838"/>
                    <a:pt x="7840" y="4735"/>
                    <a:pt x="7840" y="5830"/>
                  </a:cubicBezTo>
                  <a:cubicBezTo>
                    <a:pt x="7840" y="6934"/>
                    <a:pt x="6944" y="7831"/>
                    <a:pt x="5840" y="7831"/>
                  </a:cubicBezTo>
                  <a:cubicBezTo>
                    <a:pt x="4735" y="7831"/>
                    <a:pt x="3839" y="6934"/>
                    <a:pt x="3839" y="5830"/>
                  </a:cubicBezTo>
                  <a:cubicBezTo>
                    <a:pt x="3839" y="4726"/>
                    <a:pt x="4735" y="3838"/>
                    <a:pt x="5840" y="3838"/>
                  </a:cubicBezTo>
                  <a:close/>
                  <a:moveTo>
                    <a:pt x="5469" y="0"/>
                  </a:moveTo>
                  <a:cubicBezTo>
                    <a:pt x="5143" y="0"/>
                    <a:pt x="4862" y="235"/>
                    <a:pt x="4808" y="561"/>
                  </a:cubicBezTo>
                  <a:lnTo>
                    <a:pt x="4654" y="1430"/>
                  </a:lnTo>
                  <a:cubicBezTo>
                    <a:pt x="4274" y="1539"/>
                    <a:pt x="3912" y="1684"/>
                    <a:pt x="3568" y="1883"/>
                  </a:cubicBezTo>
                  <a:lnTo>
                    <a:pt x="2843" y="1376"/>
                  </a:lnTo>
                  <a:cubicBezTo>
                    <a:pt x="2725" y="1293"/>
                    <a:pt x="2590" y="1254"/>
                    <a:pt x="2456" y="1254"/>
                  </a:cubicBezTo>
                  <a:cubicBezTo>
                    <a:pt x="2282" y="1254"/>
                    <a:pt x="2111" y="1321"/>
                    <a:pt x="1983" y="1449"/>
                  </a:cubicBezTo>
                  <a:lnTo>
                    <a:pt x="1458" y="1974"/>
                  </a:lnTo>
                  <a:cubicBezTo>
                    <a:pt x="1232" y="2209"/>
                    <a:pt x="1205" y="2571"/>
                    <a:pt x="1395" y="2834"/>
                  </a:cubicBezTo>
                  <a:lnTo>
                    <a:pt x="1902" y="3558"/>
                  </a:lnTo>
                  <a:cubicBezTo>
                    <a:pt x="1712" y="3902"/>
                    <a:pt x="1558" y="4273"/>
                    <a:pt x="1458" y="4653"/>
                  </a:cubicBezTo>
                  <a:lnTo>
                    <a:pt x="562" y="4798"/>
                  </a:lnTo>
                  <a:cubicBezTo>
                    <a:pt x="245" y="4852"/>
                    <a:pt x="10" y="5124"/>
                    <a:pt x="1" y="5450"/>
                  </a:cubicBezTo>
                  <a:lnTo>
                    <a:pt x="1" y="6201"/>
                  </a:lnTo>
                  <a:cubicBezTo>
                    <a:pt x="1" y="6527"/>
                    <a:pt x="236" y="6808"/>
                    <a:pt x="562" y="6871"/>
                  </a:cubicBezTo>
                  <a:lnTo>
                    <a:pt x="1431" y="7016"/>
                  </a:lnTo>
                  <a:cubicBezTo>
                    <a:pt x="1531" y="7405"/>
                    <a:pt x="1685" y="7767"/>
                    <a:pt x="1884" y="8111"/>
                  </a:cubicBezTo>
                  <a:lnTo>
                    <a:pt x="1395" y="8835"/>
                  </a:lnTo>
                  <a:cubicBezTo>
                    <a:pt x="1205" y="9098"/>
                    <a:pt x="1241" y="9460"/>
                    <a:pt x="1467" y="9695"/>
                  </a:cubicBezTo>
                  <a:lnTo>
                    <a:pt x="1993" y="10221"/>
                  </a:lnTo>
                  <a:cubicBezTo>
                    <a:pt x="2125" y="10348"/>
                    <a:pt x="2299" y="10416"/>
                    <a:pt x="2472" y="10416"/>
                  </a:cubicBezTo>
                  <a:cubicBezTo>
                    <a:pt x="2605" y="10416"/>
                    <a:pt x="2738" y="10376"/>
                    <a:pt x="2852" y="10293"/>
                  </a:cubicBezTo>
                  <a:lnTo>
                    <a:pt x="3586" y="9786"/>
                  </a:lnTo>
                  <a:cubicBezTo>
                    <a:pt x="3921" y="9976"/>
                    <a:pt x="4292" y="10130"/>
                    <a:pt x="4672" y="10230"/>
                  </a:cubicBezTo>
                  <a:lnTo>
                    <a:pt x="4826" y="11108"/>
                  </a:lnTo>
                  <a:cubicBezTo>
                    <a:pt x="4880" y="11425"/>
                    <a:pt x="5161" y="11660"/>
                    <a:pt x="5487" y="11660"/>
                  </a:cubicBezTo>
                  <a:lnTo>
                    <a:pt x="6229" y="11660"/>
                  </a:lnTo>
                  <a:cubicBezTo>
                    <a:pt x="6555" y="11660"/>
                    <a:pt x="6836" y="11425"/>
                    <a:pt x="6890" y="11108"/>
                  </a:cubicBezTo>
                  <a:lnTo>
                    <a:pt x="7044" y="10230"/>
                  </a:lnTo>
                  <a:cubicBezTo>
                    <a:pt x="7424" y="10130"/>
                    <a:pt x="7786" y="9976"/>
                    <a:pt x="8130" y="9786"/>
                  </a:cubicBezTo>
                  <a:lnTo>
                    <a:pt x="8863" y="10293"/>
                  </a:lnTo>
                  <a:cubicBezTo>
                    <a:pt x="8978" y="10376"/>
                    <a:pt x="9111" y="10416"/>
                    <a:pt x="9244" y="10416"/>
                  </a:cubicBezTo>
                  <a:cubicBezTo>
                    <a:pt x="9417" y="10416"/>
                    <a:pt x="9590" y="10348"/>
                    <a:pt x="9723" y="10221"/>
                  </a:cubicBezTo>
                  <a:lnTo>
                    <a:pt x="10239" y="9695"/>
                  </a:lnTo>
                  <a:cubicBezTo>
                    <a:pt x="10475" y="9460"/>
                    <a:pt x="10502" y="9098"/>
                    <a:pt x="10321" y="8835"/>
                  </a:cubicBezTo>
                  <a:lnTo>
                    <a:pt x="9805" y="8102"/>
                  </a:lnTo>
                  <a:cubicBezTo>
                    <a:pt x="10004" y="7767"/>
                    <a:pt x="10158" y="7396"/>
                    <a:pt x="10258" y="7016"/>
                  </a:cubicBezTo>
                  <a:lnTo>
                    <a:pt x="11136" y="6862"/>
                  </a:lnTo>
                  <a:cubicBezTo>
                    <a:pt x="11452" y="6808"/>
                    <a:pt x="11688" y="6527"/>
                    <a:pt x="11688" y="6201"/>
                  </a:cubicBezTo>
                  <a:lnTo>
                    <a:pt x="11688" y="5450"/>
                  </a:lnTo>
                  <a:cubicBezTo>
                    <a:pt x="11688" y="5124"/>
                    <a:pt x="11452" y="4843"/>
                    <a:pt x="11136" y="4789"/>
                  </a:cubicBezTo>
                  <a:lnTo>
                    <a:pt x="10258" y="4635"/>
                  </a:lnTo>
                  <a:cubicBezTo>
                    <a:pt x="10158" y="4255"/>
                    <a:pt x="10004" y="3884"/>
                    <a:pt x="9805" y="3549"/>
                  </a:cubicBezTo>
                  <a:lnTo>
                    <a:pt x="10303" y="2834"/>
                  </a:lnTo>
                  <a:cubicBezTo>
                    <a:pt x="10493" y="2571"/>
                    <a:pt x="10466" y="2209"/>
                    <a:pt x="10230" y="1974"/>
                  </a:cubicBezTo>
                  <a:lnTo>
                    <a:pt x="9705" y="1449"/>
                  </a:lnTo>
                  <a:cubicBezTo>
                    <a:pt x="9577" y="1321"/>
                    <a:pt x="9406" y="1254"/>
                    <a:pt x="9233" y="1254"/>
                  </a:cubicBezTo>
                  <a:cubicBezTo>
                    <a:pt x="9099" y="1254"/>
                    <a:pt x="8964" y="1293"/>
                    <a:pt x="8845" y="1376"/>
                  </a:cubicBezTo>
                  <a:lnTo>
                    <a:pt x="8112" y="1883"/>
                  </a:lnTo>
                  <a:cubicBezTo>
                    <a:pt x="7777" y="1684"/>
                    <a:pt x="7406" y="1539"/>
                    <a:pt x="7026" y="1430"/>
                  </a:cubicBezTo>
                  <a:lnTo>
                    <a:pt x="6872" y="561"/>
                  </a:lnTo>
                  <a:cubicBezTo>
                    <a:pt x="6818" y="235"/>
                    <a:pt x="6537" y="0"/>
                    <a:pt x="62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4" name="Google Shape;324;p43"/>
            <p:cNvGrpSpPr/>
            <p:nvPr/>
          </p:nvGrpSpPr>
          <p:grpSpPr>
            <a:xfrm>
              <a:off x="3938435" y="-257103"/>
              <a:ext cx="1119452" cy="796601"/>
              <a:chOff x="3858275" y="126750"/>
              <a:chExt cx="864375" cy="615088"/>
            </a:xfrm>
          </p:grpSpPr>
          <p:sp>
            <p:nvSpPr>
              <p:cNvPr id="325" name="Google Shape;325;p43"/>
              <p:cNvSpPr/>
              <p:nvPr/>
            </p:nvSpPr>
            <p:spPr>
              <a:xfrm>
                <a:off x="3858275" y="126750"/>
                <a:ext cx="864375" cy="615088"/>
              </a:xfrm>
              <a:custGeom>
                <a:rect b="b" l="l" r="r" t="t"/>
                <a:pathLst>
                  <a:path extrusionOk="0" h="14784" w="20777">
                    <a:moveTo>
                      <a:pt x="951" y="0"/>
                    </a:moveTo>
                    <a:cubicBezTo>
                      <a:pt x="426" y="0"/>
                      <a:pt x="1" y="435"/>
                      <a:pt x="1" y="960"/>
                    </a:cubicBezTo>
                    <a:lnTo>
                      <a:pt x="1" y="13833"/>
                    </a:lnTo>
                    <a:cubicBezTo>
                      <a:pt x="1" y="14358"/>
                      <a:pt x="426" y="14783"/>
                      <a:pt x="951" y="14783"/>
                    </a:cubicBezTo>
                    <a:lnTo>
                      <a:pt x="19817" y="14783"/>
                    </a:lnTo>
                    <a:cubicBezTo>
                      <a:pt x="20351" y="14783"/>
                      <a:pt x="20776" y="14358"/>
                      <a:pt x="20776" y="13833"/>
                    </a:cubicBezTo>
                    <a:lnTo>
                      <a:pt x="20776" y="960"/>
                    </a:lnTo>
                    <a:cubicBezTo>
                      <a:pt x="20776" y="435"/>
                      <a:pt x="20351" y="0"/>
                      <a:pt x="198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43"/>
              <p:cNvSpPr/>
              <p:nvPr/>
            </p:nvSpPr>
            <p:spPr>
              <a:xfrm>
                <a:off x="3956585" y="207712"/>
                <a:ext cx="667762" cy="453494"/>
              </a:xfrm>
              <a:custGeom>
                <a:rect b="b" l="l" r="r" t="t"/>
                <a:pathLst>
                  <a:path extrusionOk="0" h="10900" w="16051">
                    <a:moveTo>
                      <a:pt x="960" y="0"/>
                    </a:moveTo>
                    <a:cubicBezTo>
                      <a:pt x="426" y="0"/>
                      <a:pt x="0" y="426"/>
                      <a:pt x="0" y="960"/>
                    </a:cubicBezTo>
                    <a:lnTo>
                      <a:pt x="0" y="9940"/>
                    </a:lnTo>
                    <a:cubicBezTo>
                      <a:pt x="0" y="10474"/>
                      <a:pt x="426" y="10900"/>
                      <a:pt x="960" y="10900"/>
                    </a:cubicBezTo>
                    <a:lnTo>
                      <a:pt x="15091" y="10900"/>
                    </a:lnTo>
                    <a:cubicBezTo>
                      <a:pt x="15616" y="10900"/>
                      <a:pt x="16051" y="10474"/>
                      <a:pt x="16051" y="9940"/>
                    </a:cubicBezTo>
                    <a:lnTo>
                      <a:pt x="16051" y="960"/>
                    </a:lnTo>
                    <a:cubicBezTo>
                      <a:pt x="16051" y="426"/>
                      <a:pt x="15616" y="0"/>
                      <a:pt x="150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43"/>
              <p:cNvSpPr/>
              <p:nvPr/>
            </p:nvSpPr>
            <p:spPr>
              <a:xfrm>
                <a:off x="4301188" y="333481"/>
                <a:ext cx="323168" cy="327723"/>
              </a:xfrm>
              <a:custGeom>
                <a:rect b="b" l="l" r="r" t="t"/>
                <a:pathLst>
                  <a:path extrusionOk="0" h="7877" w="7768">
                    <a:moveTo>
                      <a:pt x="4309" y="1"/>
                    </a:moveTo>
                    <a:lnTo>
                      <a:pt x="0" y="5270"/>
                    </a:lnTo>
                    <a:lnTo>
                      <a:pt x="2653" y="7877"/>
                    </a:lnTo>
                    <a:lnTo>
                      <a:pt x="6808" y="7877"/>
                    </a:lnTo>
                    <a:cubicBezTo>
                      <a:pt x="7333" y="7877"/>
                      <a:pt x="7768" y="7451"/>
                      <a:pt x="7768" y="6917"/>
                    </a:cubicBezTo>
                    <a:lnTo>
                      <a:pt x="7768" y="4871"/>
                    </a:lnTo>
                    <a:lnTo>
                      <a:pt x="430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43"/>
              <p:cNvSpPr/>
              <p:nvPr/>
            </p:nvSpPr>
            <p:spPr>
              <a:xfrm>
                <a:off x="4039043" y="471357"/>
                <a:ext cx="372509" cy="189844"/>
              </a:xfrm>
              <a:custGeom>
                <a:rect b="b" l="l" r="r" t="t"/>
                <a:pathLst>
                  <a:path extrusionOk="0" h="4563" w="8954">
                    <a:moveTo>
                      <a:pt x="4319" y="0"/>
                    </a:moveTo>
                    <a:lnTo>
                      <a:pt x="1" y="4563"/>
                    </a:lnTo>
                    <a:lnTo>
                      <a:pt x="8954" y="4563"/>
                    </a:lnTo>
                    <a:lnTo>
                      <a:pt x="6301" y="1956"/>
                    </a:lnTo>
                    <a:lnTo>
                      <a:pt x="43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43"/>
              <p:cNvSpPr/>
              <p:nvPr/>
            </p:nvSpPr>
            <p:spPr>
              <a:xfrm>
                <a:off x="4042080" y="291336"/>
                <a:ext cx="141240" cy="141249"/>
              </a:xfrm>
              <a:custGeom>
                <a:rect b="b" l="l" r="r" t="t"/>
                <a:pathLst>
                  <a:path extrusionOk="0" h="3395" w="3395">
                    <a:moveTo>
                      <a:pt x="1702" y="0"/>
                    </a:moveTo>
                    <a:cubicBezTo>
                      <a:pt x="761" y="0"/>
                      <a:pt x="0" y="761"/>
                      <a:pt x="0" y="1702"/>
                    </a:cubicBezTo>
                    <a:cubicBezTo>
                      <a:pt x="0" y="2634"/>
                      <a:pt x="761" y="3395"/>
                      <a:pt x="1702" y="3395"/>
                    </a:cubicBezTo>
                    <a:cubicBezTo>
                      <a:pt x="2634" y="3395"/>
                      <a:pt x="3395" y="2634"/>
                      <a:pt x="3395" y="1702"/>
                    </a:cubicBezTo>
                    <a:cubicBezTo>
                      <a:pt x="3395" y="761"/>
                      <a:pt x="2634" y="0"/>
                      <a:pt x="17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0" name="Google Shape;330;p43"/>
            <p:cNvGrpSpPr/>
            <p:nvPr/>
          </p:nvGrpSpPr>
          <p:grpSpPr>
            <a:xfrm>
              <a:off x="8387035" y="3339947"/>
              <a:ext cx="1119452" cy="796601"/>
              <a:chOff x="3858275" y="126750"/>
              <a:chExt cx="864375" cy="615088"/>
            </a:xfrm>
          </p:grpSpPr>
          <p:sp>
            <p:nvSpPr>
              <p:cNvPr id="331" name="Google Shape;331;p43"/>
              <p:cNvSpPr/>
              <p:nvPr/>
            </p:nvSpPr>
            <p:spPr>
              <a:xfrm>
                <a:off x="3858275" y="126750"/>
                <a:ext cx="864375" cy="615088"/>
              </a:xfrm>
              <a:custGeom>
                <a:rect b="b" l="l" r="r" t="t"/>
                <a:pathLst>
                  <a:path extrusionOk="0" h="14784" w="20777">
                    <a:moveTo>
                      <a:pt x="951" y="0"/>
                    </a:moveTo>
                    <a:cubicBezTo>
                      <a:pt x="426" y="0"/>
                      <a:pt x="1" y="435"/>
                      <a:pt x="1" y="960"/>
                    </a:cubicBezTo>
                    <a:lnTo>
                      <a:pt x="1" y="13833"/>
                    </a:lnTo>
                    <a:cubicBezTo>
                      <a:pt x="1" y="14358"/>
                      <a:pt x="426" y="14783"/>
                      <a:pt x="951" y="14783"/>
                    </a:cubicBezTo>
                    <a:lnTo>
                      <a:pt x="19817" y="14783"/>
                    </a:lnTo>
                    <a:cubicBezTo>
                      <a:pt x="20351" y="14783"/>
                      <a:pt x="20776" y="14358"/>
                      <a:pt x="20776" y="13833"/>
                    </a:cubicBezTo>
                    <a:lnTo>
                      <a:pt x="20776" y="960"/>
                    </a:lnTo>
                    <a:cubicBezTo>
                      <a:pt x="20776" y="435"/>
                      <a:pt x="20351" y="0"/>
                      <a:pt x="198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43"/>
              <p:cNvSpPr/>
              <p:nvPr/>
            </p:nvSpPr>
            <p:spPr>
              <a:xfrm>
                <a:off x="3956585" y="207712"/>
                <a:ext cx="667762" cy="453494"/>
              </a:xfrm>
              <a:custGeom>
                <a:rect b="b" l="l" r="r" t="t"/>
                <a:pathLst>
                  <a:path extrusionOk="0" h="10900" w="16051">
                    <a:moveTo>
                      <a:pt x="960" y="0"/>
                    </a:moveTo>
                    <a:cubicBezTo>
                      <a:pt x="426" y="0"/>
                      <a:pt x="0" y="426"/>
                      <a:pt x="0" y="960"/>
                    </a:cubicBezTo>
                    <a:lnTo>
                      <a:pt x="0" y="9940"/>
                    </a:lnTo>
                    <a:cubicBezTo>
                      <a:pt x="0" y="10474"/>
                      <a:pt x="426" y="10900"/>
                      <a:pt x="960" y="10900"/>
                    </a:cubicBezTo>
                    <a:lnTo>
                      <a:pt x="15091" y="10900"/>
                    </a:lnTo>
                    <a:cubicBezTo>
                      <a:pt x="15616" y="10900"/>
                      <a:pt x="16051" y="10474"/>
                      <a:pt x="16051" y="9940"/>
                    </a:cubicBezTo>
                    <a:lnTo>
                      <a:pt x="16051" y="960"/>
                    </a:lnTo>
                    <a:cubicBezTo>
                      <a:pt x="16051" y="426"/>
                      <a:pt x="15616" y="0"/>
                      <a:pt x="150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43"/>
              <p:cNvSpPr/>
              <p:nvPr/>
            </p:nvSpPr>
            <p:spPr>
              <a:xfrm>
                <a:off x="4301188" y="333481"/>
                <a:ext cx="323168" cy="327723"/>
              </a:xfrm>
              <a:custGeom>
                <a:rect b="b" l="l" r="r" t="t"/>
                <a:pathLst>
                  <a:path extrusionOk="0" h="7877" w="7768">
                    <a:moveTo>
                      <a:pt x="4309" y="1"/>
                    </a:moveTo>
                    <a:lnTo>
                      <a:pt x="0" y="5270"/>
                    </a:lnTo>
                    <a:lnTo>
                      <a:pt x="2653" y="7877"/>
                    </a:lnTo>
                    <a:lnTo>
                      <a:pt x="6808" y="7877"/>
                    </a:lnTo>
                    <a:cubicBezTo>
                      <a:pt x="7333" y="7877"/>
                      <a:pt x="7768" y="7451"/>
                      <a:pt x="7768" y="6917"/>
                    </a:cubicBezTo>
                    <a:lnTo>
                      <a:pt x="7768" y="4871"/>
                    </a:lnTo>
                    <a:lnTo>
                      <a:pt x="430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43"/>
              <p:cNvSpPr/>
              <p:nvPr/>
            </p:nvSpPr>
            <p:spPr>
              <a:xfrm>
                <a:off x="4039043" y="471357"/>
                <a:ext cx="372509" cy="189844"/>
              </a:xfrm>
              <a:custGeom>
                <a:rect b="b" l="l" r="r" t="t"/>
                <a:pathLst>
                  <a:path extrusionOk="0" h="4563" w="8954">
                    <a:moveTo>
                      <a:pt x="4319" y="0"/>
                    </a:moveTo>
                    <a:lnTo>
                      <a:pt x="1" y="4563"/>
                    </a:lnTo>
                    <a:lnTo>
                      <a:pt x="8954" y="4563"/>
                    </a:lnTo>
                    <a:lnTo>
                      <a:pt x="6301" y="1956"/>
                    </a:lnTo>
                    <a:lnTo>
                      <a:pt x="43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43"/>
              <p:cNvSpPr/>
              <p:nvPr/>
            </p:nvSpPr>
            <p:spPr>
              <a:xfrm>
                <a:off x="4042080" y="291336"/>
                <a:ext cx="141240" cy="141249"/>
              </a:xfrm>
              <a:custGeom>
                <a:rect b="b" l="l" r="r" t="t"/>
                <a:pathLst>
                  <a:path extrusionOk="0" h="3395" w="3395">
                    <a:moveTo>
                      <a:pt x="1702" y="0"/>
                    </a:moveTo>
                    <a:cubicBezTo>
                      <a:pt x="761" y="0"/>
                      <a:pt x="0" y="761"/>
                      <a:pt x="0" y="1702"/>
                    </a:cubicBezTo>
                    <a:cubicBezTo>
                      <a:pt x="0" y="2634"/>
                      <a:pt x="761" y="3395"/>
                      <a:pt x="1702" y="3395"/>
                    </a:cubicBezTo>
                    <a:cubicBezTo>
                      <a:pt x="2634" y="3395"/>
                      <a:pt x="3395" y="2634"/>
                      <a:pt x="3395" y="1702"/>
                    </a:cubicBezTo>
                    <a:cubicBezTo>
                      <a:pt x="3395" y="761"/>
                      <a:pt x="2634" y="0"/>
                      <a:pt x="17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  <a:defRPr b="1" i="0" sz="3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b="0" i="0" sz="1200" u="none" cap="none" strike="noStrik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b="0" i="0" sz="1200" u="none" cap="none" strike="noStrik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b="0" i="0" sz="1200" u="none" cap="none" strike="noStrik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b="0" i="0" sz="1200" u="none" cap="none" strike="noStrik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b="0" i="0" sz="1200" u="none" cap="none" strike="noStrik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b="0" i="0" sz="1200" u="none" cap="none" strike="noStrik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b="0" i="0" sz="1200" u="none" cap="none" strike="noStrik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b="0" i="0" sz="1200" u="none" cap="none" strike="noStrik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b="0" i="0" sz="1200" u="none" cap="none" strike="noStrik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0">
          <p15:clr>
            <a:srgbClr val="EA4335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1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truelist.co/blog/graphic-design-statistics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3.jpg"/><Relationship Id="rId5" Type="http://schemas.openxmlformats.org/officeDocument/2006/relationships/image" Target="../media/image12.png"/><Relationship Id="rId6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19.png"/><Relationship Id="rId5" Type="http://schemas.openxmlformats.org/officeDocument/2006/relationships/image" Target="../media/image9.png"/><Relationship Id="rId6" Type="http://schemas.openxmlformats.org/officeDocument/2006/relationships/image" Target="../media/image15.png"/><Relationship Id="rId7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Relationship Id="rId6" Type="http://schemas.openxmlformats.org/officeDocument/2006/relationships/image" Target="../media/image16.jpg"/><Relationship Id="rId7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"/>
          <p:cNvSpPr txBox="1"/>
          <p:nvPr>
            <p:ph type="ctrTitle"/>
          </p:nvPr>
        </p:nvSpPr>
        <p:spPr>
          <a:xfrm>
            <a:off x="257049" y="1749390"/>
            <a:ext cx="6810900" cy="14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/>
              <a:t>Realistic Images Generation </a:t>
            </a:r>
            <a:endParaRPr>
              <a:solidFill>
                <a:srgbClr val="56A3F3"/>
              </a:solidFill>
            </a:endParaRPr>
          </a:p>
        </p:txBody>
      </p:sp>
      <p:grpSp>
        <p:nvGrpSpPr>
          <p:cNvPr id="341" name="Google Shape;341;p1"/>
          <p:cNvGrpSpPr/>
          <p:nvPr/>
        </p:nvGrpSpPr>
        <p:grpSpPr>
          <a:xfrm flipH="1">
            <a:off x="6494584" y="1389122"/>
            <a:ext cx="3036835" cy="3783524"/>
            <a:chOff x="6299436" y="1076599"/>
            <a:chExt cx="3244624" cy="4096047"/>
          </a:xfrm>
        </p:grpSpPr>
        <p:sp>
          <p:nvSpPr>
            <p:cNvPr id="342" name="Google Shape;342;p1"/>
            <p:cNvSpPr/>
            <p:nvPr/>
          </p:nvSpPr>
          <p:spPr>
            <a:xfrm>
              <a:off x="6299436" y="3275113"/>
              <a:ext cx="3244624" cy="1897533"/>
            </a:xfrm>
            <a:custGeom>
              <a:rect b="b" l="l" r="r" t="t"/>
              <a:pathLst>
                <a:path extrusionOk="0" h="16254" w="27793">
                  <a:moveTo>
                    <a:pt x="13573" y="0"/>
                  </a:moveTo>
                  <a:cubicBezTo>
                    <a:pt x="13418" y="0"/>
                    <a:pt x="13264" y="2"/>
                    <a:pt x="13109" y="4"/>
                  </a:cubicBezTo>
                  <a:cubicBezTo>
                    <a:pt x="10466" y="50"/>
                    <a:pt x="7723" y="520"/>
                    <a:pt x="5568" y="2050"/>
                  </a:cubicBezTo>
                  <a:cubicBezTo>
                    <a:pt x="3694" y="3372"/>
                    <a:pt x="2409" y="5382"/>
                    <a:pt x="1549" y="7509"/>
                  </a:cubicBezTo>
                  <a:cubicBezTo>
                    <a:pt x="435" y="10261"/>
                    <a:pt x="1" y="13321"/>
                    <a:pt x="453" y="16254"/>
                  </a:cubicBezTo>
                  <a:lnTo>
                    <a:pt x="27792" y="16254"/>
                  </a:lnTo>
                  <a:cubicBezTo>
                    <a:pt x="27765" y="14271"/>
                    <a:pt x="27684" y="12280"/>
                    <a:pt x="27313" y="10333"/>
                  </a:cubicBezTo>
                  <a:cubicBezTo>
                    <a:pt x="26869" y="8052"/>
                    <a:pt x="25991" y="5807"/>
                    <a:pt x="24452" y="4069"/>
                  </a:cubicBezTo>
                  <a:cubicBezTo>
                    <a:pt x="23076" y="2521"/>
                    <a:pt x="21220" y="1435"/>
                    <a:pt x="19247" y="801"/>
                  </a:cubicBezTo>
                  <a:cubicBezTo>
                    <a:pt x="17420" y="215"/>
                    <a:pt x="15493" y="0"/>
                    <a:pt x="13573" y="0"/>
                  </a:cubicBez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1"/>
            <p:cNvSpPr/>
            <p:nvPr/>
          </p:nvSpPr>
          <p:spPr>
            <a:xfrm>
              <a:off x="7417616" y="2341282"/>
              <a:ext cx="618385" cy="937559"/>
            </a:xfrm>
            <a:custGeom>
              <a:rect b="b" l="l" r="r" t="t"/>
              <a:pathLst>
                <a:path extrusionOk="0" h="8031" w="5297">
                  <a:moveTo>
                    <a:pt x="1404" y="1"/>
                  </a:moveTo>
                  <a:lnTo>
                    <a:pt x="444" y="4663"/>
                  </a:lnTo>
                  <a:cubicBezTo>
                    <a:pt x="335" y="4826"/>
                    <a:pt x="191" y="4980"/>
                    <a:pt x="0" y="5107"/>
                  </a:cubicBezTo>
                  <a:cubicBezTo>
                    <a:pt x="381" y="5559"/>
                    <a:pt x="725" y="6057"/>
                    <a:pt x="1096" y="6528"/>
                  </a:cubicBezTo>
                  <a:cubicBezTo>
                    <a:pt x="1159" y="6537"/>
                    <a:pt x="1223" y="6555"/>
                    <a:pt x="1277" y="6582"/>
                  </a:cubicBezTo>
                  <a:cubicBezTo>
                    <a:pt x="2291" y="7044"/>
                    <a:pt x="3268" y="7560"/>
                    <a:pt x="4264" y="8031"/>
                  </a:cubicBezTo>
                  <a:cubicBezTo>
                    <a:pt x="4536" y="7107"/>
                    <a:pt x="4871" y="6211"/>
                    <a:pt x="5296" y="5342"/>
                  </a:cubicBezTo>
                  <a:cubicBezTo>
                    <a:pt x="5170" y="5324"/>
                    <a:pt x="5043" y="5297"/>
                    <a:pt x="4943" y="5269"/>
                  </a:cubicBezTo>
                  <a:cubicBezTo>
                    <a:pt x="4690" y="5197"/>
                    <a:pt x="4491" y="5061"/>
                    <a:pt x="4337" y="4898"/>
                  </a:cubicBezTo>
                  <a:lnTo>
                    <a:pt x="5179" y="779"/>
                  </a:lnTo>
                  <a:lnTo>
                    <a:pt x="1404" y="1"/>
                  </a:lnTo>
                  <a:close/>
                </a:path>
              </a:pathLst>
            </a:custGeom>
            <a:solidFill>
              <a:srgbClr val="D96D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1"/>
            <p:cNvSpPr/>
            <p:nvPr/>
          </p:nvSpPr>
          <p:spPr>
            <a:xfrm>
              <a:off x="7546502" y="2494566"/>
              <a:ext cx="432414" cy="247377"/>
            </a:xfrm>
            <a:custGeom>
              <a:rect b="b" l="l" r="r" t="t"/>
              <a:pathLst>
                <a:path extrusionOk="0" h="2119" w="3704">
                  <a:moveTo>
                    <a:pt x="28" y="0"/>
                  </a:moveTo>
                  <a:lnTo>
                    <a:pt x="1" y="136"/>
                  </a:lnTo>
                  <a:cubicBezTo>
                    <a:pt x="417" y="725"/>
                    <a:pt x="933" y="1204"/>
                    <a:pt x="1540" y="1521"/>
                  </a:cubicBezTo>
                  <a:cubicBezTo>
                    <a:pt x="1567" y="1548"/>
                    <a:pt x="1639" y="1585"/>
                    <a:pt x="1739" y="1621"/>
                  </a:cubicBezTo>
                  <a:cubicBezTo>
                    <a:pt x="1956" y="1720"/>
                    <a:pt x="2183" y="1802"/>
                    <a:pt x="2427" y="1856"/>
                  </a:cubicBezTo>
                  <a:cubicBezTo>
                    <a:pt x="2744" y="1947"/>
                    <a:pt x="3124" y="2046"/>
                    <a:pt x="3531" y="2119"/>
                  </a:cubicBezTo>
                  <a:lnTo>
                    <a:pt x="3703" y="1295"/>
                  </a:lnTo>
                  <a:cubicBezTo>
                    <a:pt x="2997" y="1232"/>
                    <a:pt x="2282" y="1069"/>
                    <a:pt x="1730" y="915"/>
                  </a:cubicBezTo>
                  <a:cubicBezTo>
                    <a:pt x="1495" y="860"/>
                    <a:pt x="1268" y="779"/>
                    <a:pt x="1042" y="679"/>
                  </a:cubicBezTo>
                  <a:cubicBezTo>
                    <a:pt x="951" y="634"/>
                    <a:pt x="879" y="607"/>
                    <a:pt x="843" y="580"/>
                  </a:cubicBezTo>
                  <a:cubicBezTo>
                    <a:pt x="553" y="426"/>
                    <a:pt x="282" y="227"/>
                    <a:pt x="28" y="0"/>
                  </a:cubicBez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"/>
            <p:cNvSpPr/>
            <p:nvPr/>
          </p:nvSpPr>
          <p:spPr>
            <a:xfrm>
              <a:off x="7048820" y="2893012"/>
              <a:ext cx="1441536" cy="1721718"/>
            </a:xfrm>
            <a:custGeom>
              <a:rect b="b" l="l" r="r" t="t"/>
              <a:pathLst>
                <a:path extrusionOk="0" h="14748" w="12348">
                  <a:moveTo>
                    <a:pt x="3503" y="0"/>
                  </a:moveTo>
                  <a:lnTo>
                    <a:pt x="3196" y="299"/>
                  </a:lnTo>
                  <a:lnTo>
                    <a:pt x="2897" y="589"/>
                  </a:lnTo>
                  <a:cubicBezTo>
                    <a:pt x="2897" y="589"/>
                    <a:pt x="1331" y="978"/>
                    <a:pt x="978" y="1096"/>
                  </a:cubicBezTo>
                  <a:cubicBezTo>
                    <a:pt x="0" y="1440"/>
                    <a:pt x="0" y="2254"/>
                    <a:pt x="0" y="2254"/>
                  </a:cubicBezTo>
                  <a:lnTo>
                    <a:pt x="1394" y="11687"/>
                  </a:lnTo>
                  <a:lnTo>
                    <a:pt x="8564" y="14747"/>
                  </a:lnTo>
                  <a:lnTo>
                    <a:pt x="10936" y="8048"/>
                  </a:lnTo>
                  <a:lnTo>
                    <a:pt x="10184" y="5133"/>
                  </a:lnTo>
                  <a:lnTo>
                    <a:pt x="12348" y="2843"/>
                  </a:lnTo>
                  <a:cubicBezTo>
                    <a:pt x="12348" y="2843"/>
                    <a:pt x="10990" y="878"/>
                    <a:pt x="10374" y="697"/>
                  </a:cubicBezTo>
                  <a:cubicBezTo>
                    <a:pt x="10170" y="641"/>
                    <a:pt x="9921" y="622"/>
                    <a:pt x="9679" y="622"/>
                  </a:cubicBezTo>
                  <a:cubicBezTo>
                    <a:pt x="9341" y="622"/>
                    <a:pt x="9015" y="658"/>
                    <a:pt x="8835" y="679"/>
                  </a:cubicBezTo>
                  <a:cubicBezTo>
                    <a:pt x="8763" y="670"/>
                    <a:pt x="8682" y="661"/>
                    <a:pt x="8600" y="643"/>
                  </a:cubicBezTo>
                  <a:cubicBezTo>
                    <a:pt x="8157" y="543"/>
                    <a:pt x="7641" y="308"/>
                    <a:pt x="7641" y="308"/>
                  </a:cubicBezTo>
                  <a:lnTo>
                    <a:pt x="7641" y="308"/>
                  </a:lnTo>
                  <a:cubicBezTo>
                    <a:pt x="7641" y="308"/>
                    <a:pt x="7659" y="607"/>
                    <a:pt x="7559" y="942"/>
                  </a:cubicBezTo>
                  <a:cubicBezTo>
                    <a:pt x="7459" y="1286"/>
                    <a:pt x="7242" y="1666"/>
                    <a:pt x="6744" y="1784"/>
                  </a:cubicBezTo>
                  <a:cubicBezTo>
                    <a:pt x="6692" y="1796"/>
                    <a:pt x="6635" y="1802"/>
                    <a:pt x="6576" y="1802"/>
                  </a:cubicBezTo>
                  <a:cubicBezTo>
                    <a:pt x="6295" y="1802"/>
                    <a:pt x="5941" y="1670"/>
                    <a:pt x="5567" y="1476"/>
                  </a:cubicBezTo>
                  <a:cubicBezTo>
                    <a:pt x="4581" y="960"/>
                    <a:pt x="3503" y="0"/>
                    <a:pt x="35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1"/>
            <p:cNvSpPr/>
            <p:nvPr/>
          </p:nvSpPr>
          <p:spPr>
            <a:xfrm>
              <a:off x="7421819" y="2893012"/>
              <a:ext cx="766298" cy="716916"/>
            </a:xfrm>
            <a:custGeom>
              <a:rect b="b" l="l" r="r" t="t"/>
              <a:pathLst>
                <a:path extrusionOk="0" h="6141" w="6564">
                  <a:moveTo>
                    <a:pt x="308" y="0"/>
                  </a:moveTo>
                  <a:lnTo>
                    <a:pt x="1" y="299"/>
                  </a:lnTo>
                  <a:cubicBezTo>
                    <a:pt x="716" y="851"/>
                    <a:pt x="1196" y="1648"/>
                    <a:pt x="1576" y="2463"/>
                  </a:cubicBezTo>
                  <a:cubicBezTo>
                    <a:pt x="1947" y="3286"/>
                    <a:pt x="2237" y="4155"/>
                    <a:pt x="2644" y="4961"/>
                  </a:cubicBezTo>
                  <a:cubicBezTo>
                    <a:pt x="2898" y="5459"/>
                    <a:pt x="3242" y="5966"/>
                    <a:pt x="3776" y="6102"/>
                  </a:cubicBezTo>
                  <a:cubicBezTo>
                    <a:pt x="3886" y="6130"/>
                    <a:pt x="3999" y="6141"/>
                    <a:pt x="4111" y="6141"/>
                  </a:cubicBezTo>
                  <a:cubicBezTo>
                    <a:pt x="4247" y="6141"/>
                    <a:pt x="4384" y="6126"/>
                    <a:pt x="4518" y="6111"/>
                  </a:cubicBezTo>
                  <a:cubicBezTo>
                    <a:pt x="4916" y="6066"/>
                    <a:pt x="5315" y="6002"/>
                    <a:pt x="5704" y="5930"/>
                  </a:cubicBezTo>
                  <a:cubicBezTo>
                    <a:pt x="5957" y="5885"/>
                    <a:pt x="6229" y="5812"/>
                    <a:pt x="6392" y="5613"/>
                  </a:cubicBezTo>
                  <a:cubicBezTo>
                    <a:pt x="6564" y="5396"/>
                    <a:pt x="6555" y="5079"/>
                    <a:pt x="6528" y="4798"/>
                  </a:cubicBezTo>
                  <a:cubicBezTo>
                    <a:pt x="6392" y="3359"/>
                    <a:pt x="6193" y="1874"/>
                    <a:pt x="5414" y="661"/>
                  </a:cubicBezTo>
                  <a:cubicBezTo>
                    <a:pt x="5405" y="652"/>
                    <a:pt x="5405" y="643"/>
                    <a:pt x="5405" y="643"/>
                  </a:cubicBezTo>
                  <a:cubicBezTo>
                    <a:pt x="4962" y="543"/>
                    <a:pt x="4446" y="308"/>
                    <a:pt x="4446" y="308"/>
                  </a:cubicBezTo>
                  <a:lnTo>
                    <a:pt x="4446" y="308"/>
                  </a:lnTo>
                  <a:cubicBezTo>
                    <a:pt x="4446" y="308"/>
                    <a:pt x="4464" y="607"/>
                    <a:pt x="4364" y="942"/>
                  </a:cubicBezTo>
                  <a:cubicBezTo>
                    <a:pt x="4898" y="1992"/>
                    <a:pt x="5324" y="3114"/>
                    <a:pt x="5631" y="4237"/>
                  </a:cubicBezTo>
                  <a:cubicBezTo>
                    <a:pt x="5123" y="4327"/>
                    <a:pt x="4614" y="4423"/>
                    <a:pt x="4106" y="4423"/>
                  </a:cubicBezTo>
                  <a:cubicBezTo>
                    <a:pt x="3999" y="4423"/>
                    <a:pt x="3892" y="4418"/>
                    <a:pt x="3785" y="4409"/>
                  </a:cubicBezTo>
                  <a:cubicBezTo>
                    <a:pt x="3468" y="3368"/>
                    <a:pt x="2988" y="2372"/>
                    <a:pt x="2372" y="1476"/>
                  </a:cubicBezTo>
                  <a:cubicBezTo>
                    <a:pt x="1386" y="960"/>
                    <a:pt x="308" y="0"/>
                    <a:pt x="308" y="0"/>
                  </a:cubicBez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"/>
            <p:cNvSpPr/>
            <p:nvPr/>
          </p:nvSpPr>
          <p:spPr>
            <a:xfrm>
              <a:off x="6797235" y="2885540"/>
              <a:ext cx="1648754" cy="2287102"/>
            </a:xfrm>
            <a:custGeom>
              <a:rect b="b" l="l" r="r" t="t"/>
              <a:pathLst>
                <a:path extrusionOk="0" h="19591" w="14123">
                  <a:moveTo>
                    <a:pt x="5758" y="1"/>
                  </a:moveTo>
                  <a:lnTo>
                    <a:pt x="5016" y="454"/>
                  </a:lnTo>
                  <a:lnTo>
                    <a:pt x="4672" y="671"/>
                  </a:lnTo>
                  <a:cubicBezTo>
                    <a:pt x="6654" y="2137"/>
                    <a:pt x="7388" y="5179"/>
                    <a:pt x="7388" y="5179"/>
                  </a:cubicBezTo>
                  <a:cubicBezTo>
                    <a:pt x="7351" y="7370"/>
                    <a:pt x="6980" y="8755"/>
                    <a:pt x="6473" y="9633"/>
                  </a:cubicBezTo>
                  <a:cubicBezTo>
                    <a:pt x="6274" y="9977"/>
                    <a:pt x="6057" y="10239"/>
                    <a:pt x="5830" y="10448"/>
                  </a:cubicBezTo>
                  <a:cubicBezTo>
                    <a:pt x="5275" y="10946"/>
                    <a:pt x="4671" y="11072"/>
                    <a:pt x="4200" y="11072"/>
                  </a:cubicBezTo>
                  <a:cubicBezTo>
                    <a:pt x="3713" y="11072"/>
                    <a:pt x="3368" y="10937"/>
                    <a:pt x="3368" y="10937"/>
                  </a:cubicBezTo>
                  <a:lnTo>
                    <a:pt x="3368" y="10937"/>
                  </a:lnTo>
                  <a:lnTo>
                    <a:pt x="3585" y="13761"/>
                  </a:lnTo>
                  <a:cubicBezTo>
                    <a:pt x="2246" y="14956"/>
                    <a:pt x="1" y="19591"/>
                    <a:pt x="1" y="19591"/>
                  </a:cubicBezTo>
                  <a:lnTo>
                    <a:pt x="12901" y="19591"/>
                  </a:lnTo>
                  <a:lnTo>
                    <a:pt x="12901" y="13761"/>
                  </a:lnTo>
                  <a:cubicBezTo>
                    <a:pt x="12901" y="13761"/>
                    <a:pt x="12910" y="13743"/>
                    <a:pt x="12910" y="13716"/>
                  </a:cubicBezTo>
                  <a:cubicBezTo>
                    <a:pt x="12964" y="13471"/>
                    <a:pt x="13199" y="12340"/>
                    <a:pt x="13453" y="11099"/>
                  </a:cubicBezTo>
                  <a:cubicBezTo>
                    <a:pt x="13779" y="9479"/>
                    <a:pt x="14123" y="7669"/>
                    <a:pt x="14086" y="7433"/>
                  </a:cubicBezTo>
                  <a:cubicBezTo>
                    <a:pt x="14014" y="7017"/>
                    <a:pt x="12738" y="5179"/>
                    <a:pt x="12738" y="5179"/>
                  </a:cubicBezTo>
                  <a:cubicBezTo>
                    <a:pt x="12738" y="5179"/>
                    <a:pt x="12086" y="1712"/>
                    <a:pt x="11208" y="553"/>
                  </a:cubicBezTo>
                  <a:lnTo>
                    <a:pt x="9651" y="236"/>
                  </a:lnTo>
                  <a:lnTo>
                    <a:pt x="9651" y="236"/>
                  </a:lnTo>
                  <a:cubicBezTo>
                    <a:pt x="9651" y="236"/>
                    <a:pt x="10746" y="2509"/>
                    <a:pt x="11660" y="5070"/>
                  </a:cubicBezTo>
                  <a:cubicBezTo>
                    <a:pt x="11253" y="5044"/>
                    <a:pt x="10827" y="5033"/>
                    <a:pt x="10410" y="5033"/>
                  </a:cubicBezTo>
                  <a:cubicBezTo>
                    <a:pt x="9836" y="5033"/>
                    <a:pt x="9277" y="5053"/>
                    <a:pt x="8800" y="5079"/>
                  </a:cubicBezTo>
                  <a:cubicBezTo>
                    <a:pt x="8238" y="2300"/>
                    <a:pt x="5758" y="1"/>
                    <a:pt x="57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"/>
            <p:cNvSpPr/>
            <p:nvPr/>
          </p:nvSpPr>
          <p:spPr>
            <a:xfrm>
              <a:off x="6797235" y="2938425"/>
              <a:ext cx="1575907" cy="2234218"/>
            </a:xfrm>
            <a:custGeom>
              <a:rect b="b" l="l" r="r" t="t"/>
              <a:pathLst>
                <a:path extrusionOk="0" h="19138" w="13499">
                  <a:moveTo>
                    <a:pt x="5016" y="1"/>
                  </a:moveTo>
                  <a:lnTo>
                    <a:pt x="4672" y="218"/>
                  </a:lnTo>
                  <a:cubicBezTo>
                    <a:pt x="6654" y="1684"/>
                    <a:pt x="7388" y="4726"/>
                    <a:pt x="7388" y="4726"/>
                  </a:cubicBezTo>
                  <a:cubicBezTo>
                    <a:pt x="7351" y="6917"/>
                    <a:pt x="6980" y="8302"/>
                    <a:pt x="6473" y="9180"/>
                  </a:cubicBezTo>
                  <a:cubicBezTo>
                    <a:pt x="6274" y="9524"/>
                    <a:pt x="6057" y="9786"/>
                    <a:pt x="5830" y="9995"/>
                  </a:cubicBezTo>
                  <a:cubicBezTo>
                    <a:pt x="5275" y="10493"/>
                    <a:pt x="4671" y="10619"/>
                    <a:pt x="4200" y="10619"/>
                  </a:cubicBezTo>
                  <a:cubicBezTo>
                    <a:pt x="3713" y="10619"/>
                    <a:pt x="3368" y="10484"/>
                    <a:pt x="3368" y="10484"/>
                  </a:cubicBezTo>
                  <a:lnTo>
                    <a:pt x="3368" y="10484"/>
                  </a:lnTo>
                  <a:lnTo>
                    <a:pt x="3585" y="13308"/>
                  </a:lnTo>
                  <a:cubicBezTo>
                    <a:pt x="2246" y="14503"/>
                    <a:pt x="1" y="19138"/>
                    <a:pt x="1" y="19138"/>
                  </a:cubicBezTo>
                  <a:lnTo>
                    <a:pt x="2209" y="19138"/>
                  </a:lnTo>
                  <a:cubicBezTo>
                    <a:pt x="3033" y="17427"/>
                    <a:pt x="4645" y="14132"/>
                    <a:pt x="4798" y="13887"/>
                  </a:cubicBezTo>
                  <a:cubicBezTo>
                    <a:pt x="4808" y="13860"/>
                    <a:pt x="4826" y="13824"/>
                    <a:pt x="4844" y="13770"/>
                  </a:cubicBezTo>
                  <a:cubicBezTo>
                    <a:pt x="5774" y="14313"/>
                    <a:pt x="6727" y="14714"/>
                    <a:pt x="7505" y="14714"/>
                  </a:cubicBezTo>
                  <a:cubicBezTo>
                    <a:pt x="7582" y="14714"/>
                    <a:pt x="7658" y="14710"/>
                    <a:pt x="7732" y="14702"/>
                  </a:cubicBezTo>
                  <a:cubicBezTo>
                    <a:pt x="9415" y="14530"/>
                    <a:pt x="11669" y="13761"/>
                    <a:pt x="12910" y="13263"/>
                  </a:cubicBezTo>
                  <a:cubicBezTo>
                    <a:pt x="12964" y="13018"/>
                    <a:pt x="13199" y="11887"/>
                    <a:pt x="13453" y="10646"/>
                  </a:cubicBezTo>
                  <a:lnTo>
                    <a:pt x="13317" y="10266"/>
                  </a:lnTo>
                  <a:lnTo>
                    <a:pt x="13498" y="7949"/>
                  </a:lnTo>
                  <a:lnTo>
                    <a:pt x="8926" y="8926"/>
                  </a:lnTo>
                  <a:lnTo>
                    <a:pt x="7668" y="5333"/>
                  </a:lnTo>
                  <a:cubicBezTo>
                    <a:pt x="7523" y="3305"/>
                    <a:pt x="6546" y="1349"/>
                    <a:pt x="5016" y="1"/>
                  </a:cubicBez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1"/>
            <p:cNvSpPr/>
            <p:nvPr/>
          </p:nvSpPr>
          <p:spPr>
            <a:xfrm>
              <a:off x="7937597" y="3047580"/>
              <a:ext cx="1479711" cy="1326895"/>
            </a:xfrm>
            <a:custGeom>
              <a:rect b="b" l="l" r="r" t="t"/>
              <a:pathLst>
                <a:path extrusionOk="0" h="11366" w="12675">
                  <a:moveTo>
                    <a:pt x="4835" y="0"/>
                  </a:moveTo>
                  <a:cubicBezTo>
                    <a:pt x="4747" y="0"/>
                    <a:pt x="4653" y="51"/>
                    <a:pt x="4608" y="134"/>
                  </a:cubicBezTo>
                  <a:lnTo>
                    <a:pt x="46" y="8978"/>
                  </a:lnTo>
                  <a:cubicBezTo>
                    <a:pt x="0" y="9078"/>
                    <a:pt x="46" y="9186"/>
                    <a:pt x="145" y="9214"/>
                  </a:cubicBezTo>
                  <a:lnTo>
                    <a:pt x="7777" y="11359"/>
                  </a:lnTo>
                  <a:cubicBezTo>
                    <a:pt x="7795" y="11364"/>
                    <a:pt x="7815" y="11366"/>
                    <a:pt x="7834" y="11366"/>
                  </a:cubicBezTo>
                  <a:cubicBezTo>
                    <a:pt x="7927" y="11366"/>
                    <a:pt x="8021" y="11315"/>
                    <a:pt x="8066" y="11232"/>
                  </a:cubicBezTo>
                  <a:lnTo>
                    <a:pt x="12620" y="2388"/>
                  </a:lnTo>
                  <a:cubicBezTo>
                    <a:pt x="12674" y="2288"/>
                    <a:pt x="12629" y="2180"/>
                    <a:pt x="12520" y="2153"/>
                  </a:cubicBezTo>
                  <a:lnTo>
                    <a:pt x="4889" y="7"/>
                  </a:lnTo>
                  <a:cubicBezTo>
                    <a:pt x="4872" y="2"/>
                    <a:pt x="4853" y="0"/>
                    <a:pt x="48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1"/>
            <p:cNvSpPr/>
            <p:nvPr/>
          </p:nvSpPr>
          <p:spPr>
            <a:xfrm>
              <a:off x="7937597" y="3047580"/>
              <a:ext cx="588732" cy="1076483"/>
            </a:xfrm>
            <a:custGeom>
              <a:rect b="b" l="l" r="r" t="t"/>
              <a:pathLst>
                <a:path extrusionOk="0" h="9221" w="5043">
                  <a:moveTo>
                    <a:pt x="4835" y="0"/>
                  </a:moveTo>
                  <a:cubicBezTo>
                    <a:pt x="4747" y="0"/>
                    <a:pt x="4653" y="51"/>
                    <a:pt x="4608" y="134"/>
                  </a:cubicBezTo>
                  <a:lnTo>
                    <a:pt x="46" y="8978"/>
                  </a:lnTo>
                  <a:cubicBezTo>
                    <a:pt x="0" y="9078"/>
                    <a:pt x="46" y="9186"/>
                    <a:pt x="145" y="9214"/>
                  </a:cubicBezTo>
                  <a:cubicBezTo>
                    <a:pt x="164" y="9218"/>
                    <a:pt x="183" y="9221"/>
                    <a:pt x="203" y="9221"/>
                  </a:cubicBezTo>
                  <a:cubicBezTo>
                    <a:pt x="296" y="9221"/>
                    <a:pt x="390" y="9169"/>
                    <a:pt x="435" y="9087"/>
                  </a:cubicBezTo>
                  <a:lnTo>
                    <a:pt x="4988" y="242"/>
                  </a:lnTo>
                  <a:cubicBezTo>
                    <a:pt x="5043" y="143"/>
                    <a:pt x="4997" y="34"/>
                    <a:pt x="4889" y="7"/>
                  </a:cubicBezTo>
                  <a:cubicBezTo>
                    <a:pt x="4872" y="2"/>
                    <a:pt x="4853" y="0"/>
                    <a:pt x="4835" y="0"/>
                  </a:cubicBez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1"/>
            <p:cNvSpPr/>
            <p:nvPr/>
          </p:nvSpPr>
          <p:spPr>
            <a:xfrm>
              <a:off x="6988580" y="2974382"/>
              <a:ext cx="711312" cy="862961"/>
            </a:xfrm>
            <a:custGeom>
              <a:rect b="b" l="l" r="r" t="t"/>
              <a:pathLst>
                <a:path extrusionOk="0" h="7392" w="6093">
                  <a:moveTo>
                    <a:pt x="3033" y="0"/>
                  </a:moveTo>
                  <a:cubicBezTo>
                    <a:pt x="3033" y="0"/>
                    <a:pt x="625" y="145"/>
                    <a:pt x="290" y="1693"/>
                  </a:cubicBezTo>
                  <a:cubicBezTo>
                    <a:pt x="0" y="3006"/>
                    <a:pt x="824" y="7369"/>
                    <a:pt x="824" y="7369"/>
                  </a:cubicBezTo>
                  <a:cubicBezTo>
                    <a:pt x="824" y="7369"/>
                    <a:pt x="887" y="7378"/>
                    <a:pt x="996" y="7378"/>
                  </a:cubicBezTo>
                  <a:cubicBezTo>
                    <a:pt x="1120" y="7385"/>
                    <a:pt x="1310" y="7392"/>
                    <a:pt x="1545" y="7392"/>
                  </a:cubicBezTo>
                  <a:cubicBezTo>
                    <a:pt x="2649" y="7392"/>
                    <a:pt x="4764" y="7239"/>
                    <a:pt x="5921" y="6165"/>
                  </a:cubicBezTo>
                  <a:cubicBezTo>
                    <a:pt x="5975" y="6111"/>
                    <a:pt x="6038" y="6057"/>
                    <a:pt x="6093" y="5993"/>
                  </a:cubicBezTo>
                  <a:lnTo>
                    <a:pt x="4780" y="2300"/>
                  </a:lnTo>
                  <a:lnTo>
                    <a:pt x="303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1"/>
            <p:cNvSpPr/>
            <p:nvPr/>
          </p:nvSpPr>
          <p:spPr>
            <a:xfrm>
              <a:off x="7104741" y="3599777"/>
              <a:ext cx="2076849" cy="979236"/>
            </a:xfrm>
            <a:custGeom>
              <a:rect b="b" l="l" r="r" t="t"/>
              <a:pathLst>
                <a:path extrusionOk="0" h="8388" w="17790">
                  <a:moveTo>
                    <a:pt x="15305" y="0"/>
                  </a:moveTo>
                  <a:cubicBezTo>
                    <a:pt x="15004" y="0"/>
                    <a:pt x="14219" y="329"/>
                    <a:pt x="14096" y="419"/>
                  </a:cubicBezTo>
                  <a:cubicBezTo>
                    <a:pt x="14032" y="473"/>
                    <a:pt x="13833" y="727"/>
                    <a:pt x="13670" y="953"/>
                  </a:cubicBezTo>
                  <a:cubicBezTo>
                    <a:pt x="13571" y="1071"/>
                    <a:pt x="13471" y="1216"/>
                    <a:pt x="13390" y="1342"/>
                  </a:cubicBezTo>
                  <a:cubicBezTo>
                    <a:pt x="13209" y="1632"/>
                    <a:pt x="13082" y="1885"/>
                    <a:pt x="13082" y="1885"/>
                  </a:cubicBezTo>
                  <a:lnTo>
                    <a:pt x="12910" y="2184"/>
                  </a:lnTo>
                  <a:lnTo>
                    <a:pt x="6030" y="4149"/>
                  </a:lnTo>
                  <a:cubicBezTo>
                    <a:pt x="6030" y="4149"/>
                    <a:pt x="5514" y="2583"/>
                    <a:pt x="4926" y="808"/>
                  </a:cubicBezTo>
                  <a:cubicBezTo>
                    <a:pt x="3769" y="1882"/>
                    <a:pt x="1654" y="2035"/>
                    <a:pt x="550" y="2035"/>
                  </a:cubicBezTo>
                  <a:cubicBezTo>
                    <a:pt x="315" y="2035"/>
                    <a:pt x="125" y="2028"/>
                    <a:pt x="1" y="2021"/>
                  </a:cubicBezTo>
                  <a:lnTo>
                    <a:pt x="1" y="2021"/>
                  </a:lnTo>
                  <a:cubicBezTo>
                    <a:pt x="1" y="2048"/>
                    <a:pt x="10" y="2067"/>
                    <a:pt x="10" y="2085"/>
                  </a:cubicBezTo>
                  <a:cubicBezTo>
                    <a:pt x="318" y="3180"/>
                    <a:pt x="1259" y="5153"/>
                    <a:pt x="1983" y="6611"/>
                  </a:cubicBezTo>
                  <a:cubicBezTo>
                    <a:pt x="2533" y="7709"/>
                    <a:pt x="3656" y="8388"/>
                    <a:pt x="4861" y="8388"/>
                  </a:cubicBezTo>
                  <a:cubicBezTo>
                    <a:pt x="5026" y="8388"/>
                    <a:pt x="5193" y="8375"/>
                    <a:pt x="5360" y="8349"/>
                  </a:cubicBezTo>
                  <a:cubicBezTo>
                    <a:pt x="9769" y="7661"/>
                    <a:pt x="13344" y="4366"/>
                    <a:pt x="13344" y="4366"/>
                  </a:cubicBezTo>
                  <a:cubicBezTo>
                    <a:pt x="13344" y="4366"/>
                    <a:pt x="16440" y="4103"/>
                    <a:pt x="16612" y="3931"/>
                  </a:cubicBezTo>
                  <a:cubicBezTo>
                    <a:pt x="16784" y="3750"/>
                    <a:pt x="16775" y="3433"/>
                    <a:pt x="16775" y="3433"/>
                  </a:cubicBezTo>
                  <a:cubicBezTo>
                    <a:pt x="16984" y="3352"/>
                    <a:pt x="17310" y="2836"/>
                    <a:pt x="17310" y="2836"/>
                  </a:cubicBezTo>
                  <a:cubicBezTo>
                    <a:pt x="17536" y="2700"/>
                    <a:pt x="17500" y="2211"/>
                    <a:pt x="17500" y="2211"/>
                  </a:cubicBezTo>
                  <a:cubicBezTo>
                    <a:pt x="17789" y="1949"/>
                    <a:pt x="17753" y="1532"/>
                    <a:pt x="17753" y="1532"/>
                  </a:cubicBezTo>
                  <a:cubicBezTo>
                    <a:pt x="17753" y="1532"/>
                    <a:pt x="15408" y="1351"/>
                    <a:pt x="14775" y="1297"/>
                  </a:cubicBezTo>
                  <a:cubicBezTo>
                    <a:pt x="14865" y="953"/>
                    <a:pt x="15562" y="84"/>
                    <a:pt x="15381" y="12"/>
                  </a:cubicBezTo>
                  <a:cubicBezTo>
                    <a:pt x="15362" y="4"/>
                    <a:pt x="15336" y="0"/>
                    <a:pt x="15305" y="0"/>
                  </a:cubicBezTo>
                  <a:close/>
                </a:path>
              </a:pathLst>
            </a:custGeom>
            <a:solidFill>
              <a:srgbClr val="D96D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1"/>
            <p:cNvSpPr/>
            <p:nvPr/>
          </p:nvSpPr>
          <p:spPr>
            <a:xfrm>
              <a:off x="7665932" y="3997406"/>
              <a:ext cx="142776" cy="139624"/>
            </a:xfrm>
            <a:custGeom>
              <a:rect b="b" l="l" r="r" t="t"/>
              <a:pathLst>
                <a:path extrusionOk="0" h="1196" w="1223">
                  <a:moveTo>
                    <a:pt x="979" y="0"/>
                  </a:moveTo>
                  <a:lnTo>
                    <a:pt x="1" y="1195"/>
                  </a:lnTo>
                  <a:lnTo>
                    <a:pt x="1223" y="743"/>
                  </a:lnTo>
                  <a:lnTo>
                    <a:pt x="979" y="0"/>
                  </a:lnTo>
                  <a:close/>
                </a:path>
              </a:pathLst>
            </a:custGeom>
            <a:solidFill>
              <a:srgbClr val="D45B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1"/>
            <p:cNvSpPr/>
            <p:nvPr/>
          </p:nvSpPr>
          <p:spPr>
            <a:xfrm>
              <a:off x="9044102" y="3277098"/>
              <a:ext cx="374276" cy="436267"/>
            </a:xfrm>
            <a:custGeom>
              <a:rect b="b" l="l" r="r" t="t"/>
              <a:pathLst>
                <a:path extrusionOk="0" h="3737" w="3206">
                  <a:moveTo>
                    <a:pt x="1011" y="1"/>
                  </a:moveTo>
                  <a:cubicBezTo>
                    <a:pt x="926" y="1"/>
                    <a:pt x="874" y="32"/>
                    <a:pt x="851" y="87"/>
                  </a:cubicBezTo>
                  <a:cubicBezTo>
                    <a:pt x="770" y="295"/>
                    <a:pt x="2128" y="1409"/>
                    <a:pt x="2463" y="1680"/>
                  </a:cubicBezTo>
                  <a:cubicBezTo>
                    <a:pt x="2463" y="1680"/>
                    <a:pt x="2454" y="1689"/>
                    <a:pt x="2454" y="1689"/>
                  </a:cubicBezTo>
                  <a:cubicBezTo>
                    <a:pt x="2120" y="1506"/>
                    <a:pt x="865" y="842"/>
                    <a:pt x="459" y="842"/>
                  </a:cubicBezTo>
                  <a:cubicBezTo>
                    <a:pt x="403" y="842"/>
                    <a:pt x="363" y="855"/>
                    <a:pt x="344" y="884"/>
                  </a:cubicBezTo>
                  <a:cubicBezTo>
                    <a:pt x="172" y="1155"/>
                    <a:pt x="1956" y="2278"/>
                    <a:pt x="1956" y="2278"/>
                  </a:cubicBezTo>
                  <a:cubicBezTo>
                    <a:pt x="1956" y="2278"/>
                    <a:pt x="629" y="1829"/>
                    <a:pt x="177" y="1829"/>
                  </a:cubicBezTo>
                  <a:cubicBezTo>
                    <a:pt x="87" y="1829"/>
                    <a:pt x="32" y="1847"/>
                    <a:pt x="28" y="1888"/>
                  </a:cubicBezTo>
                  <a:cubicBezTo>
                    <a:pt x="0" y="2088"/>
                    <a:pt x="1232" y="2748"/>
                    <a:pt x="1730" y="3002"/>
                  </a:cubicBezTo>
                  <a:cubicBezTo>
                    <a:pt x="1730" y="3011"/>
                    <a:pt x="1720" y="3020"/>
                    <a:pt x="1720" y="3029"/>
                  </a:cubicBezTo>
                  <a:cubicBezTo>
                    <a:pt x="1431" y="2939"/>
                    <a:pt x="1220" y="2908"/>
                    <a:pt x="1069" y="2908"/>
                  </a:cubicBezTo>
                  <a:cubicBezTo>
                    <a:pt x="857" y="2908"/>
                    <a:pt x="762" y="2969"/>
                    <a:pt x="725" y="3011"/>
                  </a:cubicBezTo>
                  <a:cubicBezTo>
                    <a:pt x="707" y="3038"/>
                    <a:pt x="707" y="3083"/>
                    <a:pt x="734" y="3111"/>
                  </a:cubicBezTo>
                  <a:cubicBezTo>
                    <a:pt x="915" y="3283"/>
                    <a:pt x="1223" y="3455"/>
                    <a:pt x="1585" y="3617"/>
                  </a:cubicBezTo>
                  <a:cubicBezTo>
                    <a:pt x="1585" y="3617"/>
                    <a:pt x="1728" y="3737"/>
                    <a:pt x="1910" y="3737"/>
                  </a:cubicBezTo>
                  <a:cubicBezTo>
                    <a:pt x="1922" y="3737"/>
                    <a:pt x="1934" y="3736"/>
                    <a:pt x="1947" y="3735"/>
                  </a:cubicBezTo>
                  <a:cubicBezTo>
                    <a:pt x="2146" y="3717"/>
                    <a:pt x="2336" y="3219"/>
                    <a:pt x="2481" y="3165"/>
                  </a:cubicBezTo>
                  <a:cubicBezTo>
                    <a:pt x="2617" y="3120"/>
                    <a:pt x="2780" y="2676"/>
                    <a:pt x="2879" y="2558"/>
                  </a:cubicBezTo>
                  <a:cubicBezTo>
                    <a:pt x="2979" y="2441"/>
                    <a:pt x="2906" y="1925"/>
                    <a:pt x="2906" y="1925"/>
                  </a:cubicBezTo>
                  <a:cubicBezTo>
                    <a:pt x="2906" y="1925"/>
                    <a:pt x="3124" y="1825"/>
                    <a:pt x="3160" y="1526"/>
                  </a:cubicBezTo>
                  <a:cubicBezTo>
                    <a:pt x="3205" y="1237"/>
                    <a:pt x="2825" y="1010"/>
                    <a:pt x="2825" y="1010"/>
                  </a:cubicBezTo>
                  <a:cubicBezTo>
                    <a:pt x="1817" y="273"/>
                    <a:pt x="1264" y="1"/>
                    <a:pt x="1011" y="1"/>
                  </a:cubicBezTo>
                  <a:close/>
                </a:path>
              </a:pathLst>
            </a:custGeom>
            <a:solidFill>
              <a:srgbClr val="D96D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1"/>
            <p:cNvSpPr/>
            <p:nvPr/>
          </p:nvSpPr>
          <p:spPr>
            <a:xfrm>
              <a:off x="7285461" y="1383868"/>
              <a:ext cx="1177465" cy="1264672"/>
            </a:xfrm>
            <a:custGeom>
              <a:rect b="b" l="l" r="r" t="t"/>
              <a:pathLst>
                <a:path extrusionOk="0" h="10833" w="10086">
                  <a:moveTo>
                    <a:pt x="5197" y="1"/>
                  </a:moveTo>
                  <a:cubicBezTo>
                    <a:pt x="2950" y="1"/>
                    <a:pt x="938" y="1568"/>
                    <a:pt x="463" y="3857"/>
                  </a:cubicBezTo>
                  <a:cubicBezTo>
                    <a:pt x="1" y="6129"/>
                    <a:pt x="1069" y="9026"/>
                    <a:pt x="3079" y="10094"/>
                  </a:cubicBezTo>
                  <a:cubicBezTo>
                    <a:pt x="3115" y="10121"/>
                    <a:pt x="3187" y="10148"/>
                    <a:pt x="3278" y="10193"/>
                  </a:cubicBezTo>
                  <a:cubicBezTo>
                    <a:pt x="3504" y="10293"/>
                    <a:pt x="3731" y="10374"/>
                    <a:pt x="3966" y="10429"/>
                  </a:cubicBezTo>
                  <a:cubicBezTo>
                    <a:pt x="4653" y="10626"/>
                    <a:pt x="5620" y="10832"/>
                    <a:pt x="6483" y="10832"/>
                  </a:cubicBezTo>
                  <a:cubicBezTo>
                    <a:pt x="7087" y="10832"/>
                    <a:pt x="7640" y="10732"/>
                    <a:pt x="8012" y="10456"/>
                  </a:cubicBezTo>
                  <a:cubicBezTo>
                    <a:pt x="8347" y="10212"/>
                    <a:pt x="8664" y="9641"/>
                    <a:pt x="8945" y="8980"/>
                  </a:cubicBezTo>
                  <a:cubicBezTo>
                    <a:pt x="9235" y="8292"/>
                    <a:pt x="9470" y="7523"/>
                    <a:pt x="9651" y="6907"/>
                  </a:cubicBezTo>
                  <a:cubicBezTo>
                    <a:pt x="9742" y="6581"/>
                    <a:pt x="9814" y="6301"/>
                    <a:pt x="9859" y="6111"/>
                  </a:cubicBezTo>
                  <a:cubicBezTo>
                    <a:pt x="9886" y="6020"/>
                    <a:pt x="9904" y="5930"/>
                    <a:pt x="9923" y="5848"/>
                  </a:cubicBezTo>
                  <a:cubicBezTo>
                    <a:pt x="9932" y="5821"/>
                    <a:pt x="9932" y="5812"/>
                    <a:pt x="9932" y="5812"/>
                  </a:cubicBezTo>
                  <a:cubicBezTo>
                    <a:pt x="9950" y="5730"/>
                    <a:pt x="9968" y="5658"/>
                    <a:pt x="9977" y="5577"/>
                  </a:cubicBezTo>
                  <a:cubicBezTo>
                    <a:pt x="10086" y="4889"/>
                    <a:pt x="10040" y="4201"/>
                    <a:pt x="9868" y="3567"/>
                  </a:cubicBezTo>
                  <a:cubicBezTo>
                    <a:pt x="9407" y="1865"/>
                    <a:pt x="8022" y="480"/>
                    <a:pt x="6175" y="100"/>
                  </a:cubicBezTo>
                  <a:cubicBezTo>
                    <a:pt x="5847" y="33"/>
                    <a:pt x="5520" y="1"/>
                    <a:pt x="5197" y="1"/>
                  </a:cubicBezTo>
                  <a:close/>
                </a:path>
              </a:pathLst>
            </a:custGeom>
            <a:solidFill>
              <a:srgbClr val="D96D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1"/>
            <p:cNvSpPr/>
            <p:nvPr/>
          </p:nvSpPr>
          <p:spPr>
            <a:xfrm>
              <a:off x="7830892" y="1602295"/>
              <a:ext cx="632044" cy="432648"/>
            </a:xfrm>
            <a:custGeom>
              <a:rect b="b" l="l" r="r" t="t"/>
              <a:pathLst>
                <a:path extrusionOk="0" h="3706" w="5414">
                  <a:moveTo>
                    <a:pt x="2933" y="0"/>
                  </a:moveTo>
                  <a:cubicBezTo>
                    <a:pt x="2481" y="0"/>
                    <a:pt x="2028" y="183"/>
                    <a:pt x="1575" y="220"/>
                  </a:cubicBezTo>
                  <a:cubicBezTo>
                    <a:pt x="1482" y="226"/>
                    <a:pt x="1387" y="227"/>
                    <a:pt x="1292" y="227"/>
                  </a:cubicBezTo>
                  <a:cubicBezTo>
                    <a:pt x="1245" y="227"/>
                    <a:pt x="1197" y="227"/>
                    <a:pt x="1150" y="227"/>
                  </a:cubicBezTo>
                  <a:cubicBezTo>
                    <a:pt x="1007" y="227"/>
                    <a:pt x="865" y="229"/>
                    <a:pt x="724" y="247"/>
                  </a:cubicBezTo>
                  <a:cubicBezTo>
                    <a:pt x="453" y="284"/>
                    <a:pt x="118" y="447"/>
                    <a:pt x="0" y="700"/>
                  </a:cubicBezTo>
                  <a:cubicBezTo>
                    <a:pt x="317" y="1062"/>
                    <a:pt x="797" y="1279"/>
                    <a:pt x="1276" y="1279"/>
                  </a:cubicBezTo>
                  <a:cubicBezTo>
                    <a:pt x="1729" y="1642"/>
                    <a:pt x="2290" y="1922"/>
                    <a:pt x="2870" y="1986"/>
                  </a:cubicBezTo>
                  <a:cubicBezTo>
                    <a:pt x="2966" y="1995"/>
                    <a:pt x="3063" y="1999"/>
                    <a:pt x="3161" y="1999"/>
                  </a:cubicBezTo>
                  <a:cubicBezTo>
                    <a:pt x="3646" y="1999"/>
                    <a:pt x="4134" y="1886"/>
                    <a:pt x="4572" y="1660"/>
                  </a:cubicBezTo>
                  <a:cubicBezTo>
                    <a:pt x="4961" y="2275"/>
                    <a:pt x="5223" y="2990"/>
                    <a:pt x="5305" y="3706"/>
                  </a:cubicBezTo>
                  <a:cubicBezTo>
                    <a:pt x="5414" y="3018"/>
                    <a:pt x="5368" y="2330"/>
                    <a:pt x="5196" y="1696"/>
                  </a:cubicBezTo>
                  <a:cubicBezTo>
                    <a:pt x="5070" y="1433"/>
                    <a:pt x="4916" y="1189"/>
                    <a:pt x="4716" y="990"/>
                  </a:cubicBezTo>
                  <a:cubicBezTo>
                    <a:pt x="4508" y="782"/>
                    <a:pt x="4282" y="601"/>
                    <a:pt x="4038" y="438"/>
                  </a:cubicBezTo>
                  <a:cubicBezTo>
                    <a:pt x="3793" y="266"/>
                    <a:pt x="3531" y="94"/>
                    <a:pt x="3232" y="30"/>
                  </a:cubicBezTo>
                  <a:cubicBezTo>
                    <a:pt x="3132" y="9"/>
                    <a:pt x="3033" y="0"/>
                    <a:pt x="2933" y="0"/>
                  </a:cubicBez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1"/>
            <p:cNvSpPr/>
            <p:nvPr/>
          </p:nvSpPr>
          <p:spPr>
            <a:xfrm>
              <a:off x="8045352" y="2040083"/>
              <a:ext cx="97363" cy="178733"/>
            </a:xfrm>
            <a:custGeom>
              <a:rect b="b" l="l" r="r" t="t"/>
              <a:pathLst>
                <a:path extrusionOk="0" h="1531" w="834">
                  <a:moveTo>
                    <a:pt x="643" y="1"/>
                  </a:moveTo>
                  <a:lnTo>
                    <a:pt x="643" y="1"/>
                  </a:lnTo>
                  <a:cubicBezTo>
                    <a:pt x="580" y="137"/>
                    <a:pt x="526" y="281"/>
                    <a:pt x="490" y="435"/>
                  </a:cubicBezTo>
                  <a:cubicBezTo>
                    <a:pt x="453" y="580"/>
                    <a:pt x="417" y="734"/>
                    <a:pt x="399" y="888"/>
                  </a:cubicBezTo>
                  <a:cubicBezTo>
                    <a:pt x="399" y="897"/>
                    <a:pt x="399" y="897"/>
                    <a:pt x="399" y="897"/>
                  </a:cubicBezTo>
                  <a:cubicBezTo>
                    <a:pt x="407" y="919"/>
                    <a:pt x="420" y="936"/>
                    <a:pt x="440" y="936"/>
                  </a:cubicBezTo>
                  <a:cubicBezTo>
                    <a:pt x="444" y="936"/>
                    <a:pt x="449" y="935"/>
                    <a:pt x="453" y="933"/>
                  </a:cubicBezTo>
                  <a:cubicBezTo>
                    <a:pt x="461" y="933"/>
                    <a:pt x="468" y="932"/>
                    <a:pt x="475" y="932"/>
                  </a:cubicBezTo>
                  <a:cubicBezTo>
                    <a:pt x="568" y="932"/>
                    <a:pt x="665" y="984"/>
                    <a:pt x="707" y="1060"/>
                  </a:cubicBezTo>
                  <a:cubicBezTo>
                    <a:pt x="752" y="1151"/>
                    <a:pt x="725" y="1259"/>
                    <a:pt x="653" y="1341"/>
                  </a:cubicBezTo>
                  <a:cubicBezTo>
                    <a:pt x="580" y="1422"/>
                    <a:pt x="471" y="1467"/>
                    <a:pt x="354" y="1485"/>
                  </a:cubicBezTo>
                  <a:cubicBezTo>
                    <a:pt x="325" y="1488"/>
                    <a:pt x="294" y="1489"/>
                    <a:pt x="263" y="1489"/>
                  </a:cubicBezTo>
                  <a:cubicBezTo>
                    <a:pt x="178" y="1489"/>
                    <a:pt x="87" y="1481"/>
                    <a:pt x="1" y="1467"/>
                  </a:cubicBezTo>
                  <a:lnTo>
                    <a:pt x="1" y="1467"/>
                  </a:lnTo>
                  <a:cubicBezTo>
                    <a:pt x="118" y="1504"/>
                    <a:pt x="236" y="1531"/>
                    <a:pt x="363" y="1531"/>
                  </a:cubicBezTo>
                  <a:cubicBezTo>
                    <a:pt x="481" y="1531"/>
                    <a:pt x="616" y="1495"/>
                    <a:pt x="707" y="1395"/>
                  </a:cubicBezTo>
                  <a:cubicBezTo>
                    <a:pt x="752" y="1350"/>
                    <a:pt x="797" y="1295"/>
                    <a:pt x="815" y="1223"/>
                  </a:cubicBezTo>
                  <a:cubicBezTo>
                    <a:pt x="834" y="1160"/>
                    <a:pt x="825" y="1078"/>
                    <a:pt x="788" y="1015"/>
                  </a:cubicBezTo>
                  <a:cubicBezTo>
                    <a:pt x="734" y="906"/>
                    <a:pt x="612" y="850"/>
                    <a:pt x="493" y="848"/>
                  </a:cubicBezTo>
                  <a:lnTo>
                    <a:pt x="493" y="848"/>
                  </a:lnTo>
                  <a:cubicBezTo>
                    <a:pt x="505" y="718"/>
                    <a:pt x="529" y="581"/>
                    <a:pt x="553" y="444"/>
                  </a:cubicBezTo>
                  <a:cubicBezTo>
                    <a:pt x="580" y="300"/>
                    <a:pt x="607" y="146"/>
                    <a:pt x="643" y="1"/>
                  </a:cubicBezTo>
                  <a:close/>
                </a:path>
              </a:pathLst>
            </a:custGeom>
            <a:solidFill>
              <a:srgbClr val="A834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1"/>
            <p:cNvSpPr/>
            <p:nvPr/>
          </p:nvSpPr>
          <p:spPr>
            <a:xfrm>
              <a:off x="8017917" y="2180643"/>
              <a:ext cx="15994" cy="26617"/>
            </a:xfrm>
            <a:custGeom>
              <a:rect b="b" l="l" r="r" t="t"/>
              <a:pathLst>
                <a:path extrusionOk="0" h="228" w="137">
                  <a:moveTo>
                    <a:pt x="9" y="1"/>
                  </a:moveTo>
                  <a:cubicBezTo>
                    <a:pt x="0" y="55"/>
                    <a:pt x="9" y="100"/>
                    <a:pt x="28" y="137"/>
                  </a:cubicBezTo>
                  <a:cubicBezTo>
                    <a:pt x="46" y="173"/>
                    <a:pt x="73" y="209"/>
                    <a:pt x="127" y="227"/>
                  </a:cubicBezTo>
                  <a:cubicBezTo>
                    <a:pt x="136" y="173"/>
                    <a:pt x="127" y="137"/>
                    <a:pt x="109" y="91"/>
                  </a:cubicBezTo>
                  <a:cubicBezTo>
                    <a:pt x="91" y="55"/>
                    <a:pt x="64" y="28"/>
                    <a:pt x="9" y="1"/>
                  </a:cubicBezTo>
                  <a:close/>
                </a:path>
              </a:pathLst>
            </a:custGeom>
            <a:solidFill>
              <a:srgbClr val="A834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1"/>
            <p:cNvSpPr/>
            <p:nvPr/>
          </p:nvSpPr>
          <p:spPr>
            <a:xfrm>
              <a:off x="7915415" y="2235629"/>
              <a:ext cx="287537" cy="105418"/>
            </a:xfrm>
            <a:custGeom>
              <a:rect b="b" l="l" r="r" t="t"/>
              <a:pathLst>
                <a:path extrusionOk="0" h="903" w="2463">
                  <a:moveTo>
                    <a:pt x="0" y="1"/>
                  </a:moveTo>
                  <a:cubicBezTo>
                    <a:pt x="100" y="218"/>
                    <a:pt x="263" y="399"/>
                    <a:pt x="453" y="553"/>
                  </a:cubicBezTo>
                  <a:cubicBezTo>
                    <a:pt x="634" y="707"/>
                    <a:pt x="860" y="806"/>
                    <a:pt x="1096" y="870"/>
                  </a:cubicBezTo>
                  <a:cubicBezTo>
                    <a:pt x="1208" y="891"/>
                    <a:pt x="1324" y="903"/>
                    <a:pt x="1441" y="903"/>
                  </a:cubicBezTo>
                  <a:cubicBezTo>
                    <a:pt x="1569" y="903"/>
                    <a:pt x="1697" y="889"/>
                    <a:pt x="1820" y="861"/>
                  </a:cubicBezTo>
                  <a:cubicBezTo>
                    <a:pt x="2055" y="815"/>
                    <a:pt x="2272" y="707"/>
                    <a:pt x="2463" y="562"/>
                  </a:cubicBezTo>
                  <a:lnTo>
                    <a:pt x="2463" y="562"/>
                  </a:lnTo>
                  <a:cubicBezTo>
                    <a:pt x="2254" y="670"/>
                    <a:pt x="2028" y="752"/>
                    <a:pt x="1802" y="788"/>
                  </a:cubicBezTo>
                  <a:cubicBezTo>
                    <a:pt x="1708" y="799"/>
                    <a:pt x="1613" y="806"/>
                    <a:pt x="1518" y="806"/>
                  </a:cubicBezTo>
                  <a:cubicBezTo>
                    <a:pt x="1384" y="806"/>
                    <a:pt x="1250" y="793"/>
                    <a:pt x="1123" y="761"/>
                  </a:cubicBezTo>
                  <a:cubicBezTo>
                    <a:pt x="896" y="716"/>
                    <a:pt x="688" y="616"/>
                    <a:pt x="498" y="489"/>
                  </a:cubicBezTo>
                  <a:cubicBezTo>
                    <a:pt x="308" y="354"/>
                    <a:pt x="145" y="191"/>
                    <a:pt x="0" y="1"/>
                  </a:cubicBezTo>
                  <a:close/>
                </a:path>
              </a:pathLst>
            </a:custGeom>
            <a:solidFill>
              <a:srgbClr val="A834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1"/>
            <p:cNvSpPr/>
            <p:nvPr/>
          </p:nvSpPr>
          <p:spPr>
            <a:xfrm>
              <a:off x="7996786" y="2349804"/>
              <a:ext cx="86740" cy="23349"/>
            </a:xfrm>
            <a:custGeom>
              <a:rect b="b" l="l" r="r" t="t"/>
              <a:pathLst>
                <a:path extrusionOk="0" h="200" w="743">
                  <a:moveTo>
                    <a:pt x="0" y="0"/>
                  </a:moveTo>
                  <a:cubicBezTo>
                    <a:pt x="55" y="46"/>
                    <a:pt x="109" y="82"/>
                    <a:pt x="163" y="118"/>
                  </a:cubicBezTo>
                  <a:cubicBezTo>
                    <a:pt x="227" y="145"/>
                    <a:pt x="290" y="163"/>
                    <a:pt x="353" y="181"/>
                  </a:cubicBezTo>
                  <a:cubicBezTo>
                    <a:pt x="417" y="190"/>
                    <a:pt x="489" y="199"/>
                    <a:pt x="553" y="199"/>
                  </a:cubicBezTo>
                  <a:cubicBezTo>
                    <a:pt x="616" y="190"/>
                    <a:pt x="679" y="181"/>
                    <a:pt x="743" y="154"/>
                  </a:cubicBezTo>
                  <a:cubicBezTo>
                    <a:pt x="679" y="145"/>
                    <a:pt x="616" y="145"/>
                    <a:pt x="553" y="136"/>
                  </a:cubicBezTo>
                  <a:cubicBezTo>
                    <a:pt x="489" y="127"/>
                    <a:pt x="426" y="118"/>
                    <a:pt x="371" y="109"/>
                  </a:cubicBezTo>
                  <a:cubicBezTo>
                    <a:pt x="308" y="91"/>
                    <a:pt x="245" y="73"/>
                    <a:pt x="190" y="64"/>
                  </a:cubicBezTo>
                  <a:cubicBezTo>
                    <a:pt x="127" y="46"/>
                    <a:pt x="64" y="18"/>
                    <a:pt x="0" y="0"/>
                  </a:cubicBezTo>
                  <a:close/>
                </a:path>
              </a:pathLst>
            </a:custGeom>
            <a:solidFill>
              <a:srgbClr val="A834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"/>
            <p:cNvSpPr/>
            <p:nvPr/>
          </p:nvSpPr>
          <p:spPr>
            <a:xfrm>
              <a:off x="7839298" y="1810799"/>
              <a:ext cx="175581" cy="58021"/>
            </a:xfrm>
            <a:custGeom>
              <a:rect b="b" l="l" r="r" t="t"/>
              <a:pathLst>
                <a:path extrusionOk="0" h="497" w="1504">
                  <a:moveTo>
                    <a:pt x="835" y="0"/>
                  </a:moveTo>
                  <a:cubicBezTo>
                    <a:pt x="788" y="0"/>
                    <a:pt x="742" y="3"/>
                    <a:pt x="698" y="9"/>
                  </a:cubicBezTo>
                  <a:cubicBezTo>
                    <a:pt x="562" y="28"/>
                    <a:pt x="435" y="64"/>
                    <a:pt x="317" y="127"/>
                  </a:cubicBezTo>
                  <a:cubicBezTo>
                    <a:pt x="200" y="181"/>
                    <a:pt x="91" y="263"/>
                    <a:pt x="10" y="363"/>
                  </a:cubicBezTo>
                  <a:cubicBezTo>
                    <a:pt x="0" y="372"/>
                    <a:pt x="0" y="381"/>
                    <a:pt x="0" y="399"/>
                  </a:cubicBezTo>
                  <a:cubicBezTo>
                    <a:pt x="0" y="426"/>
                    <a:pt x="28" y="444"/>
                    <a:pt x="55" y="444"/>
                  </a:cubicBezTo>
                  <a:lnTo>
                    <a:pt x="399" y="444"/>
                  </a:lnTo>
                  <a:cubicBezTo>
                    <a:pt x="507" y="444"/>
                    <a:pt x="607" y="453"/>
                    <a:pt x="707" y="462"/>
                  </a:cubicBezTo>
                  <a:lnTo>
                    <a:pt x="1005" y="489"/>
                  </a:lnTo>
                  <a:cubicBezTo>
                    <a:pt x="1055" y="494"/>
                    <a:pt x="1105" y="496"/>
                    <a:pt x="1158" y="496"/>
                  </a:cubicBezTo>
                  <a:cubicBezTo>
                    <a:pt x="1211" y="496"/>
                    <a:pt x="1268" y="494"/>
                    <a:pt x="1331" y="489"/>
                  </a:cubicBezTo>
                  <a:lnTo>
                    <a:pt x="1340" y="489"/>
                  </a:lnTo>
                  <a:cubicBezTo>
                    <a:pt x="1376" y="489"/>
                    <a:pt x="1413" y="471"/>
                    <a:pt x="1440" y="453"/>
                  </a:cubicBezTo>
                  <a:cubicBezTo>
                    <a:pt x="1494" y="390"/>
                    <a:pt x="1503" y="290"/>
                    <a:pt x="1440" y="227"/>
                  </a:cubicBezTo>
                  <a:cubicBezTo>
                    <a:pt x="1340" y="127"/>
                    <a:pt x="1223" y="64"/>
                    <a:pt x="1087" y="28"/>
                  </a:cubicBezTo>
                  <a:cubicBezTo>
                    <a:pt x="1005" y="10"/>
                    <a:pt x="919" y="0"/>
                    <a:pt x="8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1"/>
            <p:cNvSpPr/>
            <p:nvPr/>
          </p:nvSpPr>
          <p:spPr>
            <a:xfrm>
              <a:off x="8263081" y="1886682"/>
              <a:ext cx="161805" cy="94328"/>
            </a:xfrm>
            <a:custGeom>
              <a:rect b="b" l="l" r="r" t="t"/>
              <a:pathLst>
                <a:path extrusionOk="0" h="808" w="1386">
                  <a:moveTo>
                    <a:pt x="372" y="0"/>
                  </a:moveTo>
                  <a:cubicBezTo>
                    <a:pt x="286" y="0"/>
                    <a:pt x="199" y="13"/>
                    <a:pt x="118" y="47"/>
                  </a:cubicBezTo>
                  <a:cubicBezTo>
                    <a:pt x="91" y="66"/>
                    <a:pt x="64" y="93"/>
                    <a:pt x="46" y="120"/>
                  </a:cubicBezTo>
                  <a:cubicBezTo>
                    <a:pt x="1" y="201"/>
                    <a:pt x="28" y="292"/>
                    <a:pt x="109" y="337"/>
                  </a:cubicBezTo>
                  <a:lnTo>
                    <a:pt x="118" y="346"/>
                  </a:lnTo>
                  <a:cubicBezTo>
                    <a:pt x="227" y="401"/>
                    <a:pt x="317" y="428"/>
                    <a:pt x="417" y="464"/>
                  </a:cubicBezTo>
                  <a:lnTo>
                    <a:pt x="698" y="554"/>
                  </a:lnTo>
                  <a:cubicBezTo>
                    <a:pt x="797" y="591"/>
                    <a:pt x="888" y="627"/>
                    <a:pt x="987" y="663"/>
                  </a:cubicBezTo>
                  <a:cubicBezTo>
                    <a:pt x="1087" y="708"/>
                    <a:pt x="1196" y="754"/>
                    <a:pt x="1304" y="808"/>
                  </a:cubicBezTo>
                  <a:lnTo>
                    <a:pt x="1340" y="808"/>
                  </a:lnTo>
                  <a:cubicBezTo>
                    <a:pt x="1368" y="799"/>
                    <a:pt x="1386" y="772"/>
                    <a:pt x="1377" y="745"/>
                  </a:cubicBezTo>
                  <a:cubicBezTo>
                    <a:pt x="1340" y="618"/>
                    <a:pt x="1277" y="500"/>
                    <a:pt x="1196" y="401"/>
                  </a:cubicBezTo>
                  <a:cubicBezTo>
                    <a:pt x="1105" y="301"/>
                    <a:pt x="1005" y="219"/>
                    <a:pt x="888" y="147"/>
                  </a:cubicBezTo>
                  <a:cubicBezTo>
                    <a:pt x="779" y="84"/>
                    <a:pt x="652" y="29"/>
                    <a:pt x="517" y="11"/>
                  </a:cubicBezTo>
                  <a:cubicBezTo>
                    <a:pt x="470" y="5"/>
                    <a:pt x="421" y="0"/>
                    <a:pt x="3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1"/>
            <p:cNvSpPr/>
            <p:nvPr/>
          </p:nvSpPr>
          <p:spPr>
            <a:xfrm>
              <a:off x="8228174" y="2035063"/>
              <a:ext cx="110088" cy="118027"/>
            </a:xfrm>
            <a:custGeom>
              <a:rect b="b" l="l" r="r" t="t"/>
              <a:pathLst>
                <a:path extrusionOk="0" h="1011" w="943">
                  <a:moveTo>
                    <a:pt x="504" y="1"/>
                  </a:moveTo>
                  <a:cubicBezTo>
                    <a:pt x="301" y="1"/>
                    <a:pt x="112" y="179"/>
                    <a:pt x="55" y="424"/>
                  </a:cubicBezTo>
                  <a:cubicBezTo>
                    <a:pt x="1" y="696"/>
                    <a:pt x="137" y="958"/>
                    <a:pt x="372" y="1003"/>
                  </a:cubicBezTo>
                  <a:cubicBezTo>
                    <a:pt x="395" y="1008"/>
                    <a:pt x="419" y="1010"/>
                    <a:pt x="442" y="1010"/>
                  </a:cubicBezTo>
                  <a:cubicBezTo>
                    <a:pt x="643" y="1010"/>
                    <a:pt x="830" y="840"/>
                    <a:pt x="879" y="596"/>
                  </a:cubicBezTo>
                  <a:cubicBezTo>
                    <a:pt x="942" y="315"/>
                    <a:pt x="797" y="62"/>
                    <a:pt x="571" y="8"/>
                  </a:cubicBezTo>
                  <a:cubicBezTo>
                    <a:pt x="549" y="3"/>
                    <a:pt x="526" y="1"/>
                    <a:pt x="5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1"/>
            <p:cNvSpPr/>
            <p:nvPr/>
          </p:nvSpPr>
          <p:spPr>
            <a:xfrm>
              <a:off x="8294835" y="2035881"/>
              <a:ext cx="111022" cy="50550"/>
            </a:xfrm>
            <a:custGeom>
              <a:rect b="b" l="l" r="r" t="t"/>
              <a:pathLst>
                <a:path extrusionOk="0" h="433" w="951">
                  <a:moveTo>
                    <a:pt x="0" y="1"/>
                  </a:moveTo>
                  <a:lnTo>
                    <a:pt x="263" y="399"/>
                  </a:lnTo>
                  <a:cubicBezTo>
                    <a:pt x="311" y="423"/>
                    <a:pt x="360" y="433"/>
                    <a:pt x="409" y="433"/>
                  </a:cubicBezTo>
                  <a:cubicBezTo>
                    <a:pt x="693" y="433"/>
                    <a:pt x="951" y="82"/>
                    <a:pt x="951" y="82"/>
                  </a:cubicBezTo>
                  <a:lnTo>
                    <a:pt x="951" y="82"/>
                  </a:lnTo>
                  <a:cubicBezTo>
                    <a:pt x="866" y="112"/>
                    <a:pt x="769" y="123"/>
                    <a:pt x="671" y="123"/>
                  </a:cubicBezTo>
                  <a:cubicBezTo>
                    <a:pt x="346" y="123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1"/>
            <p:cNvSpPr/>
            <p:nvPr/>
          </p:nvSpPr>
          <p:spPr>
            <a:xfrm>
              <a:off x="7867784" y="1961165"/>
              <a:ext cx="109037" cy="117910"/>
            </a:xfrm>
            <a:custGeom>
              <a:rect b="b" l="l" r="r" t="t"/>
              <a:pathLst>
                <a:path extrusionOk="0" h="1010" w="934">
                  <a:moveTo>
                    <a:pt x="501" y="0"/>
                  </a:moveTo>
                  <a:cubicBezTo>
                    <a:pt x="298" y="0"/>
                    <a:pt x="104" y="172"/>
                    <a:pt x="55" y="423"/>
                  </a:cubicBezTo>
                  <a:cubicBezTo>
                    <a:pt x="1" y="695"/>
                    <a:pt x="137" y="957"/>
                    <a:pt x="363" y="1003"/>
                  </a:cubicBezTo>
                  <a:cubicBezTo>
                    <a:pt x="386" y="1007"/>
                    <a:pt x="410" y="1010"/>
                    <a:pt x="433" y="1010"/>
                  </a:cubicBezTo>
                  <a:cubicBezTo>
                    <a:pt x="636" y="1010"/>
                    <a:pt x="830" y="838"/>
                    <a:pt x="879" y="586"/>
                  </a:cubicBezTo>
                  <a:cubicBezTo>
                    <a:pt x="933" y="315"/>
                    <a:pt x="798" y="52"/>
                    <a:pt x="571" y="7"/>
                  </a:cubicBezTo>
                  <a:cubicBezTo>
                    <a:pt x="548" y="2"/>
                    <a:pt x="525" y="0"/>
                    <a:pt x="5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1"/>
            <p:cNvSpPr/>
            <p:nvPr/>
          </p:nvSpPr>
          <p:spPr>
            <a:xfrm>
              <a:off x="7828674" y="1926025"/>
              <a:ext cx="105885" cy="66660"/>
            </a:xfrm>
            <a:custGeom>
              <a:rect b="b" l="l" r="r" t="t"/>
              <a:pathLst>
                <a:path extrusionOk="0" h="571" w="907">
                  <a:moveTo>
                    <a:pt x="1" y="0"/>
                  </a:moveTo>
                  <a:cubicBezTo>
                    <a:pt x="1" y="0"/>
                    <a:pt x="133" y="571"/>
                    <a:pt x="491" y="571"/>
                  </a:cubicBezTo>
                  <a:cubicBezTo>
                    <a:pt x="497" y="571"/>
                    <a:pt x="502" y="571"/>
                    <a:pt x="508" y="570"/>
                  </a:cubicBezTo>
                  <a:lnTo>
                    <a:pt x="906" y="308"/>
                  </a:lnTo>
                  <a:cubicBezTo>
                    <a:pt x="906" y="308"/>
                    <a:pt x="282" y="263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1"/>
            <p:cNvSpPr/>
            <p:nvPr/>
          </p:nvSpPr>
          <p:spPr>
            <a:xfrm>
              <a:off x="8230276" y="2182394"/>
              <a:ext cx="181885" cy="249946"/>
            </a:xfrm>
            <a:custGeom>
              <a:rect b="b" l="l" r="r" t="t"/>
              <a:pathLst>
                <a:path extrusionOk="0" h="2141" w="1558">
                  <a:moveTo>
                    <a:pt x="1189" y="1"/>
                  </a:moveTo>
                  <a:cubicBezTo>
                    <a:pt x="681" y="1"/>
                    <a:pt x="222" y="357"/>
                    <a:pt x="119" y="873"/>
                  </a:cubicBezTo>
                  <a:cubicBezTo>
                    <a:pt x="1" y="1425"/>
                    <a:pt x="327" y="1968"/>
                    <a:pt x="852" y="2140"/>
                  </a:cubicBezTo>
                  <a:cubicBezTo>
                    <a:pt x="1142" y="1452"/>
                    <a:pt x="1377" y="683"/>
                    <a:pt x="1558" y="67"/>
                  </a:cubicBezTo>
                  <a:cubicBezTo>
                    <a:pt x="1504" y="49"/>
                    <a:pt x="1458" y="40"/>
                    <a:pt x="1404" y="22"/>
                  </a:cubicBezTo>
                  <a:cubicBezTo>
                    <a:pt x="1332" y="8"/>
                    <a:pt x="1260" y="1"/>
                    <a:pt x="1189" y="1"/>
                  </a:cubicBezTo>
                  <a:close/>
                </a:path>
              </a:pathLst>
            </a:custGeom>
            <a:solidFill>
              <a:srgbClr val="D45B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1"/>
            <p:cNvSpPr/>
            <p:nvPr/>
          </p:nvSpPr>
          <p:spPr>
            <a:xfrm>
              <a:off x="7618417" y="2056661"/>
              <a:ext cx="279131" cy="255549"/>
            </a:xfrm>
            <a:custGeom>
              <a:rect b="b" l="l" r="r" t="t"/>
              <a:pathLst>
                <a:path extrusionOk="0" h="2189" w="2391">
                  <a:moveTo>
                    <a:pt x="1198" y="0"/>
                  </a:moveTo>
                  <a:cubicBezTo>
                    <a:pt x="689" y="0"/>
                    <a:pt x="230" y="356"/>
                    <a:pt x="127" y="873"/>
                  </a:cubicBezTo>
                  <a:cubicBezTo>
                    <a:pt x="0" y="1470"/>
                    <a:pt x="381" y="2041"/>
                    <a:pt x="978" y="2167"/>
                  </a:cubicBezTo>
                  <a:cubicBezTo>
                    <a:pt x="1050" y="2182"/>
                    <a:pt x="1122" y="2189"/>
                    <a:pt x="1193" y="2189"/>
                  </a:cubicBezTo>
                  <a:cubicBezTo>
                    <a:pt x="1702" y="2189"/>
                    <a:pt x="2160" y="1833"/>
                    <a:pt x="2264" y="1316"/>
                  </a:cubicBezTo>
                  <a:cubicBezTo>
                    <a:pt x="2390" y="728"/>
                    <a:pt x="2010" y="149"/>
                    <a:pt x="1413" y="22"/>
                  </a:cubicBezTo>
                  <a:cubicBezTo>
                    <a:pt x="1341" y="7"/>
                    <a:pt x="1269" y="0"/>
                    <a:pt x="1198" y="0"/>
                  </a:cubicBezTo>
                  <a:close/>
                </a:path>
              </a:pathLst>
            </a:custGeom>
            <a:solidFill>
              <a:srgbClr val="D45B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1"/>
            <p:cNvSpPr/>
            <p:nvPr/>
          </p:nvSpPr>
          <p:spPr>
            <a:xfrm>
              <a:off x="7381659" y="1917269"/>
              <a:ext cx="138573" cy="234769"/>
            </a:xfrm>
            <a:custGeom>
              <a:rect b="b" l="l" r="r" t="t"/>
              <a:pathLst>
                <a:path extrusionOk="0" h="2011" w="1187">
                  <a:moveTo>
                    <a:pt x="920" y="669"/>
                  </a:moveTo>
                  <a:cubicBezTo>
                    <a:pt x="925" y="669"/>
                    <a:pt x="930" y="669"/>
                    <a:pt x="934" y="669"/>
                  </a:cubicBezTo>
                  <a:lnTo>
                    <a:pt x="934" y="669"/>
                  </a:lnTo>
                  <a:cubicBezTo>
                    <a:pt x="975" y="869"/>
                    <a:pt x="1008" y="1070"/>
                    <a:pt x="1033" y="1279"/>
                  </a:cubicBezTo>
                  <a:cubicBezTo>
                    <a:pt x="1051" y="1388"/>
                    <a:pt x="1060" y="1496"/>
                    <a:pt x="1078" y="1605"/>
                  </a:cubicBezTo>
                  <a:cubicBezTo>
                    <a:pt x="1087" y="1714"/>
                    <a:pt x="1087" y="1822"/>
                    <a:pt x="1015" y="1877"/>
                  </a:cubicBezTo>
                  <a:cubicBezTo>
                    <a:pt x="980" y="1903"/>
                    <a:pt x="937" y="1914"/>
                    <a:pt x="893" y="1914"/>
                  </a:cubicBezTo>
                  <a:cubicBezTo>
                    <a:pt x="845" y="1914"/>
                    <a:pt x="795" y="1900"/>
                    <a:pt x="752" y="1877"/>
                  </a:cubicBezTo>
                  <a:cubicBezTo>
                    <a:pt x="671" y="1822"/>
                    <a:pt x="598" y="1741"/>
                    <a:pt x="544" y="1650"/>
                  </a:cubicBezTo>
                  <a:cubicBezTo>
                    <a:pt x="435" y="1469"/>
                    <a:pt x="408" y="1234"/>
                    <a:pt x="480" y="1026"/>
                  </a:cubicBezTo>
                  <a:cubicBezTo>
                    <a:pt x="517" y="926"/>
                    <a:pt x="580" y="836"/>
                    <a:pt x="662" y="763"/>
                  </a:cubicBezTo>
                  <a:cubicBezTo>
                    <a:pt x="738" y="709"/>
                    <a:pt x="828" y="669"/>
                    <a:pt x="920" y="669"/>
                  </a:cubicBezTo>
                  <a:close/>
                  <a:moveTo>
                    <a:pt x="597" y="0"/>
                  </a:moveTo>
                  <a:cubicBezTo>
                    <a:pt x="499" y="0"/>
                    <a:pt x="406" y="46"/>
                    <a:pt x="336" y="102"/>
                  </a:cubicBezTo>
                  <a:cubicBezTo>
                    <a:pt x="245" y="175"/>
                    <a:pt x="173" y="265"/>
                    <a:pt x="127" y="374"/>
                  </a:cubicBezTo>
                  <a:cubicBezTo>
                    <a:pt x="28" y="582"/>
                    <a:pt x="1" y="817"/>
                    <a:pt x="64" y="1035"/>
                  </a:cubicBezTo>
                  <a:cubicBezTo>
                    <a:pt x="28" y="817"/>
                    <a:pt x="64" y="582"/>
                    <a:pt x="173" y="392"/>
                  </a:cubicBezTo>
                  <a:cubicBezTo>
                    <a:pt x="227" y="301"/>
                    <a:pt x="290" y="211"/>
                    <a:pt x="381" y="157"/>
                  </a:cubicBezTo>
                  <a:cubicBezTo>
                    <a:pt x="444" y="108"/>
                    <a:pt x="523" y="75"/>
                    <a:pt x="597" y="75"/>
                  </a:cubicBezTo>
                  <a:cubicBezTo>
                    <a:pt x="619" y="75"/>
                    <a:pt x="641" y="78"/>
                    <a:pt x="662" y="84"/>
                  </a:cubicBezTo>
                  <a:cubicBezTo>
                    <a:pt x="752" y="120"/>
                    <a:pt x="815" y="202"/>
                    <a:pt x="852" y="301"/>
                  </a:cubicBezTo>
                  <a:cubicBezTo>
                    <a:pt x="888" y="401"/>
                    <a:pt x="906" y="510"/>
                    <a:pt x="924" y="618"/>
                  </a:cubicBezTo>
                  <a:cubicBezTo>
                    <a:pt x="927" y="634"/>
                    <a:pt x="931" y="650"/>
                    <a:pt x="934" y="666"/>
                  </a:cubicBezTo>
                  <a:lnTo>
                    <a:pt x="934" y="666"/>
                  </a:lnTo>
                  <a:cubicBezTo>
                    <a:pt x="920" y="664"/>
                    <a:pt x="907" y="664"/>
                    <a:pt x="894" y="664"/>
                  </a:cubicBezTo>
                  <a:cubicBezTo>
                    <a:pt x="808" y="664"/>
                    <a:pt x="722" y="696"/>
                    <a:pt x="652" y="745"/>
                  </a:cubicBezTo>
                  <a:cubicBezTo>
                    <a:pt x="553" y="808"/>
                    <a:pt x="480" y="908"/>
                    <a:pt x="435" y="1008"/>
                  </a:cubicBezTo>
                  <a:cubicBezTo>
                    <a:pt x="345" y="1225"/>
                    <a:pt x="363" y="1478"/>
                    <a:pt x="471" y="1687"/>
                  </a:cubicBezTo>
                  <a:cubicBezTo>
                    <a:pt x="526" y="1795"/>
                    <a:pt x="598" y="1886"/>
                    <a:pt x="707" y="1949"/>
                  </a:cubicBezTo>
                  <a:cubicBezTo>
                    <a:pt x="759" y="1987"/>
                    <a:pt x="827" y="2010"/>
                    <a:pt x="896" y="2010"/>
                  </a:cubicBezTo>
                  <a:cubicBezTo>
                    <a:pt x="959" y="2010"/>
                    <a:pt x="1022" y="1992"/>
                    <a:pt x="1078" y="1949"/>
                  </a:cubicBezTo>
                  <a:cubicBezTo>
                    <a:pt x="1132" y="1913"/>
                    <a:pt x="1159" y="1840"/>
                    <a:pt x="1168" y="1777"/>
                  </a:cubicBezTo>
                  <a:cubicBezTo>
                    <a:pt x="1187" y="1714"/>
                    <a:pt x="1178" y="1659"/>
                    <a:pt x="1178" y="1596"/>
                  </a:cubicBezTo>
                  <a:cubicBezTo>
                    <a:pt x="1168" y="1487"/>
                    <a:pt x="1150" y="1379"/>
                    <a:pt x="1141" y="1261"/>
                  </a:cubicBezTo>
                  <a:cubicBezTo>
                    <a:pt x="1105" y="1044"/>
                    <a:pt x="1069" y="817"/>
                    <a:pt x="1024" y="600"/>
                  </a:cubicBezTo>
                  <a:cubicBezTo>
                    <a:pt x="996" y="492"/>
                    <a:pt x="978" y="383"/>
                    <a:pt x="933" y="265"/>
                  </a:cubicBezTo>
                  <a:cubicBezTo>
                    <a:pt x="897" y="157"/>
                    <a:pt x="815" y="39"/>
                    <a:pt x="680" y="12"/>
                  </a:cubicBezTo>
                  <a:cubicBezTo>
                    <a:pt x="652" y="4"/>
                    <a:pt x="624" y="0"/>
                    <a:pt x="597" y="0"/>
                  </a:cubicBezTo>
                  <a:close/>
                </a:path>
              </a:pathLst>
            </a:custGeom>
            <a:solidFill>
              <a:srgbClr val="A8342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1"/>
            <p:cNvSpPr/>
            <p:nvPr/>
          </p:nvSpPr>
          <p:spPr>
            <a:xfrm>
              <a:off x="7250671" y="1076599"/>
              <a:ext cx="1306349" cy="1323977"/>
            </a:xfrm>
            <a:custGeom>
              <a:rect b="b" l="l" r="r" t="t"/>
              <a:pathLst>
                <a:path extrusionOk="0" h="11341" w="11190">
                  <a:moveTo>
                    <a:pt x="2752" y="1"/>
                  </a:moveTo>
                  <a:cubicBezTo>
                    <a:pt x="2553" y="1"/>
                    <a:pt x="2346" y="54"/>
                    <a:pt x="2155" y="106"/>
                  </a:cubicBezTo>
                  <a:cubicBezTo>
                    <a:pt x="2082" y="134"/>
                    <a:pt x="2010" y="161"/>
                    <a:pt x="1946" y="206"/>
                  </a:cubicBezTo>
                  <a:cubicBezTo>
                    <a:pt x="1892" y="251"/>
                    <a:pt x="1847" y="333"/>
                    <a:pt x="1865" y="405"/>
                  </a:cubicBezTo>
                  <a:cubicBezTo>
                    <a:pt x="1874" y="450"/>
                    <a:pt x="1901" y="487"/>
                    <a:pt x="1919" y="532"/>
                  </a:cubicBezTo>
                  <a:cubicBezTo>
                    <a:pt x="1937" y="568"/>
                    <a:pt x="1946" y="622"/>
                    <a:pt x="1910" y="650"/>
                  </a:cubicBezTo>
                  <a:cubicBezTo>
                    <a:pt x="1521" y="713"/>
                    <a:pt x="1168" y="976"/>
                    <a:pt x="996" y="1338"/>
                  </a:cubicBezTo>
                  <a:cubicBezTo>
                    <a:pt x="815" y="1691"/>
                    <a:pt x="833" y="2134"/>
                    <a:pt x="1023" y="2478"/>
                  </a:cubicBezTo>
                  <a:cubicBezTo>
                    <a:pt x="1159" y="2723"/>
                    <a:pt x="1394" y="2931"/>
                    <a:pt x="1602" y="3121"/>
                  </a:cubicBezTo>
                  <a:cubicBezTo>
                    <a:pt x="933" y="3782"/>
                    <a:pt x="471" y="4642"/>
                    <a:pt x="236" y="5556"/>
                  </a:cubicBezTo>
                  <a:cubicBezTo>
                    <a:pt x="9" y="6461"/>
                    <a:pt x="0" y="7430"/>
                    <a:pt x="172" y="8353"/>
                  </a:cubicBezTo>
                  <a:cubicBezTo>
                    <a:pt x="290" y="9005"/>
                    <a:pt x="498" y="9648"/>
                    <a:pt x="842" y="10218"/>
                  </a:cubicBezTo>
                  <a:cubicBezTo>
                    <a:pt x="1105" y="10653"/>
                    <a:pt x="1440" y="11042"/>
                    <a:pt x="1847" y="11341"/>
                  </a:cubicBezTo>
                  <a:cubicBezTo>
                    <a:pt x="2091" y="10952"/>
                    <a:pt x="2236" y="10354"/>
                    <a:pt x="2318" y="9720"/>
                  </a:cubicBezTo>
                  <a:lnTo>
                    <a:pt x="2318" y="9720"/>
                  </a:lnTo>
                  <a:cubicBezTo>
                    <a:pt x="2236" y="9732"/>
                    <a:pt x="2158" y="9737"/>
                    <a:pt x="2084" y="9737"/>
                  </a:cubicBezTo>
                  <a:cubicBezTo>
                    <a:pt x="509" y="9737"/>
                    <a:pt x="462" y="7285"/>
                    <a:pt x="1430" y="6887"/>
                  </a:cubicBezTo>
                  <a:cubicBezTo>
                    <a:pt x="1546" y="6840"/>
                    <a:pt x="1655" y="6821"/>
                    <a:pt x="1756" y="6821"/>
                  </a:cubicBezTo>
                  <a:cubicBezTo>
                    <a:pt x="2144" y="6821"/>
                    <a:pt x="2416" y="7109"/>
                    <a:pt x="2517" y="7231"/>
                  </a:cubicBezTo>
                  <a:cubicBezTo>
                    <a:pt x="2535" y="7294"/>
                    <a:pt x="2553" y="7358"/>
                    <a:pt x="2562" y="7421"/>
                  </a:cubicBezTo>
                  <a:cubicBezTo>
                    <a:pt x="2598" y="7656"/>
                    <a:pt x="2553" y="7892"/>
                    <a:pt x="2526" y="8118"/>
                  </a:cubicBezTo>
                  <a:cubicBezTo>
                    <a:pt x="2490" y="8353"/>
                    <a:pt x="2481" y="8598"/>
                    <a:pt x="2580" y="8806"/>
                  </a:cubicBezTo>
                  <a:cubicBezTo>
                    <a:pt x="2665" y="8983"/>
                    <a:pt x="2855" y="9128"/>
                    <a:pt x="3043" y="9128"/>
                  </a:cubicBezTo>
                  <a:cubicBezTo>
                    <a:pt x="3076" y="9128"/>
                    <a:pt x="3109" y="9123"/>
                    <a:pt x="3141" y="9114"/>
                  </a:cubicBezTo>
                  <a:cubicBezTo>
                    <a:pt x="3015" y="8996"/>
                    <a:pt x="3015" y="8743"/>
                    <a:pt x="3060" y="8580"/>
                  </a:cubicBezTo>
                  <a:cubicBezTo>
                    <a:pt x="3105" y="8408"/>
                    <a:pt x="3196" y="8263"/>
                    <a:pt x="3259" y="8100"/>
                  </a:cubicBezTo>
                  <a:cubicBezTo>
                    <a:pt x="3377" y="7819"/>
                    <a:pt x="3395" y="7502"/>
                    <a:pt x="3332" y="7204"/>
                  </a:cubicBezTo>
                  <a:cubicBezTo>
                    <a:pt x="3739" y="7095"/>
                    <a:pt x="4137" y="6905"/>
                    <a:pt x="4472" y="6642"/>
                  </a:cubicBezTo>
                  <a:cubicBezTo>
                    <a:pt x="4925" y="6298"/>
                    <a:pt x="5287" y="5837"/>
                    <a:pt x="5504" y="5312"/>
                  </a:cubicBezTo>
                  <a:cubicBezTo>
                    <a:pt x="5776" y="5429"/>
                    <a:pt x="6065" y="5520"/>
                    <a:pt x="6355" y="5574"/>
                  </a:cubicBezTo>
                  <a:cubicBezTo>
                    <a:pt x="6355" y="5574"/>
                    <a:pt x="7184" y="6084"/>
                    <a:pt x="8268" y="6084"/>
                  </a:cubicBezTo>
                  <a:cubicBezTo>
                    <a:pt x="8679" y="6084"/>
                    <a:pt x="9125" y="6011"/>
                    <a:pt x="9578" y="5810"/>
                  </a:cubicBezTo>
                  <a:cubicBezTo>
                    <a:pt x="9822" y="6280"/>
                    <a:pt x="10239" y="7222"/>
                    <a:pt x="10284" y="8154"/>
                  </a:cubicBezTo>
                  <a:cubicBezTo>
                    <a:pt x="10266" y="8245"/>
                    <a:pt x="10248" y="8344"/>
                    <a:pt x="10230" y="8444"/>
                  </a:cubicBezTo>
                  <a:cubicBezTo>
                    <a:pt x="10230" y="8444"/>
                    <a:pt x="10230" y="8453"/>
                    <a:pt x="10221" y="8480"/>
                  </a:cubicBezTo>
                  <a:cubicBezTo>
                    <a:pt x="10202" y="8562"/>
                    <a:pt x="10184" y="8652"/>
                    <a:pt x="10157" y="8743"/>
                  </a:cubicBezTo>
                  <a:cubicBezTo>
                    <a:pt x="10112" y="8933"/>
                    <a:pt x="10040" y="9213"/>
                    <a:pt x="9949" y="9539"/>
                  </a:cubicBezTo>
                  <a:cubicBezTo>
                    <a:pt x="9931" y="9594"/>
                    <a:pt x="9913" y="9648"/>
                    <a:pt x="9895" y="9702"/>
                  </a:cubicBezTo>
                  <a:cubicBezTo>
                    <a:pt x="10275" y="9213"/>
                    <a:pt x="10574" y="8679"/>
                    <a:pt x="10764" y="8100"/>
                  </a:cubicBezTo>
                  <a:cubicBezTo>
                    <a:pt x="11189" y="6842"/>
                    <a:pt x="11099" y="5393"/>
                    <a:pt x="10402" y="4271"/>
                  </a:cubicBezTo>
                  <a:cubicBezTo>
                    <a:pt x="9804" y="3320"/>
                    <a:pt x="8826" y="2659"/>
                    <a:pt x="7785" y="2270"/>
                  </a:cubicBezTo>
                  <a:cubicBezTo>
                    <a:pt x="7309" y="2094"/>
                    <a:pt x="6782" y="1972"/>
                    <a:pt x="6268" y="1972"/>
                  </a:cubicBezTo>
                  <a:cubicBezTo>
                    <a:pt x="5962" y="1972"/>
                    <a:pt x="5661" y="2015"/>
                    <a:pt x="5377" y="2116"/>
                  </a:cubicBezTo>
                  <a:cubicBezTo>
                    <a:pt x="5414" y="1636"/>
                    <a:pt x="5196" y="1138"/>
                    <a:pt x="4816" y="840"/>
                  </a:cubicBezTo>
                  <a:cubicBezTo>
                    <a:pt x="4555" y="635"/>
                    <a:pt x="4247" y="528"/>
                    <a:pt x="3933" y="528"/>
                  </a:cubicBezTo>
                  <a:cubicBezTo>
                    <a:pt x="3790" y="528"/>
                    <a:pt x="3645" y="550"/>
                    <a:pt x="3504" y="595"/>
                  </a:cubicBezTo>
                  <a:cubicBezTo>
                    <a:pt x="3494" y="315"/>
                    <a:pt x="3241" y="88"/>
                    <a:pt x="2969" y="25"/>
                  </a:cubicBezTo>
                  <a:cubicBezTo>
                    <a:pt x="2899" y="8"/>
                    <a:pt x="2826" y="1"/>
                    <a:pt x="275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1"/>
            <p:cNvSpPr/>
            <p:nvPr/>
          </p:nvSpPr>
          <p:spPr>
            <a:xfrm>
              <a:off x="7302389" y="1468390"/>
              <a:ext cx="1237704" cy="450276"/>
            </a:xfrm>
            <a:custGeom>
              <a:rect b="b" l="l" r="r" t="t"/>
              <a:pathLst>
                <a:path extrusionOk="0" h="3857" w="10602">
                  <a:moveTo>
                    <a:pt x="942" y="0"/>
                  </a:moveTo>
                  <a:cubicBezTo>
                    <a:pt x="535" y="462"/>
                    <a:pt x="218" y="996"/>
                    <a:pt x="1" y="1576"/>
                  </a:cubicBezTo>
                  <a:cubicBezTo>
                    <a:pt x="82" y="1621"/>
                    <a:pt x="173" y="1675"/>
                    <a:pt x="263" y="1720"/>
                  </a:cubicBezTo>
                  <a:cubicBezTo>
                    <a:pt x="897" y="2028"/>
                    <a:pt x="1639" y="2146"/>
                    <a:pt x="2300" y="2426"/>
                  </a:cubicBezTo>
                  <a:cubicBezTo>
                    <a:pt x="2943" y="2689"/>
                    <a:pt x="3577" y="2933"/>
                    <a:pt x="4210" y="3142"/>
                  </a:cubicBezTo>
                  <a:cubicBezTo>
                    <a:pt x="4581" y="2816"/>
                    <a:pt x="4871" y="2408"/>
                    <a:pt x="5061" y="1956"/>
                  </a:cubicBezTo>
                  <a:cubicBezTo>
                    <a:pt x="5333" y="2073"/>
                    <a:pt x="5622" y="2164"/>
                    <a:pt x="5912" y="2218"/>
                  </a:cubicBezTo>
                  <a:cubicBezTo>
                    <a:pt x="5912" y="2218"/>
                    <a:pt x="6741" y="2728"/>
                    <a:pt x="7825" y="2728"/>
                  </a:cubicBezTo>
                  <a:cubicBezTo>
                    <a:pt x="8236" y="2728"/>
                    <a:pt x="8682" y="2655"/>
                    <a:pt x="9135" y="2454"/>
                  </a:cubicBezTo>
                  <a:cubicBezTo>
                    <a:pt x="9298" y="2761"/>
                    <a:pt x="9533" y="3277"/>
                    <a:pt x="9687" y="3857"/>
                  </a:cubicBezTo>
                  <a:cubicBezTo>
                    <a:pt x="9968" y="3857"/>
                    <a:pt x="10248" y="3848"/>
                    <a:pt x="10538" y="3839"/>
                  </a:cubicBezTo>
                  <a:cubicBezTo>
                    <a:pt x="10601" y="3368"/>
                    <a:pt x="10592" y="2879"/>
                    <a:pt x="10511" y="2417"/>
                  </a:cubicBezTo>
                  <a:cubicBezTo>
                    <a:pt x="9497" y="2264"/>
                    <a:pt x="8492" y="2092"/>
                    <a:pt x="7478" y="1856"/>
                  </a:cubicBezTo>
                  <a:cubicBezTo>
                    <a:pt x="5876" y="1485"/>
                    <a:pt x="4283" y="1041"/>
                    <a:pt x="2707" y="562"/>
                  </a:cubicBezTo>
                  <a:cubicBezTo>
                    <a:pt x="2128" y="381"/>
                    <a:pt x="1531" y="209"/>
                    <a:pt x="942" y="0"/>
                  </a:cubicBez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2" name="Google Shape;372;p1"/>
          <p:cNvSpPr txBox="1"/>
          <p:nvPr>
            <p:ph idx="1" type="subTitle"/>
          </p:nvPr>
        </p:nvSpPr>
        <p:spPr>
          <a:xfrm>
            <a:off x="631144" y="3501105"/>
            <a:ext cx="4771800" cy="9926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Scientific Computing Department</a:t>
            </a:r>
            <a:br>
              <a:rPr lang="en-US"/>
            </a:br>
            <a:r>
              <a:rPr lang="en-US"/>
              <a:t>Faculty Of Computer &amp; Information Science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Ain Shams University</a:t>
            </a:r>
            <a:endParaRPr/>
          </a:p>
        </p:txBody>
      </p:sp>
      <p:pic>
        <p:nvPicPr>
          <p:cNvPr descr="No photo description available." id="373" name="Google Shape;37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049" y="230110"/>
            <a:ext cx="1110681" cy="1159012"/>
          </a:xfrm>
          <a:prstGeom prst="rect">
            <a:avLst/>
          </a:prstGeom>
          <a:noFill/>
          <a:ln cap="flat" cmpd="sng" w="2286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"/>
          <p:cNvSpPr txBox="1"/>
          <p:nvPr>
            <p:ph type="title"/>
          </p:nvPr>
        </p:nvSpPr>
        <p:spPr>
          <a:xfrm>
            <a:off x="3330025" y="538252"/>
            <a:ext cx="2988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200"/>
              <a:t>Under Supervision</a:t>
            </a:r>
            <a:endParaRPr/>
          </a:p>
        </p:txBody>
      </p:sp>
      <p:sp>
        <p:nvSpPr>
          <p:cNvPr id="379" name="Google Shape;379;p2"/>
          <p:cNvSpPr txBox="1"/>
          <p:nvPr/>
        </p:nvSpPr>
        <p:spPr>
          <a:xfrm>
            <a:off x="458267" y="1866715"/>
            <a:ext cx="4923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2A6B"/>
                </a:solidFill>
                <a:latin typeface="Montserrat"/>
                <a:ea typeface="Montserrat"/>
                <a:cs typeface="Montserrat"/>
                <a:sym typeface="Montserrat"/>
              </a:rPr>
              <a:t>Team members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"/>
          <p:cNvSpPr txBox="1"/>
          <p:nvPr/>
        </p:nvSpPr>
        <p:spPr>
          <a:xfrm>
            <a:off x="3219588" y="1028363"/>
            <a:ext cx="2988600" cy="10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2A6B"/>
              </a:buClr>
              <a:buSzPts val="1400"/>
              <a:buFont typeface="Albert Sans"/>
              <a:buChar char="●"/>
            </a:pPr>
            <a:r>
              <a:rPr b="0" i="0" lang="en-US" sz="1400" u="none" cap="none" strike="noStrike">
                <a:solidFill>
                  <a:srgbClr val="0B2A6B"/>
                </a:solidFill>
                <a:latin typeface="Albert Sans"/>
                <a:ea typeface="Albert Sans"/>
                <a:cs typeface="Albert Sans"/>
                <a:sym typeface="Albert Sans"/>
              </a:rPr>
              <a:t>Dr. Manal Mohsen Tantawi</a:t>
            </a:r>
            <a:endParaRPr b="0" i="0" sz="1400" u="none" cap="none" strike="noStrike">
              <a:solidFill>
                <a:srgbClr val="0B2A6B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2A6B"/>
              </a:buClr>
              <a:buSzPts val="1400"/>
              <a:buFont typeface="Albert Sans"/>
              <a:buChar char="●"/>
            </a:pPr>
            <a:r>
              <a:rPr b="0" i="0" lang="en-US" sz="1400" u="none" cap="none" strike="noStrik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TA. Radwa Reda Hossieny</a:t>
            </a:r>
            <a:endParaRPr b="0" i="0" sz="1400" u="none" cap="none" strike="noStrike">
              <a:solidFill>
                <a:srgbClr val="0B2A6B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81" name="Google Shape;381;p2"/>
          <p:cNvSpPr txBox="1"/>
          <p:nvPr/>
        </p:nvSpPr>
        <p:spPr>
          <a:xfrm>
            <a:off x="628838" y="2334046"/>
            <a:ext cx="67941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2A6B"/>
              </a:buClr>
              <a:buSzPts val="1400"/>
              <a:buFont typeface="Albert Sans"/>
              <a:buChar char="●"/>
            </a:pPr>
            <a:r>
              <a:rPr b="0" i="0" lang="en-US" sz="1400" u="none" cap="none" strike="noStrike">
                <a:solidFill>
                  <a:srgbClr val="0B2A6B"/>
                </a:solidFill>
                <a:latin typeface="Albert Sans"/>
                <a:ea typeface="Albert Sans"/>
                <a:cs typeface="Albert Sans"/>
                <a:sym typeface="Albert Sans"/>
              </a:rPr>
              <a:t>Ahmed Shaaban Abdo Hassan</a:t>
            </a:r>
            <a:endParaRPr b="0" i="0" sz="1400" u="none" cap="none" strike="noStrike">
              <a:solidFill>
                <a:srgbClr val="0B2A6B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2A6B"/>
              </a:buClr>
              <a:buSzPts val="1400"/>
              <a:buFont typeface="Albert Sans"/>
              <a:buChar char="●"/>
            </a:pPr>
            <a:r>
              <a:rPr b="0" i="0" lang="en-US" sz="1400" u="none" cap="none" strike="noStrike">
                <a:solidFill>
                  <a:srgbClr val="0B2A6B"/>
                </a:solidFill>
                <a:latin typeface="Albert Sans"/>
                <a:ea typeface="Albert Sans"/>
                <a:cs typeface="Albert Sans"/>
                <a:sym typeface="Albert Sans"/>
              </a:rPr>
              <a:t>Ammar Yasser Mahmoud Saad</a:t>
            </a:r>
            <a:endParaRPr b="0" i="0" sz="1400" u="none" cap="none" strike="noStrike">
              <a:solidFill>
                <a:srgbClr val="0B2A6B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2A6B"/>
              </a:buClr>
              <a:buSzPts val="1400"/>
              <a:buFont typeface="Albert Sans"/>
              <a:buChar char="●"/>
            </a:pPr>
            <a:r>
              <a:rPr b="0" i="0" lang="en-US" sz="1400" u="none" cap="none" strike="noStrike">
                <a:solidFill>
                  <a:srgbClr val="0B2A6B"/>
                </a:solidFill>
                <a:latin typeface="Albert Sans"/>
                <a:ea typeface="Albert Sans"/>
                <a:cs typeface="Albert Sans"/>
                <a:sym typeface="Albert Sans"/>
              </a:rPr>
              <a:t>Ehab Mohamed Abd Elmonem Mohamed </a:t>
            </a:r>
            <a:endParaRPr b="0" i="0" sz="1400" u="none" cap="none" strike="noStrike">
              <a:solidFill>
                <a:srgbClr val="0B2A6B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2A6B"/>
              </a:buClr>
              <a:buSzPts val="1400"/>
              <a:buFont typeface="Albert Sans"/>
              <a:buChar char="●"/>
            </a:pPr>
            <a:r>
              <a:rPr b="0" i="0" lang="en-US" sz="1400" u="none" cap="none" strike="noStrike">
                <a:solidFill>
                  <a:srgbClr val="0B2A6B"/>
                </a:solidFill>
                <a:latin typeface="Albert Sans"/>
                <a:ea typeface="Albert Sans"/>
                <a:cs typeface="Albert Sans"/>
                <a:sym typeface="Albert Sans"/>
              </a:rPr>
              <a:t>MennatAllah Wael Saed Abd Elwahab</a:t>
            </a:r>
            <a:endParaRPr b="0" i="0" sz="1400" u="none" cap="none" strike="noStrike">
              <a:solidFill>
                <a:srgbClr val="0B2A6B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2A6B"/>
              </a:buClr>
              <a:buSzPts val="1400"/>
              <a:buFont typeface="Albert Sans"/>
              <a:buChar char="●"/>
            </a:pPr>
            <a:r>
              <a:rPr b="0" i="0" lang="en-US" sz="1400" u="none" cap="none" strike="noStrike">
                <a:solidFill>
                  <a:srgbClr val="0B2A6B"/>
                </a:solidFill>
                <a:latin typeface="Albert Sans"/>
                <a:ea typeface="Albert Sans"/>
                <a:cs typeface="Albert Sans"/>
                <a:sym typeface="Albert Sans"/>
              </a:rPr>
              <a:t>Mohamed Hesham Eldesouky Mohamed</a:t>
            </a:r>
            <a:endParaRPr b="0" i="0" sz="1400" u="none" cap="none" strike="noStrike">
              <a:solidFill>
                <a:srgbClr val="0B2A6B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2A6B"/>
              </a:buClr>
              <a:buSzPts val="1400"/>
              <a:buFont typeface="Albert Sans"/>
              <a:buChar char="●"/>
            </a:pPr>
            <a:r>
              <a:rPr b="0" i="0" lang="en-US" sz="1400" u="none" cap="none" strike="noStrike">
                <a:solidFill>
                  <a:srgbClr val="0B2A6B"/>
                </a:solidFill>
                <a:latin typeface="Albert Sans"/>
                <a:ea typeface="Albert Sans"/>
                <a:cs typeface="Albert Sans"/>
                <a:sym typeface="Albert Sans"/>
              </a:rPr>
              <a:t>Nada Mohamed Taalab Abdullah</a:t>
            </a:r>
            <a:endParaRPr b="0" i="0" sz="1400" u="none" cap="none" strike="noStrike">
              <a:solidFill>
                <a:srgbClr val="0B2A6B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6" name="Google Shape;386;p3"/>
          <p:cNvGrpSpPr/>
          <p:nvPr/>
        </p:nvGrpSpPr>
        <p:grpSpPr>
          <a:xfrm>
            <a:off x="6680275" y="1367119"/>
            <a:ext cx="1605009" cy="1777342"/>
            <a:chOff x="6680275" y="1367119"/>
            <a:chExt cx="1605009" cy="1777342"/>
          </a:xfrm>
        </p:grpSpPr>
        <p:sp>
          <p:nvSpPr>
            <p:cNvPr id="387" name="Google Shape;387;p3"/>
            <p:cNvSpPr/>
            <p:nvPr/>
          </p:nvSpPr>
          <p:spPr>
            <a:xfrm>
              <a:off x="7282598" y="1367119"/>
              <a:ext cx="1002686" cy="1000275"/>
            </a:xfrm>
            <a:custGeom>
              <a:rect b="b" l="l" r="r" t="t"/>
              <a:pathLst>
                <a:path extrusionOk="0" h="14522" w="14557">
                  <a:moveTo>
                    <a:pt x="7288" y="4771"/>
                  </a:moveTo>
                  <a:cubicBezTo>
                    <a:pt x="8654" y="4780"/>
                    <a:pt x="9759" y="5894"/>
                    <a:pt x="9759" y="7270"/>
                  </a:cubicBezTo>
                  <a:cubicBezTo>
                    <a:pt x="9759" y="8637"/>
                    <a:pt x="8645" y="9759"/>
                    <a:pt x="7269" y="9759"/>
                  </a:cubicBezTo>
                  <a:cubicBezTo>
                    <a:pt x="5893" y="9759"/>
                    <a:pt x="4780" y="8637"/>
                    <a:pt x="4780" y="7270"/>
                  </a:cubicBezTo>
                  <a:cubicBezTo>
                    <a:pt x="4780" y="5894"/>
                    <a:pt x="5893" y="4771"/>
                    <a:pt x="7269" y="4771"/>
                  </a:cubicBezTo>
                  <a:close/>
                  <a:moveTo>
                    <a:pt x="6808" y="1"/>
                  </a:moveTo>
                  <a:cubicBezTo>
                    <a:pt x="6400" y="1"/>
                    <a:pt x="6056" y="299"/>
                    <a:pt x="5993" y="698"/>
                  </a:cubicBezTo>
                  <a:lnTo>
                    <a:pt x="5794" y="1784"/>
                  </a:lnTo>
                  <a:cubicBezTo>
                    <a:pt x="5323" y="1911"/>
                    <a:pt x="4870" y="2101"/>
                    <a:pt x="4445" y="2345"/>
                  </a:cubicBezTo>
                  <a:lnTo>
                    <a:pt x="3540" y="1711"/>
                  </a:lnTo>
                  <a:cubicBezTo>
                    <a:pt x="3394" y="1609"/>
                    <a:pt x="3226" y="1560"/>
                    <a:pt x="3059" y="1560"/>
                  </a:cubicBezTo>
                  <a:cubicBezTo>
                    <a:pt x="2842" y="1560"/>
                    <a:pt x="2626" y="1643"/>
                    <a:pt x="2462" y="1802"/>
                  </a:cubicBezTo>
                  <a:lnTo>
                    <a:pt x="1811" y="2454"/>
                  </a:lnTo>
                  <a:cubicBezTo>
                    <a:pt x="1530" y="2753"/>
                    <a:pt x="1494" y="3205"/>
                    <a:pt x="1738" y="3531"/>
                  </a:cubicBezTo>
                  <a:lnTo>
                    <a:pt x="2372" y="4436"/>
                  </a:lnTo>
                  <a:cubicBezTo>
                    <a:pt x="2128" y="4862"/>
                    <a:pt x="1937" y="5314"/>
                    <a:pt x="1811" y="5794"/>
                  </a:cubicBezTo>
                  <a:lnTo>
                    <a:pt x="697" y="5975"/>
                  </a:lnTo>
                  <a:cubicBezTo>
                    <a:pt x="299" y="6048"/>
                    <a:pt x="9" y="6383"/>
                    <a:pt x="0" y="6790"/>
                  </a:cubicBezTo>
                  <a:lnTo>
                    <a:pt x="0" y="7722"/>
                  </a:lnTo>
                  <a:cubicBezTo>
                    <a:pt x="0" y="8130"/>
                    <a:pt x="290" y="8483"/>
                    <a:pt x="697" y="8555"/>
                  </a:cubicBezTo>
                  <a:lnTo>
                    <a:pt x="1784" y="8745"/>
                  </a:lnTo>
                  <a:cubicBezTo>
                    <a:pt x="1910" y="9216"/>
                    <a:pt x="2100" y="9678"/>
                    <a:pt x="2345" y="10103"/>
                  </a:cubicBezTo>
                  <a:lnTo>
                    <a:pt x="1738" y="10999"/>
                  </a:lnTo>
                  <a:cubicBezTo>
                    <a:pt x="1503" y="11334"/>
                    <a:pt x="1539" y="11787"/>
                    <a:pt x="1829" y="12077"/>
                  </a:cubicBezTo>
                  <a:lnTo>
                    <a:pt x="2481" y="12729"/>
                  </a:lnTo>
                  <a:cubicBezTo>
                    <a:pt x="2644" y="12887"/>
                    <a:pt x="2860" y="12971"/>
                    <a:pt x="3078" y="12971"/>
                  </a:cubicBezTo>
                  <a:cubicBezTo>
                    <a:pt x="3244" y="12971"/>
                    <a:pt x="3412" y="12921"/>
                    <a:pt x="3558" y="12819"/>
                  </a:cubicBezTo>
                  <a:lnTo>
                    <a:pt x="4463" y="12185"/>
                  </a:lnTo>
                  <a:cubicBezTo>
                    <a:pt x="4889" y="12430"/>
                    <a:pt x="5341" y="12620"/>
                    <a:pt x="5812" y="12747"/>
                  </a:cubicBezTo>
                  <a:lnTo>
                    <a:pt x="6002" y="13833"/>
                  </a:lnTo>
                  <a:cubicBezTo>
                    <a:pt x="6073" y="14225"/>
                    <a:pt x="6417" y="14521"/>
                    <a:pt x="6817" y="14521"/>
                  </a:cubicBezTo>
                  <a:cubicBezTo>
                    <a:pt x="6823" y="14521"/>
                    <a:pt x="6829" y="14521"/>
                    <a:pt x="6835" y="14521"/>
                  </a:cubicBezTo>
                  <a:lnTo>
                    <a:pt x="7758" y="14521"/>
                  </a:lnTo>
                  <a:cubicBezTo>
                    <a:pt x="7764" y="14521"/>
                    <a:pt x="7770" y="14521"/>
                    <a:pt x="7776" y="14521"/>
                  </a:cubicBezTo>
                  <a:cubicBezTo>
                    <a:pt x="8176" y="14521"/>
                    <a:pt x="8511" y="14225"/>
                    <a:pt x="8582" y="13833"/>
                  </a:cubicBezTo>
                  <a:lnTo>
                    <a:pt x="8772" y="12747"/>
                  </a:lnTo>
                  <a:cubicBezTo>
                    <a:pt x="9243" y="12620"/>
                    <a:pt x="9705" y="12430"/>
                    <a:pt x="10130" y="12185"/>
                  </a:cubicBezTo>
                  <a:lnTo>
                    <a:pt x="11035" y="12819"/>
                  </a:lnTo>
                  <a:cubicBezTo>
                    <a:pt x="11177" y="12921"/>
                    <a:pt x="11343" y="12971"/>
                    <a:pt x="11508" y="12971"/>
                  </a:cubicBezTo>
                  <a:cubicBezTo>
                    <a:pt x="11724" y="12971"/>
                    <a:pt x="11940" y="12887"/>
                    <a:pt x="12104" y="12729"/>
                  </a:cubicBezTo>
                  <a:lnTo>
                    <a:pt x="12755" y="12077"/>
                  </a:lnTo>
                  <a:cubicBezTo>
                    <a:pt x="13045" y="11787"/>
                    <a:pt x="13081" y="11334"/>
                    <a:pt x="12846" y="10999"/>
                  </a:cubicBezTo>
                  <a:lnTo>
                    <a:pt x="12212" y="10094"/>
                  </a:lnTo>
                  <a:cubicBezTo>
                    <a:pt x="12457" y="9669"/>
                    <a:pt x="12647" y="9216"/>
                    <a:pt x="12773" y="8736"/>
                  </a:cubicBezTo>
                  <a:lnTo>
                    <a:pt x="13860" y="8546"/>
                  </a:lnTo>
                  <a:cubicBezTo>
                    <a:pt x="14267" y="8483"/>
                    <a:pt x="14557" y="8130"/>
                    <a:pt x="14557" y="7722"/>
                  </a:cubicBezTo>
                  <a:lnTo>
                    <a:pt x="14557" y="6790"/>
                  </a:lnTo>
                  <a:cubicBezTo>
                    <a:pt x="14557" y="6383"/>
                    <a:pt x="14267" y="6030"/>
                    <a:pt x="13860" y="5957"/>
                  </a:cubicBezTo>
                  <a:lnTo>
                    <a:pt x="12773" y="5767"/>
                  </a:lnTo>
                  <a:cubicBezTo>
                    <a:pt x="12647" y="5296"/>
                    <a:pt x="12457" y="4844"/>
                    <a:pt x="12212" y="4418"/>
                  </a:cubicBezTo>
                  <a:lnTo>
                    <a:pt x="12837" y="3531"/>
                  </a:lnTo>
                  <a:cubicBezTo>
                    <a:pt x="13072" y="3196"/>
                    <a:pt x="13027" y="2743"/>
                    <a:pt x="12746" y="2454"/>
                  </a:cubicBezTo>
                  <a:lnTo>
                    <a:pt x="12085" y="1802"/>
                  </a:lnTo>
                  <a:cubicBezTo>
                    <a:pt x="11927" y="1643"/>
                    <a:pt x="11713" y="1560"/>
                    <a:pt x="11497" y="1560"/>
                  </a:cubicBezTo>
                  <a:cubicBezTo>
                    <a:pt x="11331" y="1560"/>
                    <a:pt x="11163" y="1609"/>
                    <a:pt x="11017" y="1711"/>
                  </a:cubicBezTo>
                  <a:lnTo>
                    <a:pt x="10103" y="2345"/>
                  </a:lnTo>
                  <a:cubicBezTo>
                    <a:pt x="9677" y="2101"/>
                    <a:pt x="9225" y="1911"/>
                    <a:pt x="8754" y="1784"/>
                  </a:cubicBezTo>
                  <a:lnTo>
                    <a:pt x="8555" y="698"/>
                  </a:lnTo>
                  <a:cubicBezTo>
                    <a:pt x="8492" y="290"/>
                    <a:pt x="8138" y="1"/>
                    <a:pt x="77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3"/>
            <p:cNvSpPr/>
            <p:nvPr/>
          </p:nvSpPr>
          <p:spPr>
            <a:xfrm>
              <a:off x="6680275" y="2571751"/>
              <a:ext cx="574085" cy="572710"/>
            </a:xfrm>
            <a:custGeom>
              <a:rect b="b" l="l" r="r" t="t"/>
              <a:pathLst>
                <a:path extrusionOk="0" h="11660" w="11688">
                  <a:moveTo>
                    <a:pt x="5849" y="3838"/>
                  </a:moveTo>
                  <a:cubicBezTo>
                    <a:pt x="6953" y="3838"/>
                    <a:pt x="7840" y="4735"/>
                    <a:pt x="7840" y="5830"/>
                  </a:cubicBezTo>
                  <a:cubicBezTo>
                    <a:pt x="7840" y="6934"/>
                    <a:pt x="6944" y="7831"/>
                    <a:pt x="5840" y="7831"/>
                  </a:cubicBezTo>
                  <a:cubicBezTo>
                    <a:pt x="4735" y="7831"/>
                    <a:pt x="3839" y="6934"/>
                    <a:pt x="3839" y="5830"/>
                  </a:cubicBezTo>
                  <a:cubicBezTo>
                    <a:pt x="3839" y="4726"/>
                    <a:pt x="4735" y="3838"/>
                    <a:pt x="5840" y="3838"/>
                  </a:cubicBezTo>
                  <a:close/>
                  <a:moveTo>
                    <a:pt x="5469" y="0"/>
                  </a:moveTo>
                  <a:cubicBezTo>
                    <a:pt x="5143" y="0"/>
                    <a:pt x="4862" y="235"/>
                    <a:pt x="4808" y="561"/>
                  </a:cubicBezTo>
                  <a:lnTo>
                    <a:pt x="4654" y="1430"/>
                  </a:lnTo>
                  <a:cubicBezTo>
                    <a:pt x="4274" y="1539"/>
                    <a:pt x="3912" y="1684"/>
                    <a:pt x="3568" y="1883"/>
                  </a:cubicBezTo>
                  <a:lnTo>
                    <a:pt x="2843" y="1376"/>
                  </a:lnTo>
                  <a:cubicBezTo>
                    <a:pt x="2725" y="1293"/>
                    <a:pt x="2590" y="1254"/>
                    <a:pt x="2456" y="1254"/>
                  </a:cubicBezTo>
                  <a:cubicBezTo>
                    <a:pt x="2282" y="1254"/>
                    <a:pt x="2111" y="1321"/>
                    <a:pt x="1983" y="1449"/>
                  </a:cubicBezTo>
                  <a:lnTo>
                    <a:pt x="1458" y="1974"/>
                  </a:lnTo>
                  <a:cubicBezTo>
                    <a:pt x="1232" y="2209"/>
                    <a:pt x="1205" y="2571"/>
                    <a:pt x="1395" y="2834"/>
                  </a:cubicBezTo>
                  <a:lnTo>
                    <a:pt x="1902" y="3558"/>
                  </a:lnTo>
                  <a:cubicBezTo>
                    <a:pt x="1712" y="3902"/>
                    <a:pt x="1558" y="4273"/>
                    <a:pt x="1458" y="4653"/>
                  </a:cubicBezTo>
                  <a:lnTo>
                    <a:pt x="562" y="4798"/>
                  </a:lnTo>
                  <a:cubicBezTo>
                    <a:pt x="245" y="4852"/>
                    <a:pt x="10" y="5124"/>
                    <a:pt x="1" y="5450"/>
                  </a:cubicBezTo>
                  <a:lnTo>
                    <a:pt x="1" y="6201"/>
                  </a:lnTo>
                  <a:cubicBezTo>
                    <a:pt x="1" y="6527"/>
                    <a:pt x="236" y="6808"/>
                    <a:pt x="562" y="6871"/>
                  </a:cubicBezTo>
                  <a:lnTo>
                    <a:pt x="1431" y="7016"/>
                  </a:lnTo>
                  <a:cubicBezTo>
                    <a:pt x="1531" y="7405"/>
                    <a:pt x="1685" y="7767"/>
                    <a:pt x="1884" y="8111"/>
                  </a:cubicBezTo>
                  <a:lnTo>
                    <a:pt x="1395" y="8835"/>
                  </a:lnTo>
                  <a:cubicBezTo>
                    <a:pt x="1205" y="9098"/>
                    <a:pt x="1241" y="9460"/>
                    <a:pt x="1467" y="9695"/>
                  </a:cubicBezTo>
                  <a:lnTo>
                    <a:pt x="1993" y="10221"/>
                  </a:lnTo>
                  <a:cubicBezTo>
                    <a:pt x="2125" y="10348"/>
                    <a:pt x="2299" y="10416"/>
                    <a:pt x="2472" y="10416"/>
                  </a:cubicBezTo>
                  <a:cubicBezTo>
                    <a:pt x="2605" y="10416"/>
                    <a:pt x="2738" y="10376"/>
                    <a:pt x="2852" y="10293"/>
                  </a:cubicBezTo>
                  <a:lnTo>
                    <a:pt x="3586" y="9786"/>
                  </a:lnTo>
                  <a:cubicBezTo>
                    <a:pt x="3921" y="9976"/>
                    <a:pt x="4292" y="10130"/>
                    <a:pt x="4672" y="10230"/>
                  </a:cubicBezTo>
                  <a:lnTo>
                    <a:pt x="4826" y="11108"/>
                  </a:lnTo>
                  <a:cubicBezTo>
                    <a:pt x="4880" y="11425"/>
                    <a:pt x="5161" y="11660"/>
                    <a:pt x="5487" y="11660"/>
                  </a:cubicBezTo>
                  <a:lnTo>
                    <a:pt x="6229" y="11660"/>
                  </a:lnTo>
                  <a:cubicBezTo>
                    <a:pt x="6555" y="11660"/>
                    <a:pt x="6836" y="11425"/>
                    <a:pt x="6890" y="11108"/>
                  </a:cubicBezTo>
                  <a:lnTo>
                    <a:pt x="7044" y="10230"/>
                  </a:lnTo>
                  <a:cubicBezTo>
                    <a:pt x="7424" y="10130"/>
                    <a:pt x="7786" y="9976"/>
                    <a:pt x="8130" y="9786"/>
                  </a:cubicBezTo>
                  <a:lnTo>
                    <a:pt x="8863" y="10293"/>
                  </a:lnTo>
                  <a:cubicBezTo>
                    <a:pt x="8978" y="10376"/>
                    <a:pt x="9111" y="10416"/>
                    <a:pt x="9244" y="10416"/>
                  </a:cubicBezTo>
                  <a:cubicBezTo>
                    <a:pt x="9417" y="10416"/>
                    <a:pt x="9590" y="10348"/>
                    <a:pt x="9723" y="10221"/>
                  </a:cubicBezTo>
                  <a:lnTo>
                    <a:pt x="10239" y="9695"/>
                  </a:lnTo>
                  <a:cubicBezTo>
                    <a:pt x="10475" y="9460"/>
                    <a:pt x="10502" y="9098"/>
                    <a:pt x="10321" y="8835"/>
                  </a:cubicBezTo>
                  <a:lnTo>
                    <a:pt x="9805" y="8102"/>
                  </a:lnTo>
                  <a:cubicBezTo>
                    <a:pt x="10004" y="7767"/>
                    <a:pt x="10158" y="7396"/>
                    <a:pt x="10258" y="7016"/>
                  </a:cubicBezTo>
                  <a:lnTo>
                    <a:pt x="11136" y="6862"/>
                  </a:lnTo>
                  <a:cubicBezTo>
                    <a:pt x="11452" y="6808"/>
                    <a:pt x="11688" y="6527"/>
                    <a:pt x="11688" y="6201"/>
                  </a:cubicBezTo>
                  <a:lnTo>
                    <a:pt x="11688" y="5450"/>
                  </a:lnTo>
                  <a:cubicBezTo>
                    <a:pt x="11688" y="5124"/>
                    <a:pt x="11452" y="4843"/>
                    <a:pt x="11136" y="4789"/>
                  </a:cubicBezTo>
                  <a:lnTo>
                    <a:pt x="10258" y="4635"/>
                  </a:lnTo>
                  <a:cubicBezTo>
                    <a:pt x="10158" y="4255"/>
                    <a:pt x="10004" y="3884"/>
                    <a:pt x="9805" y="3549"/>
                  </a:cubicBezTo>
                  <a:lnTo>
                    <a:pt x="10303" y="2834"/>
                  </a:lnTo>
                  <a:cubicBezTo>
                    <a:pt x="10493" y="2571"/>
                    <a:pt x="10466" y="2209"/>
                    <a:pt x="10230" y="1974"/>
                  </a:cubicBezTo>
                  <a:lnTo>
                    <a:pt x="9705" y="1449"/>
                  </a:lnTo>
                  <a:cubicBezTo>
                    <a:pt x="9577" y="1321"/>
                    <a:pt x="9406" y="1254"/>
                    <a:pt x="9233" y="1254"/>
                  </a:cubicBezTo>
                  <a:cubicBezTo>
                    <a:pt x="9099" y="1254"/>
                    <a:pt x="8964" y="1293"/>
                    <a:pt x="8845" y="1376"/>
                  </a:cubicBezTo>
                  <a:lnTo>
                    <a:pt x="8112" y="1883"/>
                  </a:lnTo>
                  <a:cubicBezTo>
                    <a:pt x="7777" y="1684"/>
                    <a:pt x="7406" y="1539"/>
                    <a:pt x="7026" y="1430"/>
                  </a:cubicBezTo>
                  <a:lnTo>
                    <a:pt x="6872" y="561"/>
                  </a:lnTo>
                  <a:cubicBezTo>
                    <a:pt x="6818" y="235"/>
                    <a:pt x="6537" y="0"/>
                    <a:pt x="62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9" name="Google Shape;389;p3"/>
          <p:cNvSpPr txBox="1"/>
          <p:nvPr>
            <p:ph type="title"/>
          </p:nvPr>
        </p:nvSpPr>
        <p:spPr>
          <a:xfrm>
            <a:off x="481205" y="141479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800"/>
              <a:t>Table of content</a:t>
            </a:r>
            <a:endParaRPr sz="2800"/>
          </a:p>
        </p:txBody>
      </p:sp>
      <p:sp>
        <p:nvSpPr>
          <p:cNvPr id="390" name="Google Shape;390;p3"/>
          <p:cNvSpPr txBox="1"/>
          <p:nvPr>
            <p:ph idx="2" type="title"/>
          </p:nvPr>
        </p:nvSpPr>
        <p:spPr>
          <a:xfrm>
            <a:off x="345569" y="1268617"/>
            <a:ext cx="8112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200"/>
              <a:t>01</a:t>
            </a:r>
            <a:endParaRPr sz="2200"/>
          </a:p>
        </p:txBody>
      </p:sp>
      <p:sp>
        <p:nvSpPr>
          <p:cNvPr id="391" name="Google Shape;391;p3"/>
          <p:cNvSpPr txBox="1"/>
          <p:nvPr>
            <p:ph idx="3" type="title"/>
          </p:nvPr>
        </p:nvSpPr>
        <p:spPr>
          <a:xfrm>
            <a:off x="3810672" y="2114751"/>
            <a:ext cx="8112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200"/>
              <a:t>06</a:t>
            </a:r>
            <a:endParaRPr sz="2200"/>
          </a:p>
        </p:txBody>
      </p:sp>
      <p:sp>
        <p:nvSpPr>
          <p:cNvPr id="392" name="Google Shape;392;p3"/>
          <p:cNvSpPr txBox="1"/>
          <p:nvPr>
            <p:ph idx="4" type="title"/>
          </p:nvPr>
        </p:nvSpPr>
        <p:spPr>
          <a:xfrm>
            <a:off x="3803357" y="1271750"/>
            <a:ext cx="8112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200"/>
              <a:t>05</a:t>
            </a:r>
            <a:endParaRPr sz="2200"/>
          </a:p>
        </p:txBody>
      </p:sp>
      <p:sp>
        <p:nvSpPr>
          <p:cNvPr id="393" name="Google Shape;393;p3"/>
          <p:cNvSpPr txBox="1"/>
          <p:nvPr>
            <p:ph idx="5" type="title"/>
          </p:nvPr>
        </p:nvSpPr>
        <p:spPr>
          <a:xfrm>
            <a:off x="366597" y="3074147"/>
            <a:ext cx="8112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200"/>
              <a:t>03</a:t>
            </a:r>
            <a:endParaRPr sz="2200"/>
          </a:p>
        </p:txBody>
      </p:sp>
      <p:sp>
        <p:nvSpPr>
          <p:cNvPr id="394" name="Google Shape;394;p3"/>
          <p:cNvSpPr txBox="1"/>
          <p:nvPr>
            <p:ph idx="6" type="title"/>
          </p:nvPr>
        </p:nvSpPr>
        <p:spPr>
          <a:xfrm>
            <a:off x="345569" y="2166722"/>
            <a:ext cx="8112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200"/>
              <a:t>02</a:t>
            </a:r>
            <a:endParaRPr sz="2200"/>
          </a:p>
        </p:txBody>
      </p:sp>
      <p:sp>
        <p:nvSpPr>
          <p:cNvPr id="395" name="Google Shape;395;p3"/>
          <p:cNvSpPr txBox="1"/>
          <p:nvPr>
            <p:ph idx="7" type="title"/>
          </p:nvPr>
        </p:nvSpPr>
        <p:spPr>
          <a:xfrm>
            <a:off x="3780805" y="3027975"/>
            <a:ext cx="8112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200"/>
              <a:t>07</a:t>
            </a:r>
            <a:endParaRPr sz="2200"/>
          </a:p>
        </p:txBody>
      </p:sp>
      <p:sp>
        <p:nvSpPr>
          <p:cNvPr id="396" name="Google Shape;396;p3"/>
          <p:cNvSpPr txBox="1"/>
          <p:nvPr>
            <p:ph idx="1" type="subTitle"/>
          </p:nvPr>
        </p:nvSpPr>
        <p:spPr>
          <a:xfrm>
            <a:off x="772197" y="1268720"/>
            <a:ext cx="27954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Problem Definition</a:t>
            </a:r>
            <a:endParaRPr/>
          </a:p>
        </p:txBody>
      </p:sp>
      <p:sp>
        <p:nvSpPr>
          <p:cNvPr id="397" name="Google Shape;397;p3"/>
          <p:cNvSpPr txBox="1"/>
          <p:nvPr>
            <p:ph idx="8" type="subTitle"/>
          </p:nvPr>
        </p:nvSpPr>
        <p:spPr>
          <a:xfrm>
            <a:off x="4391851" y="1264321"/>
            <a:ext cx="27954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System Architecture</a:t>
            </a:r>
            <a:endParaRPr/>
          </a:p>
        </p:txBody>
      </p:sp>
      <p:sp>
        <p:nvSpPr>
          <p:cNvPr id="398" name="Google Shape;398;p3"/>
          <p:cNvSpPr txBox="1"/>
          <p:nvPr>
            <p:ph idx="9" type="subTitle"/>
          </p:nvPr>
        </p:nvSpPr>
        <p:spPr>
          <a:xfrm>
            <a:off x="822805" y="2185625"/>
            <a:ext cx="27954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Motivation</a:t>
            </a:r>
            <a:endParaRPr/>
          </a:p>
        </p:txBody>
      </p:sp>
      <p:sp>
        <p:nvSpPr>
          <p:cNvPr id="399" name="Google Shape;399;p3"/>
          <p:cNvSpPr txBox="1"/>
          <p:nvPr>
            <p:ph idx="13" type="subTitle"/>
          </p:nvPr>
        </p:nvSpPr>
        <p:spPr>
          <a:xfrm>
            <a:off x="4365176" y="2095231"/>
            <a:ext cx="27954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rgbClr val="56A3F3"/>
                </a:solidFill>
              </a:rPr>
              <a:t>Tools</a:t>
            </a:r>
            <a:endParaRPr/>
          </a:p>
        </p:txBody>
      </p:sp>
      <p:sp>
        <p:nvSpPr>
          <p:cNvPr id="400" name="Google Shape;400;p3"/>
          <p:cNvSpPr txBox="1"/>
          <p:nvPr>
            <p:ph idx="14" type="subTitle"/>
          </p:nvPr>
        </p:nvSpPr>
        <p:spPr>
          <a:xfrm>
            <a:off x="822805" y="3057940"/>
            <a:ext cx="27954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Objective</a:t>
            </a:r>
            <a:endParaRPr/>
          </a:p>
        </p:txBody>
      </p:sp>
      <p:sp>
        <p:nvSpPr>
          <p:cNvPr id="401" name="Google Shape;401;p3"/>
          <p:cNvSpPr txBox="1"/>
          <p:nvPr>
            <p:ph idx="15" type="subTitle"/>
          </p:nvPr>
        </p:nvSpPr>
        <p:spPr>
          <a:xfrm>
            <a:off x="814692" y="3917842"/>
            <a:ext cx="27954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Survey</a:t>
            </a:r>
            <a:endParaRPr/>
          </a:p>
        </p:txBody>
      </p:sp>
      <p:grpSp>
        <p:nvGrpSpPr>
          <p:cNvPr id="402" name="Google Shape;402;p3"/>
          <p:cNvGrpSpPr/>
          <p:nvPr/>
        </p:nvGrpSpPr>
        <p:grpSpPr>
          <a:xfrm flipH="1">
            <a:off x="5995324" y="2185625"/>
            <a:ext cx="3148675" cy="2957870"/>
            <a:chOff x="5701400" y="1624300"/>
            <a:chExt cx="3810739" cy="3519195"/>
          </a:xfrm>
        </p:grpSpPr>
        <p:sp>
          <p:nvSpPr>
            <p:cNvPr id="403" name="Google Shape;403;p3"/>
            <p:cNvSpPr/>
            <p:nvPr/>
          </p:nvSpPr>
          <p:spPr>
            <a:xfrm>
              <a:off x="6107395" y="3356458"/>
              <a:ext cx="3055493" cy="1787034"/>
            </a:xfrm>
            <a:custGeom>
              <a:rect b="b" l="l" r="r" t="t"/>
              <a:pathLst>
                <a:path extrusionOk="0" h="16255" w="27793">
                  <a:moveTo>
                    <a:pt x="13573" y="1"/>
                  </a:moveTo>
                  <a:cubicBezTo>
                    <a:pt x="13418" y="1"/>
                    <a:pt x="13264" y="2"/>
                    <a:pt x="13109" y="5"/>
                  </a:cubicBezTo>
                  <a:cubicBezTo>
                    <a:pt x="10466" y="50"/>
                    <a:pt x="7732" y="521"/>
                    <a:pt x="5568" y="2051"/>
                  </a:cubicBezTo>
                  <a:cubicBezTo>
                    <a:pt x="3694" y="3373"/>
                    <a:pt x="2409" y="5382"/>
                    <a:pt x="1549" y="7510"/>
                  </a:cubicBezTo>
                  <a:cubicBezTo>
                    <a:pt x="444" y="10262"/>
                    <a:pt x="1" y="13330"/>
                    <a:pt x="453" y="16254"/>
                  </a:cubicBezTo>
                  <a:lnTo>
                    <a:pt x="27792" y="16254"/>
                  </a:lnTo>
                  <a:cubicBezTo>
                    <a:pt x="27765" y="14272"/>
                    <a:pt x="27684" y="12280"/>
                    <a:pt x="27313" y="10343"/>
                  </a:cubicBezTo>
                  <a:cubicBezTo>
                    <a:pt x="26878" y="8062"/>
                    <a:pt x="26000" y="5808"/>
                    <a:pt x="24452" y="4070"/>
                  </a:cubicBezTo>
                  <a:cubicBezTo>
                    <a:pt x="23076" y="2522"/>
                    <a:pt x="21220" y="1435"/>
                    <a:pt x="19247" y="802"/>
                  </a:cubicBezTo>
                  <a:cubicBezTo>
                    <a:pt x="17420" y="215"/>
                    <a:pt x="15493" y="1"/>
                    <a:pt x="13573" y="1"/>
                  </a:cubicBez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3"/>
            <p:cNvSpPr/>
            <p:nvPr/>
          </p:nvSpPr>
          <p:spPr>
            <a:xfrm>
              <a:off x="7411131" y="4011789"/>
              <a:ext cx="1237237" cy="625105"/>
            </a:xfrm>
            <a:custGeom>
              <a:rect b="b" l="l" r="r" t="t"/>
              <a:pathLst>
                <a:path extrusionOk="0" h="5686" w="11254">
                  <a:moveTo>
                    <a:pt x="2680" y="1"/>
                  </a:moveTo>
                  <a:lnTo>
                    <a:pt x="544" y="200"/>
                  </a:lnTo>
                  <a:cubicBezTo>
                    <a:pt x="481" y="879"/>
                    <a:pt x="408" y="1639"/>
                    <a:pt x="336" y="2418"/>
                  </a:cubicBezTo>
                  <a:cubicBezTo>
                    <a:pt x="227" y="3504"/>
                    <a:pt x="109" y="4636"/>
                    <a:pt x="1" y="5686"/>
                  </a:cubicBezTo>
                  <a:lnTo>
                    <a:pt x="10710" y="5686"/>
                  </a:lnTo>
                  <a:lnTo>
                    <a:pt x="11253" y="3097"/>
                  </a:lnTo>
                  <a:lnTo>
                    <a:pt x="3015" y="2155"/>
                  </a:lnTo>
                  <a:cubicBezTo>
                    <a:pt x="3015" y="2155"/>
                    <a:pt x="2870" y="1368"/>
                    <a:pt x="2680" y="1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3"/>
            <p:cNvSpPr/>
            <p:nvPr/>
          </p:nvSpPr>
          <p:spPr>
            <a:xfrm>
              <a:off x="7046911" y="3213651"/>
              <a:ext cx="679854" cy="850037"/>
            </a:xfrm>
            <a:custGeom>
              <a:rect b="b" l="l" r="r" t="t"/>
              <a:pathLst>
                <a:path extrusionOk="0" h="7732" w="6184">
                  <a:moveTo>
                    <a:pt x="1195" y="0"/>
                  </a:moveTo>
                  <a:lnTo>
                    <a:pt x="0" y="1232"/>
                  </a:lnTo>
                  <a:lnTo>
                    <a:pt x="879" y="7731"/>
                  </a:lnTo>
                  <a:lnTo>
                    <a:pt x="1195" y="7704"/>
                  </a:lnTo>
                  <a:lnTo>
                    <a:pt x="3857" y="7460"/>
                  </a:lnTo>
                  <a:lnTo>
                    <a:pt x="5993" y="7261"/>
                  </a:lnTo>
                  <a:lnTo>
                    <a:pt x="6183" y="7243"/>
                  </a:lnTo>
                  <a:cubicBezTo>
                    <a:pt x="6183" y="7243"/>
                    <a:pt x="5984" y="4472"/>
                    <a:pt x="5731" y="3278"/>
                  </a:cubicBezTo>
                  <a:cubicBezTo>
                    <a:pt x="5477" y="2083"/>
                    <a:pt x="4047" y="698"/>
                    <a:pt x="3196" y="381"/>
                  </a:cubicBezTo>
                  <a:cubicBezTo>
                    <a:pt x="2608" y="154"/>
                    <a:pt x="1195" y="0"/>
                    <a:pt x="11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3"/>
            <p:cNvSpPr/>
            <p:nvPr/>
          </p:nvSpPr>
          <p:spPr>
            <a:xfrm>
              <a:off x="6477661" y="2654294"/>
              <a:ext cx="591244" cy="792320"/>
            </a:xfrm>
            <a:custGeom>
              <a:rect b="b" l="l" r="r" t="t"/>
              <a:pathLst>
                <a:path extrusionOk="0" h="7207" w="5378">
                  <a:moveTo>
                    <a:pt x="1395" y="1"/>
                  </a:moveTo>
                  <a:lnTo>
                    <a:pt x="670" y="3169"/>
                  </a:lnTo>
                  <a:cubicBezTo>
                    <a:pt x="670" y="3169"/>
                    <a:pt x="507" y="3857"/>
                    <a:pt x="0" y="4455"/>
                  </a:cubicBezTo>
                  <a:cubicBezTo>
                    <a:pt x="82" y="4654"/>
                    <a:pt x="154" y="4862"/>
                    <a:pt x="236" y="5061"/>
                  </a:cubicBezTo>
                  <a:lnTo>
                    <a:pt x="172" y="5360"/>
                  </a:lnTo>
                  <a:cubicBezTo>
                    <a:pt x="308" y="5487"/>
                    <a:pt x="453" y="5604"/>
                    <a:pt x="589" y="5740"/>
                  </a:cubicBezTo>
                  <a:cubicBezTo>
                    <a:pt x="851" y="6012"/>
                    <a:pt x="1087" y="6320"/>
                    <a:pt x="1404" y="6537"/>
                  </a:cubicBezTo>
                  <a:cubicBezTo>
                    <a:pt x="1871" y="6859"/>
                    <a:pt x="2397" y="7207"/>
                    <a:pt x="2971" y="7207"/>
                  </a:cubicBezTo>
                  <a:cubicBezTo>
                    <a:pt x="3075" y="7207"/>
                    <a:pt x="3180" y="7196"/>
                    <a:pt x="3287" y="7171"/>
                  </a:cubicBezTo>
                  <a:cubicBezTo>
                    <a:pt x="3929" y="7017"/>
                    <a:pt x="4554" y="6184"/>
                    <a:pt x="4907" y="5677"/>
                  </a:cubicBezTo>
                  <a:cubicBezTo>
                    <a:pt x="5079" y="5423"/>
                    <a:pt x="5242" y="5161"/>
                    <a:pt x="5378" y="4889"/>
                  </a:cubicBezTo>
                  <a:cubicBezTo>
                    <a:pt x="4961" y="4627"/>
                    <a:pt x="4672" y="4256"/>
                    <a:pt x="4481" y="3921"/>
                  </a:cubicBezTo>
                  <a:lnTo>
                    <a:pt x="5178" y="888"/>
                  </a:lnTo>
                  <a:lnTo>
                    <a:pt x="1395" y="1"/>
                  </a:lnTo>
                  <a:close/>
                </a:path>
              </a:pathLst>
            </a:custGeom>
            <a:solidFill>
              <a:srgbClr val="F59D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3"/>
            <p:cNvSpPr/>
            <p:nvPr/>
          </p:nvSpPr>
          <p:spPr>
            <a:xfrm>
              <a:off x="6601009" y="2771816"/>
              <a:ext cx="405230" cy="248899"/>
            </a:xfrm>
            <a:custGeom>
              <a:rect b="b" l="l" r="r" t="t"/>
              <a:pathLst>
                <a:path extrusionOk="0" h="2264" w="3686">
                  <a:moveTo>
                    <a:pt x="28" y="0"/>
                  </a:moveTo>
                  <a:lnTo>
                    <a:pt x="1" y="136"/>
                  </a:lnTo>
                  <a:cubicBezTo>
                    <a:pt x="399" y="733"/>
                    <a:pt x="924" y="1258"/>
                    <a:pt x="1513" y="1593"/>
                  </a:cubicBezTo>
                  <a:lnTo>
                    <a:pt x="1513" y="1602"/>
                  </a:lnTo>
                  <a:cubicBezTo>
                    <a:pt x="1549" y="1621"/>
                    <a:pt x="1621" y="1657"/>
                    <a:pt x="1712" y="1702"/>
                  </a:cubicBezTo>
                  <a:cubicBezTo>
                    <a:pt x="1929" y="1811"/>
                    <a:pt x="2155" y="1901"/>
                    <a:pt x="2391" y="1955"/>
                  </a:cubicBezTo>
                  <a:cubicBezTo>
                    <a:pt x="2708" y="2064"/>
                    <a:pt x="3097" y="2173"/>
                    <a:pt x="3495" y="2263"/>
                  </a:cubicBezTo>
                  <a:lnTo>
                    <a:pt x="3685" y="1439"/>
                  </a:lnTo>
                  <a:cubicBezTo>
                    <a:pt x="2979" y="1358"/>
                    <a:pt x="2273" y="1168"/>
                    <a:pt x="1730" y="996"/>
                  </a:cubicBezTo>
                  <a:cubicBezTo>
                    <a:pt x="1495" y="933"/>
                    <a:pt x="1268" y="842"/>
                    <a:pt x="1051" y="733"/>
                  </a:cubicBezTo>
                  <a:cubicBezTo>
                    <a:pt x="961" y="697"/>
                    <a:pt x="888" y="661"/>
                    <a:pt x="852" y="634"/>
                  </a:cubicBezTo>
                  <a:cubicBezTo>
                    <a:pt x="562" y="462"/>
                    <a:pt x="273" y="235"/>
                    <a:pt x="28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3"/>
            <p:cNvSpPr/>
            <p:nvPr/>
          </p:nvSpPr>
          <p:spPr>
            <a:xfrm>
              <a:off x="5975032" y="3085245"/>
              <a:ext cx="1518897" cy="2058250"/>
            </a:xfrm>
            <a:custGeom>
              <a:rect b="b" l="l" r="r" t="t"/>
              <a:pathLst>
                <a:path extrusionOk="0" h="18722" w="13816">
                  <a:moveTo>
                    <a:pt x="9053" y="1"/>
                  </a:moveTo>
                  <a:cubicBezTo>
                    <a:pt x="9053" y="1"/>
                    <a:pt x="9225" y="2282"/>
                    <a:pt x="7533" y="2508"/>
                  </a:cubicBezTo>
                  <a:cubicBezTo>
                    <a:pt x="7452" y="2519"/>
                    <a:pt x="7373" y="2524"/>
                    <a:pt x="7295" y="2524"/>
                  </a:cubicBezTo>
                  <a:cubicBezTo>
                    <a:pt x="5735" y="2524"/>
                    <a:pt x="4627" y="471"/>
                    <a:pt x="4627" y="471"/>
                  </a:cubicBezTo>
                  <a:cubicBezTo>
                    <a:pt x="4627" y="471"/>
                    <a:pt x="4319" y="671"/>
                    <a:pt x="3866" y="870"/>
                  </a:cubicBezTo>
                  <a:cubicBezTo>
                    <a:pt x="3396" y="1087"/>
                    <a:pt x="2753" y="1304"/>
                    <a:pt x="2110" y="1304"/>
                  </a:cubicBezTo>
                  <a:cubicBezTo>
                    <a:pt x="1286" y="1304"/>
                    <a:pt x="463" y="1612"/>
                    <a:pt x="1" y="1820"/>
                  </a:cubicBezTo>
                  <a:lnTo>
                    <a:pt x="1" y="18106"/>
                  </a:lnTo>
                  <a:cubicBezTo>
                    <a:pt x="1" y="18450"/>
                    <a:pt x="272" y="18721"/>
                    <a:pt x="616" y="18721"/>
                  </a:cubicBezTo>
                  <a:lnTo>
                    <a:pt x="12593" y="18721"/>
                  </a:lnTo>
                  <a:cubicBezTo>
                    <a:pt x="12602" y="18568"/>
                    <a:pt x="12711" y="17427"/>
                    <a:pt x="12846" y="16114"/>
                  </a:cubicBezTo>
                  <a:cubicBezTo>
                    <a:pt x="12910" y="15517"/>
                    <a:pt x="12991" y="14829"/>
                    <a:pt x="13064" y="14114"/>
                  </a:cubicBezTo>
                  <a:cubicBezTo>
                    <a:pt x="13172" y="13064"/>
                    <a:pt x="13290" y="11932"/>
                    <a:pt x="13390" y="10846"/>
                  </a:cubicBezTo>
                  <a:cubicBezTo>
                    <a:pt x="13471" y="10067"/>
                    <a:pt x="13544" y="9307"/>
                    <a:pt x="13607" y="8628"/>
                  </a:cubicBezTo>
                  <a:cubicBezTo>
                    <a:pt x="13734" y="7125"/>
                    <a:pt x="13815" y="5975"/>
                    <a:pt x="13788" y="5650"/>
                  </a:cubicBezTo>
                  <a:cubicBezTo>
                    <a:pt x="13697" y="4753"/>
                    <a:pt x="13082" y="2599"/>
                    <a:pt x="12222" y="1684"/>
                  </a:cubicBezTo>
                  <a:cubicBezTo>
                    <a:pt x="11986" y="1440"/>
                    <a:pt x="11742" y="1277"/>
                    <a:pt x="11480" y="1268"/>
                  </a:cubicBezTo>
                  <a:cubicBezTo>
                    <a:pt x="11298" y="1259"/>
                    <a:pt x="11117" y="1223"/>
                    <a:pt x="10945" y="1168"/>
                  </a:cubicBezTo>
                  <a:cubicBezTo>
                    <a:pt x="10592" y="1069"/>
                    <a:pt x="10266" y="897"/>
                    <a:pt x="9977" y="725"/>
                  </a:cubicBezTo>
                  <a:cubicBezTo>
                    <a:pt x="9434" y="381"/>
                    <a:pt x="9054" y="1"/>
                    <a:pt x="9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3"/>
            <p:cNvSpPr/>
            <p:nvPr/>
          </p:nvSpPr>
          <p:spPr>
            <a:xfrm>
              <a:off x="5975032" y="4152178"/>
              <a:ext cx="1472063" cy="904786"/>
            </a:xfrm>
            <a:custGeom>
              <a:rect b="b" l="l" r="r" t="t"/>
              <a:pathLst>
                <a:path extrusionOk="0" h="8230" w="13390">
                  <a:moveTo>
                    <a:pt x="1" y="0"/>
                  </a:moveTo>
                  <a:lnTo>
                    <a:pt x="1" y="3087"/>
                  </a:lnTo>
                  <a:cubicBezTo>
                    <a:pt x="616" y="4916"/>
                    <a:pt x="1739" y="7984"/>
                    <a:pt x="2436" y="8202"/>
                  </a:cubicBezTo>
                  <a:cubicBezTo>
                    <a:pt x="2497" y="8221"/>
                    <a:pt x="2595" y="8229"/>
                    <a:pt x="2723" y="8229"/>
                  </a:cubicBezTo>
                  <a:cubicBezTo>
                    <a:pt x="4264" y="8229"/>
                    <a:pt x="10298" y="6961"/>
                    <a:pt x="12846" y="6409"/>
                  </a:cubicBezTo>
                  <a:cubicBezTo>
                    <a:pt x="13009" y="4934"/>
                    <a:pt x="13218" y="2969"/>
                    <a:pt x="13390" y="1141"/>
                  </a:cubicBezTo>
                  <a:lnTo>
                    <a:pt x="13390" y="1141"/>
                  </a:lnTo>
                  <a:lnTo>
                    <a:pt x="6519" y="1340"/>
                  </a:lnTo>
                  <a:lnTo>
                    <a:pt x="5025" y="30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3"/>
            <p:cNvSpPr/>
            <p:nvPr/>
          </p:nvSpPr>
          <p:spPr>
            <a:xfrm>
              <a:off x="6400046" y="3085245"/>
              <a:ext cx="671828" cy="383022"/>
            </a:xfrm>
            <a:custGeom>
              <a:rect b="b" l="l" r="r" t="t"/>
              <a:pathLst>
                <a:path extrusionOk="0" h="3484" w="6111">
                  <a:moveTo>
                    <a:pt x="5187" y="1"/>
                  </a:moveTo>
                  <a:cubicBezTo>
                    <a:pt x="5187" y="1"/>
                    <a:pt x="5359" y="2282"/>
                    <a:pt x="3667" y="2508"/>
                  </a:cubicBezTo>
                  <a:cubicBezTo>
                    <a:pt x="3586" y="2519"/>
                    <a:pt x="3507" y="2524"/>
                    <a:pt x="3429" y="2524"/>
                  </a:cubicBezTo>
                  <a:cubicBezTo>
                    <a:pt x="1869" y="2524"/>
                    <a:pt x="761" y="471"/>
                    <a:pt x="761" y="471"/>
                  </a:cubicBezTo>
                  <a:cubicBezTo>
                    <a:pt x="761" y="471"/>
                    <a:pt x="462" y="671"/>
                    <a:pt x="0" y="870"/>
                  </a:cubicBezTo>
                  <a:cubicBezTo>
                    <a:pt x="308" y="1757"/>
                    <a:pt x="869" y="2554"/>
                    <a:pt x="1666" y="3033"/>
                  </a:cubicBezTo>
                  <a:cubicBezTo>
                    <a:pt x="2143" y="3325"/>
                    <a:pt x="2708" y="3484"/>
                    <a:pt x="3267" y="3484"/>
                  </a:cubicBezTo>
                  <a:cubicBezTo>
                    <a:pt x="3748" y="3484"/>
                    <a:pt x="4225" y="3366"/>
                    <a:pt x="4635" y="3115"/>
                  </a:cubicBezTo>
                  <a:cubicBezTo>
                    <a:pt x="5468" y="2608"/>
                    <a:pt x="5921" y="1684"/>
                    <a:pt x="6111" y="725"/>
                  </a:cubicBezTo>
                  <a:cubicBezTo>
                    <a:pt x="5568" y="381"/>
                    <a:pt x="5188" y="1"/>
                    <a:pt x="5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3"/>
            <p:cNvSpPr/>
            <p:nvPr/>
          </p:nvSpPr>
          <p:spPr>
            <a:xfrm>
              <a:off x="5995920" y="4138216"/>
              <a:ext cx="2282193" cy="811449"/>
            </a:xfrm>
            <a:custGeom>
              <a:rect b="b" l="l" r="r" t="t"/>
              <a:pathLst>
                <a:path extrusionOk="0" h="7381" w="20759">
                  <a:moveTo>
                    <a:pt x="5532" y="0"/>
                  </a:moveTo>
                  <a:lnTo>
                    <a:pt x="1" y="1965"/>
                  </a:lnTo>
                  <a:cubicBezTo>
                    <a:pt x="988" y="4382"/>
                    <a:pt x="2083" y="6690"/>
                    <a:pt x="2662" y="7215"/>
                  </a:cubicBezTo>
                  <a:cubicBezTo>
                    <a:pt x="2788" y="7329"/>
                    <a:pt x="3057" y="7380"/>
                    <a:pt x="3437" y="7380"/>
                  </a:cubicBezTo>
                  <a:cubicBezTo>
                    <a:pt x="6555" y="7380"/>
                    <a:pt x="17128" y="3956"/>
                    <a:pt x="17128" y="3956"/>
                  </a:cubicBezTo>
                  <a:cubicBezTo>
                    <a:pt x="17536" y="3902"/>
                    <a:pt x="18007" y="3812"/>
                    <a:pt x="18387" y="3739"/>
                  </a:cubicBezTo>
                  <a:cubicBezTo>
                    <a:pt x="18758" y="3667"/>
                    <a:pt x="19030" y="3603"/>
                    <a:pt x="19030" y="3603"/>
                  </a:cubicBezTo>
                  <a:lnTo>
                    <a:pt x="19573" y="4328"/>
                  </a:lnTo>
                  <a:lnTo>
                    <a:pt x="20152" y="4328"/>
                  </a:lnTo>
                  <a:cubicBezTo>
                    <a:pt x="20152" y="4328"/>
                    <a:pt x="20759" y="3259"/>
                    <a:pt x="20605" y="2481"/>
                  </a:cubicBezTo>
                  <a:cubicBezTo>
                    <a:pt x="20446" y="1722"/>
                    <a:pt x="19978" y="1230"/>
                    <a:pt x="19477" y="1230"/>
                  </a:cubicBezTo>
                  <a:cubicBezTo>
                    <a:pt x="19464" y="1230"/>
                    <a:pt x="19450" y="1231"/>
                    <a:pt x="19437" y="1232"/>
                  </a:cubicBezTo>
                  <a:cubicBezTo>
                    <a:pt x="19057" y="1250"/>
                    <a:pt x="17346" y="1630"/>
                    <a:pt x="16440" y="1829"/>
                  </a:cubicBezTo>
                  <a:lnTo>
                    <a:pt x="6139" y="2055"/>
                  </a:lnTo>
                  <a:lnTo>
                    <a:pt x="5532" y="0"/>
                  </a:lnTo>
                  <a:close/>
                </a:path>
              </a:pathLst>
            </a:custGeom>
            <a:solidFill>
              <a:srgbClr val="F59D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3"/>
            <p:cNvSpPr/>
            <p:nvPr/>
          </p:nvSpPr>
          <p:spPr>
            <a:xfrm>
              <a:off x="6466667" y="4274537"/>
              <a:ext cx="204154" cy="186234"/>
            </a:xfrm>
            <a:custGeom>
              <a:rect b="b" l="l" r="r" t="t"/>
              <a:pathLst>
                <a:path extrusionOk="0" h="1694" w="1857">
                  <a:moveTo>
                    <a:pt x="1621" y="1"/>
                  </a:moveTo>
                  <a:lnTo>
                    <a:pt x="1" y="1693"/>
                  </a:lnTo>
                  <a:lnTo>
                    <a:pt x="1857" y="815"/>
                  </a:lnTo>
                  <a:lnTo>
                    <a:pt x="1621" y="1"/>
                  </a:ln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3"/>
            <p:cNvSpPr/>
            <p:nvPr/>
          </p:nvSpPr>
          <p:spPr>
            <a:xfrm>
              <a:off x="5995920" y="4138216"/>
              <a:ext cx="637088" cy="322557"/>
            </a:xfrm>
            <a:custGeom>
              <a:rect b="b" l="l" r="r" t="t"/>
              <a:pathLst>
                <a:path extrusionOk="0" h="2934" w="5795">
                  <a:moveTo>
                    <a:pt x="5532" y="0"/>
                  </a:moveTo>
                  <a:lnTo>
                    <a:pt x="1" y="1965"/>
                  </a:lnTo>
                  <a:lnTo>
                    <a:pt x="408" y="2933"/>
                  </a:lnTo>
                  <a:lnTo>
                    <a:pt x="5795" y="878"/>
                  </a:lnTo>
                  <a:lnTo>
                    <a:pt x="5532" y="0"/>
                  </a:ln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3"/>
            <p:cNvSpPr/>
            <p:nvPr/>
          </p:nvSpPr>
          <p:spPr>
            <a:xfrm>
              <a:off x="5701400" y="3222996"/>
              <a:ext cx="928642" cy="1139282"/>
            </a:xfrm>
            <a:custGeom>
              <a:rect b="b" l="l" r="r" t="t"/>
              <a:pathLst>
                <a:path extrusionOk="0" h="10363" w="8447">
                  <a:moveTo>
                    <a:pt x="4876" y="0"/>
                  </a:moveTo>
                  <a:cubicBezTo>
                    <a:pt x="4165" y="0"/>
                    <a:pt x="2159" y="108"/>
                    <a:pt x="1186" y="1273"/>
                  </a:cubicBezTo>
                  <a:cubicBezTo>
                    <a:pt x="0" y="2704"/>
                    <a:pt x="372" y="4623"/>
                    <a:pt x="444" y="5039"/>
                  </a:cubicBezTo>
                  <a:cubicBezTo>
                    <a:pt x="516" y="5456"/>
                    <a:pt x="2472" y="10362"/>
                    <a:pt x="2472" y="10362"/>
                  </a:cubicBezTo>
                  <a:lnTo>
                    <a:pt x="2680" y="10290"/>
                  </a:lnTo>
                  <a:lnTo>
                    <a:pt x="8211" y="8325"/>
                  </a:lnTo>
                  <a:lnTo>
                    <a:pt x="8446" y="8244"/>
                  </a:lnTo>
                  <a:lnTo>
                    <a:pt x="5984" y="730"/>
                  </a:lnTo>
                  <a:lnTo>
                    <a:pt x="5133" y="6"/>
                  </a:lnTo>
                  <a:cubicBezTo>
                    <a:pt x="5133" y="6"/>
                    <a:pt x="5038" y="0"/>
                    <a:pt x="48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3"/>
            <p:cNvSpPr/>
            <p:nvPr/>
          </p:nvSpPr>
          <p:spPr>
            <a:xfrm>
              <a:off x="6369154" y="1738854"/>
              <a:ext cx="1110809" cy="1195680"/>
            </a:xfrm>
            <a:custGeom>
              <a:rect b="b" l="l" r="r" t="t"/>
              <a:pathLst>
                <a:path extrusionOk="0" h="10876" w="10104">
                  <a:moveTo>
                    <a:pt x="5240" y="0"/>
                  </a:moveTo>
                  <a:cubicBezTo>
                    <a:pt x="3056" y="0"/>
                    <a:pt x="1077" y="1493"/>
                    <a:pt x="544" y="3711"/>
                  </a:cubicBezTo>
                  <a:cubicBezTo>
                    <a:pt x="1" y="5965"/>
                    <a:pt x="987" y="8889"/>
                    <a:pt x="2961" y="10021"/>
                  </a:cubicBezTo>
                  <a:lnTo>
                    <a:pt x="2961" y="10030"/>
                  </a:lnTo>
                  <a:cubicBezTo>
                    <a:pt x="2988" y="10048"/>
                    <a:pt x="3060" y="10084"/>
                    <a:pt x="3151" y="10129"/>
                  </a:cubicBezTo>
                  <a:cubicBezTo>
                    <a:pt x="3368" y="10238"/>
                    <a:pt x="3595" y="10319"/>
                    <a:pt x="3839" y="10383"/>
                  </a:cubicBezTo>
                  <a:cubicBezTo>
                    <a:pt x="4562" y="10622"/>
                    <a:pt x="5603" y="10875"/>
                    <a:pt x="6506" y="10875"/>
                  </a:cubicBezTo>
                  <a:cubicBezTo>
                    <a:pt x="7039" y="10875"/>
                    <a:pt x="7524" y="10787"/>
                    <a:pt x="7867" y="10555"/>
                  </a:cubicBezTo>
                  <a:cubicBezTo>
                    <a:pt x="8211" y="10319"/>
                    <a:pt x="8555" y="9749"/>
                    <a:pt x="8854" y="9097"/>
                  </a:cubicBezTo>
                  <a:cubicBezTo>
                    <a:pt x="9162" y="8427"/>
                    <a:pt x="9433" y="7658"/>
                    <a:pt x="9624" y="7051"/>
                  </a:cubicBezTo>
                  <a:cubicBezTo>
                    <a:pt x="9723" y="6735"/>
                    <a:pt x="9805" y="6454"/>
                    <a:pt x="9859" y="6264"/>
                  </a:cubicBezTo>
                  <a:cubicBezTo>
                    <a:pt x="9877" y="6219"/>
                    <a:pt x="9886" y="6164"/>
                    <a:pt x="9904" y="6119"/>
                  </a:cubicBezTo>
                  <a:lnTo>
                    <a:pt x="9931" y="6001"/>
                  </a:lnTo>
                  <a:cubicBezTo>
                    <a:pt x="9940" y="5974"/>
                    <a:pt x="9940" y="5965"/>
                    <a:pt x="9940" y="5965"/>
                  </a:cubicBezTo>
                  <a:cubicBezTo>
                    <a:pt x="10067" y="5449"/>
                    <a:pt x="10103" y="4933"/>
                    <a:pt x="10067" y="4435"/>
                  </a:cubicBezTo>
                  <a:cubicBezTo>
                    <a:pt x="9895" y="2417"/>
                    <a:pt x="8456" y="642"/>
                    <a:pt x="6374" y="135"/>
                  </a:cubicBezTo>
                  <a:cubicBezTo>
                    <a:pt x="5994" y="44"/>
                    <a:pt x="5614" y="0"/>
                    <a:pt x="5240" y="0"/>
                  </a:cubicBezTo>
                  <a:close/>
                </a:path>
              </a:pathLst>
            </a:custGeom>
            <a:solidFill>
              <a:srgbClr val="F59D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3"/>
            <p:cNvSpPr/>
            <p:nvPr/>
          </p:nvSpPr>
          <p:spPr>
            <a:xfrm>
              <a:off x="6608045" y="1852638"/>
              <a:ext cx="871914" cy="559032"/>
            </a:xfrm>
            <a:custGeom>
              <a:rect b="b" l="l" r="r" t="t"/>
              <a:pathLst>
                <a:path extrusionOk="0" h="5085" w="7931">
                  <a:moveTo>
                    <a:pt x="2351" y="0"/>
                  </a:moveTo>
                  <a:cubicBezTo>
                    <a:pt x="2248" y="0"/>
                    <a:pt x="2146" y="12"/>
                    <a:pt x="2046" y="42"/>
                  </a:cubicBezTo>
                  <a:cubicBezTo>
                    <a:pt x="1711" y="132"/>
                    <a:pt x="1458" y="431"/>
                    <a:pt x="1250" y="712"/>
                  </a:cubicBezTo>
                  <a:cubicBezTo>
                    <a:pt x="842" y="1255"/>
                    <a:pt x="480" y="1825"/>
                    <a:pt x="281" y="2468"/>
                  </a:cubicBezTo>
                  <a:cubicBezTo>
                    <a:pt x="82" y="3111"/>
                    <a:pt x="0" y="3862"/>
                    <a:pt x="272" y="4478"/>
                  </a:cubicBezTo>
                  <a:cubicBezTo>
                    <a:pt x="1367" y="4043"/>
                    <a:pt x="2245" y="3102"/>
                    <a:pt x="2607" y="1979"/>
                  </a:cubicBezTo>
                  <a:cubicBezTo>
                    <a:pt x="3149" y="2404"/>
                    <a:pt x="3807" y="2636"/>
                    <a:pt x="4475" y="2636"/>
                  </a:cubicBezTo>
                  <a:cubicBezTo>
                    <a:pt x="4790" y="2636"/>
                    <a:pt x="5106" y="2584"/>
                    <a:pt x="5414" y="2477"/>
                  </a:cubicBezTo>
                  <a:lnTo>
                    <a:pt x="5414" y="2477"/>
                  </a:lnTo>
                  <a:cubicBezTo>
                    <a:pt x="5296" y="2721"/>
                    <a:pt x="5350" y="3083"/>
                    <a:pt x="5495" y="3301"/>
                  </a:cubicBezTo>
                  <a:cubicBezTo>
                    <a:pt x="5631" y="3527"/>
                    <a:pt x="5857" y="3690"/>
                    <a:pt x="6084" y="3826"/>
                  </a:cubicBezTo>
                  <a:cubicBezTo>
                    <a:pt x="6319" y="3952"/>
                    <a:pt x="6563" y="4061"/>
                    <a:pt x="6790" y="4197"/>
                  </a:cubicBezTo>
                  <a:cubicBezTo>
                    <a:pt x="7161" y="4423"/>
                    <a:pt x="7469" y="4740"/>
                    <a:pt x="7731" y="5084"/>
                  </a:cubicBezTo>
                  <a:lnTo>
                    <a:pt x="7758" y="4966"/>
                  </a:lnTo>
                  <a:cubicBezTo>
                    <a:pt x="7767" y="4939"/>
                    <a:pt x="7767" y="4930"/>
                    <a:pt x="7767" y="4930"/>
                  </a:cubicBezTo>
                  <a:cubicBezTo>
                    <a:pt x="7894" y="4414"/>
                    <a:pt x="7930" y="3898"/>
                    <a:pt x="7894" y="3400"/>
                  </a:cubicBezTo>
                  <a:cubicBezTo>
                    <a:pt x="7876" y="3382"/>
                    <a:pt x="7867" y="3355"/>
                    <a:pt x="7858" y="3337"/>
                  </a:cubicBezTo>
                  <a:cubicBezTo>
                    <a:pt x="7559" y="2803"/>
                    <a:pt x="7270" y="2269"/>
                    <a:pt x="6853" y="1816"/>
                  </a:cubicBezTo>
                  <a:cubicBezTo>
                    <a:pt x="6355" y="1282"/>
                    <a:pt x="5694" y="902"/>
                    <a:pt x="5006" y="630"/>
                  </a:cubicBezTo>
                  <a:cubicBezTo>
                    <a:pt x="4318" y="368"/>
                    <a:pt x="3594" y="214"/>
                    <a:pt x="2879" y="69"/>
                  </a:cubicBezTo>
                  <a:cubicBezTo>
                    <a:pt x="2707" y="35"/>
                    <a:pt x="2528" y="0"/>
                    <a:pt x="2351" y="0"/>
                  </a:cubicBez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3"/>
            <p:cNvSpPr/>
            <p:nvPr/>
          </p:nvSpPr>
          <p:spPr>
            <a:xfrm>
              <a:off x="7081761" y="2363732"/>
              <a:ext cx="95646" cy="168314"/>
            </a:xfrm>
            <a:custGeom>
              <a:rect b="b" l="l" r="r" t="t"/>
              <a:pathLst>
                <a:path extrusionOk="0" h="1531" w="870">
                  <a:moveTo>
                    <a:pt x="688" y="1"/>
                  </a:moveTo>
                  <a:lnTo>
                    <a:pt x="688" y="1"/>
                  </a:lnTo>
                  <a:cubicBezTo>
                    <a:pt x="625" y="145"/>
                    <a:pt x="562" y="281"/>
                    <a:pt x="525" y="435"/>
                  </a:cubicBezTo>
                  <a:cubicBezTo>
                    <a:pt x="471" y="580"/>
                    <a:pt x="444" y="734"/>
                    <a:pt x="417" y="888"/>
                  </a:cubicBezTo>
                  <a:cubicBezTo>
                    <a:pt x="417" y="888"/>
                    <a:pt x="417" y="888"/>
                    <a:pt x="417" y="897"/>
                  </a:cubicBezTo>
                  <a:cubicBezTo>
                    <a:pt x="426" y="915"/>
                    <a:pt x="444" y="933"/>
                    <a:pt x="462" y="933"/>
                  </a:cubicBezTo>
                  <a:cubicBezTo>
                    <a:pt x="470" y="932"/>
                    <a:pt x="478" y="932"/>
                    <a:pt x="486" y="932"/>
                  </a:cubicBezTo>
                  <a:cubicBezTo>
                    <a:pt x="586" y="932"/>
                    <a:pt x="683" y="985"/>
                    <a:pt x="725" y="1069"/>
                  </a:cubicBezTo>
                  <a:cubicBezTo>
                    <a:pt x="770" y="1150"/>
                    <a:pt x="734" y="1268"/>
                    <a:pt x="652" y="1349"/>
                  </a:cubicBezTo>
                  <a:cubicBezTo>
                    <a:pt x="580" y="1422"/>
                    <a:pt x="471" y="1467"/>
                    <a:pt x="353" y="1476"/>
                  </a:cubicBezTo>
                  <a:cubicBezTo>
                    <a:pt x="332" y="1478"/>
                    <a:pt x="310" y="1479"/>
                    <a:pt x="289" y="1479"/>
                  </a:cubicBezTo>
                  <a:cubicBezTo>
                    <a:pt x="193" y="1479"/>
                    <a:pt x="96" y="1464"/>
                    <a:pt x="0" y="1449"/>
                  </a:cubicBezTo>
                  <a:lnTo>
                    <a:pt x="0" y="1449"/>
                  </a:lnTo>
                  <a:cubicBezTo>
                    <a:pt x="118" y="1485"/>
                    <a:pt x="236" y="1521"/>
                    <a:pt x="353" y="1530"/>
                  </a:cubicBezTo>
                  <a:cubicBezTo>
                    <a:pt x="480" y="1530"/>
                    <a:pt x="616" y="1494"/>
                    <a:pt x="715" y="1404"/>
                  </a:cubicBezTo>
                  <a:cubicBezTo>
                    <a:pt x="806" y="1313"/>
                    <a:pt x="869" y="1159"/>
                    <a:pt x="797" y="1023"/>
                  </a:cubicBezTo>
                  <a:cubicBezTo>
                    <a:pt x="751" y="915"/>
                    <a:pt x="632" y="853"/>
                    <a:pt x="513" y="849"/>
                  </a:cubicBezTo>
                  <a:lnTo>
                    <a:pt x="513" y="849"/>
                  </a:lnTo>
                  <a:cubicBezTo>
                    <a:pt x="531" y="712"/>
                    <a:pt x="555" y="582"/>
                    <a:pt x="580" y="444"/>
                  </a:cubicBezTo>
                  <a:cubicBezTo>
                    <a:pt x="616" y="299"/>
                    <a:pt x="652" y="154"/>
                    <a:pt x="688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3"/>
            <p:cNvSpPr/>
            <p:nvPr/>
          </p:nvSpPr>
          <p:spPr>
            <a:xfrm>
              <a:off x="7055816" y="2493128"/>
              <a:ext cx="15061" cy="25945"/>
            </a:xfrm>
            <a:custGeom>
              <a:rect b="b" l="l" r="r" t="t"/>
              <a:pathLst>
                <a:path extrusionOk="0" h="236" w="137">
                  <a:moveTo>
                    <a:pt x="19" y="0"/>
                  </a:moveTo>
                  <a:lnTo>
                    <a:pt x="19" y="0"/>
                  </a:lnTo>
                  <a:cubicBezTo>
                    <a:pt x="1" y="55"/>
                    <a:pt x="10" y="100"/>
                    <a:pt x="28" y="136"/>
                  </a:cubicBezTo>
                  <a:cubicBezTo>
                    <a:pt x="46" y="172"/>
                    <a:pt x="73" y="209"/>
                    <a:pt x="128" y="236"/>
                  </a:cubicBezTo>
                  <a:cubicBezTo>
                    <a:pt x="137" y="181"/>
                    <a:pt x="128" y="136"/>
                    <a:pt x="110" y="100"/>
                  </a:cubicBezTo>
                  <a:cubicBezTo>
                    <a:pt x="91" y="64"/>
                    <a:pt x="64" y="28"/>
                    <a:pt x="19" y="0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3"/>
            <p:cNvSpPr/>
            <p:nvPr/>
          </p:nvSpPr>
          <p:spPr>
            <a:xfrm>
              <a:off x="6898607" y="2142760"/>
              <a:ext cx="165346" cy="56178"/>
            </a:xfrm>
            <a:custGeom>
              <a:rect b="b" l="l" r="r" t="t"/>
              <a:pathLst>
                <a:path extrusionOk="0" h="511" w="1504">
                  <a:moveTo>
                    <a:pt x="836" y="1"/>
                  </a:moveTo>
                  <a:cubicBezTo>
                    <a:pt x="792" y="1"/>
                    <a:pt x="749" y="4"/>
                    <a:pt x="707" y="10"/>
                  </a:cubicBezTo>
                  <a:cubicBezTo>
                    <a:pt x="571" y="19"/>
                    <a:pt x="444" y="55"/>
                    <a:pt x="327" y="109"/>
                  </a:cubicBezTo>
                  <a:cubicBezTo>
                    <a:pt x="209" y="164"/>
                    <a:pt x="91" y="236"/>
                    <a:pt x="10" y="336"/>
                  </a:cubicBezTo>
                  <a:cubicBezTo>
                    <a:pt x="1" y="345"/>
                    <a:pt x="1" y="354"/>
                    <a:pt x="1" y="372"/>
                  </a:cubicBezTo>
                  <a:cubicBezTo>
                    <a:pt x="1" y="399"/>
                    <a:pt x="19" y="417"/>
                    <a:pt x="46" y="417"/>
                  </a:cubicBezTo>
                  <a:cubicBezTo>
                    <a:pt x="173" y="426"/>
                    <a:pt x="290" y="426"/>
                    <a:pt x="399" y="426"/>
                  </a:cubicBezTo>
                  <a:cubicBezTo>
                    <a:pt x="499" y="435"/>
                    <a:pt x="607" y="444"/>
                    <a:pt x="707" y="453"/>
                  </a:cubicBezTo>
                  <a:lnTo>
                    <a:pt x="1005" y="490"/>
                  </a:lnTo>
                  <a:cubicBezTo>
                    <a:pt x="1086" y="497"/>
                    <a:pt x="1167" y="510"/>
                    <a:pt x="1257" y="510"/>
                  </a:cubicBezTo>
                  <a:cubicBezTo>
                    <a:pt x="1278" y="510"/>
                    <a:pt x="1300" y="510"/>
                    <a:pt x="1322" y="508"/>
                  </a:cubicBezTo>
                  <a:lnTo>
                    <a:pt x="1331" y="508"/>
                  </a:lnTo>
                  <a:cubicBezTo>
                    <a:pt x="1368" y="508"/>
                    <a:pt x="1404" y="490"/>
                    <a:pt x="1431" y="463"/>
                  </a:cubicBezTo>
                  <a:cubicBezTo>
                    <a:pt x="1494" y="408"/>
                    <a:pt x="1503" y="309"/>
                    <a:pt x="1440" y="245"/>
                  </a:cubicBezTo>
                  <a:cubicBezTo>
                    <a:pt x="1349" y="137"/>
                    <a:pt x="1232" y="82"/>
                    <a:pt x="1096" y="37"/>
                  </a:cubicBezTo>
                  <a:cubicBezTo>
                    <a:pt x="1012" y="13"/>
                    <a:pt x="923" y="1"/>
                    <a:pt x="8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3"/>
            <p:cNvSpPr/>
            <p:nvPr/>
          </p:nvSpPr>
          <p:spPr>
            <a:xfrm>
              <a:off x="7295697" y="2225432"/>
              <a:ext cx="150395" cy="92347"/>
            </a:xfrm>
            <a:custGeom>
              <a:rect b="b" l="l" r="r" t="t"/>
              <a:pathLst>
                <a:path extrusionOk="0" h="840" w="1368">
                  <a:moveTo>
                    <a:pt x="358" y="0"/>
                  </a:moveTo>
                  <a:cubicBezTo>
                    <a:pt x="279" y="0"/>
                    <a:pt x="202" y="14"/>
                    <a:pt x="127" y="45"/>
                  </a:cubicBezTo>
                  <a:cubicBezTo>
                    <a:pt x="91" y="55"/>
                    <a:pt x="64" y="82"/>
                    <a:pt x="46" y="109"/>
                  </a:cubicBezTo>
                  <a:cubicBezTo>
                    <a:pt x="1" y="190"/>
                    <a:pt x="28" y="281"/>
                    <a:pt x="100" y="326"/>
                  </a:cubicBezTo>
                  <a:lnTo>
                    <a:pt x="118" y="335"/>
                  </a:lnTo>
                  <a:cubicBezTo>
                    <a:pt x="218" y="389"/>
                    <a:pt x="308" y="426"/>
                    <a:pt x="408" y="462"/>
                  </a:cubicBezTo>
                  <a:lnTo>
                    <a:pt x="689" y="561"/>
                  </a:lnTo>
                  <a:cubicBezTo>
                    <a:pt x="779" y="598"/>
                    <a:pt x="879" y="643"/>
                    <a:pt x="978" y="679"/>
                  </a:cubicBezTo>
                  <a:cubicBezTo>
                    <a:pt x="1078" y="724"/>
                    <a:pt x="1177" y="779"/>
                    <a:pt x="1286" y="833"/>
                  </a:cubicBezTo>
                  <a:cubicBezTo>
                    <a:pt x="1291" y="838"/>
                    <a:pt x="1297" y="840"/>
                    <a:pt x="1304" y="840"/>
                  </a:cubicBezTo>
                  <a:cubicBezTo>
                    <a:pt x="1311" y="840"/>
                    <a:pt x="1318" y="838"/>
                    <a:pt x="1322" y="833"/>
                  </a:cubicBezTo>
                  <a:cubicBezTo>
                    <a:pt x="1349" y="833"/>
                    <a:pt x="1368" y="806"/>
                    <a:pt x="1359" y="779"/>
                  </a:cubicBezTo>
                  <a:cubicBezTo>
                    <a:pt x="1331" y="643"/>
                    <a:pt x="1268" y="534"/>
                    <a:pt x="1187" y="426"/>
                  </a:cubicBezTo>
                  <a:cubicBezTo>
                    <a:pt x="1105" y="326"/>
                    <a:pt x="1005" y="236"/>
                    <a:pt x="888" y="163"/>
                  </a:cubicBezTo>
                  <a:cubicBezTo>
                    <a:pt x="779" y="91"/>
                    <a:pt x="652" y="36"/>
                    <a:pt x="526" y="18"/>
                  </a:cubicBezTo>
                  <a:cubicBezTo>
                    <a:pt x="469" y="7"/>
                    <a:pt x="413" y="0"/>
                    <a:pt x="358" y="0"/>
                  </a:cubicBezTo>
                  <a:close/>
                </a:path>
              </a:pathLst>
            </a:custGeom>
            <a:solidFill>
              <a:srgbClr val="00244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3"/>
            <p:cNvSpPr/>
            <p:nvPr/>
          </p:nvSpPr>
          <p:spPr>
            <a:xfrm>
              <a:off x="7256890" y="2364722"/>
              <a:ext cx="104660" cy="110707"/>
            </a:xfrm>
            <a:custGeom>
              <a:rect b="b" l="l" r="r" t="t"/>
              <a:pathLst>
                <a:path extrusionOk="0" h="1007" w="952">
                  <a:moveTo>
                    <a:pt x="508" y="0"/>
                  </a:moveTo>
                  <a:cubicBezTo>
                    <a:pt x="309" y="0"/>
                    <a:pt x="120" y="169"/>
                    <a:pt x="64" y="408"/>
                  </a:cubicBezTo>
                  <a:cubicBezTo>
                    <a:pt x="1" y="680"/>
                    <a:pt x="127" y="942"/>
                    <a:pt x="354" y="996"/>
                  </a:cubicBezTo>
                  <a:cubicBezTo>
                    <a:pt x="382" y="1003"/>
                    <a:pt x="410" y="1006"/>
                    <a:pt x="438" y="1006"/>
                  </a:cubicBezTo>
                  <a:cubicBezTo>
                    <a:pt x="636" y="1006"/>
                    <a:pt x="823" y="845"/>
                    <a:pt x="879" y="607"/>
                  </a:cubicBezTo>
                  <a:cubicBezTo>
                    <a:pt x="951" y="326"/>
                    <a:pt x="815" y="64"/>
                    <a:pt x="589" y="10"/>
                  </a:cubicBezTo>
                  <a:cubicBezTo>
                    <a:pt x="562" y="3"/>
                    <a:pt x="535" y="0"/>
                    <a:pt x="5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3"/>
            <p:cNvSpPr/>
            <p:nvPr/>
          </p:nvSpPr>
          <p:spPr>
            <a:xfrm>
              <a:off x="6919495" y="2284029"/>
              <a:ext cx="104660" cy="110707"/>
            </a:xfrm>
            <a:custGeom>
              <a:rect b="b" l="l" r="r" t="t"/>
              <a:pathLst>
                <a:path extrusionOk="0" h="1007" w="952">
                  <a:moveTo>
                    <a:pt x="505" y="0"/>
                  </a:moveTo>
                  <a:cubicBezTo>
                    <a:pt x="307" y="0"/>
                    <a:pt x="120" y="163"/>
                    <a:pt x="64" y="409"/>
                  </a:cubicBezTo>
                  <a:cubicBezTo>
                    <a:pt x="1" y="680"/>
                    <a:pt x="128" y="943"/>
                    <a:pt x="354" y="997"/>
                  </a:cubicBezTo>
                  <a:cubicBezTo>
                    <a:pt x="381" y="1004"/>
                    <a:pt x="408" y="1007"/>
                    <a:pt x="435" y="1007"/>
                  </a:cubicBezTo>
                  <a:cubicBezTo>
                    <a:pt x="634" y="1007"/>
                    <a:pt x="823" y="838"/>
                    <a:pt x="879" y="599"/>
                  </a:cubicBezTo>
                  <a:cubicBezTo>
                    <a:pt x="951" y="327"/>
                    <a:pt x="815" y="65"/>
                    <a:pt x="589" y="10"/>
                  </a:cubicBezTo>
                  <a:cubicBezTo>
                    <a:pt x="561" y="4"/>
                    <a:pt x="533" y="0"/>
                    <a:pt x="5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3"/>
            <p:cNvSpPr/>
            <p:nvPr/>
          </p:nvSpPr>
          <p:spPr>
            <a:xfrm>
              <a:off x="7251943" y="2505880"/>
              <a:ext cx="175240" cy="233177"/>
            </a:xfrm>
            <a:custGeom>
              <a:rect b="b" l="l" r="r" t="t"/>
              <a:pathLst>
                <a:path extrusionOk="0" h="2121" w="1594">
                  <a:moveTo>
                    <a:pt x="1195" y="0"/>
                  </a:moveTo>
                  <a:cubicBezTo>
                    <a:pt x="700" y="0"/>
                    <a:pt x="251" y="331"/>
                    <a:pt x="127" y="835"/>
                  </a:cubicBezTo>
                  <a:cubicBezTo>
                    <a:pt x="0" y="1387"/>
                    <a:pt x="308" y="1939"/>
                    <a:pt x="824" y="2120"/>
                  </a:cubicBezTo>
                  <a:cubicBezTo>
                    <a:pt x="1132" y="1450"/>
                    <a:pt x="1403" y="681"/>
                    <a:pt x="1594" y="74"/>
                  </a:cubicBezTo>
                  <a:cubicBezTo>
                    <a:pt x="1548" y="56"/>
                    <a:pt x="1494" y="38"/>
                    <a:pt x="1449" y="29"/>
                  </a:cubicBezTo>
                  <a:cubicBezTo>
                    <a:pt x="1364" y="10"/>
                    <a:pt x="1279" y="0"/>
                    <a:pt x="1195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3"/>
            <p:cNvSpPr/>
            <p:nvPr/>
          </p:nvSpPr>
          <p:spPr>
            <a:xfrm>
              <a:off x="6679724" y="2368570"/>
              <a:ext cx="264839" cy="240653"/>
            </a:xfrm>
            <a:custGeom>
              <a:rect b="b" l="l" r="r" t="t"/>
              <a:pathLst>
                <a:path extrusionOk="0" h="2189" w="2409">
                  <a:moveTo>
                    <a:pt x="1208" y="0"/>
                  </a:moveTo>
                  <a:cubicBezTo>
                    <a:pt x="711" y="0"/>
                    <a:pt x="260" y="339"/>
                    <a:pt x="136" y="844"/>
                  </a:cubicBezTo>
                  <a:cubicBezTo>
                    <a:pt x="0" y="1432"/>
                    <a:pt x="362" y="2021"/>
                    <a:pt x="951" y="2156"/>
                  </a:cubicBezTo>
                  <a:cubicBezTo>
                    <a:pt x="1038" y="2178"/>
                    <a:pt x="1126" y="2188"/>
                    <a:pt x="1212" y="2188"/>
                  </a:cubicBezTo>
                  <a:cubicBezTo>
                    <a:pt x="1704" y="2188"/>
                    <a:pt x="2148" y="1851"/>
                    <a:pt x="2263" y="1351"/>
                  </a:cubicBezTo>
                  <a:cubicBezTo>
                    <a:pt x="2408" y="762"/>
                    <a:pt x="2046" y="174"/>
                    <a:pt x="1458" y="29"/>
                  </a:cubicBezTo>
                  <a:cubicBezTo>
                    <a:pt x="1374" y="10"/>
                    <a:pt x="1291" y="0"/>
                    <a:pt x="1208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3"/>
            <p:cNvSpPr/>
            <p:nvPr/>
          </p:nvSpPr>
          <p:spPr>
            <a:xfrm>
              <a:off x="7017009" y="2650337"/>
              <a:ext cx="80804" cy="24626"/>
            </a:xfrm>
            <a:custGeom>
              <a:rect b="b" l="l" r="r" t="t"/>
              <a:pathLst>
                <a:path extrusionOk="0" h="224" w="735">
                  <a:moveTo>
                    <a:pt x="1" y="1"/>
                  </a:moveTo>
                  <a:cubicBezTo>
                    <a:pt x="91" y="100"/>
                    <a:pt x="209" y="164"/>
                    <a:pt x="336" y="200"/>
                  </a:cubicBezTo>
                  <a:cubicBezTo>
                    <a:pt x="409" y="214"/>
                    <a:pt x="481" y="224"/>
                    <a:pt x="552" y="224"/>
                  </a:cubicBezTo>
                  <a:cubicBezTo>
                    <a:pt x="614" y="224"/>
                    <a:pt x="675" y="217"/>
                    <a:pt x="734" y="200"/>
                  </a:cubicBezTo>
                  <a:cubicBezTo>
                    <a:pt x="598" y="173"/>
                    <a:pt x="481" y="155"/>
                    <a:pt x="363" y="127"/>
                  </a:cubicBezTo>
                  <a:cubicBezTo>
                    <a:pt x="236" y="91"/>
                    <a:pt x="119" y="46"/>
                    <a:pt x="1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3"/>
            <p:cNvSpPr/>
            <p:nvPr/>
          </p:nvSpPr>
          <p:spPr>
            <a:xfrm>
              <a:off x="6967318" y="2522920"/>
              <a:ext cx="233947" cy="128297"/>
            </a:xfrm>
            <a:custGeom>
              <a:rect b="b" l="l" r="r" t="t"/>
              <a:pathLst>
                <a:path extrusionOk="0" h="1167" w="2128">
                  <a:moveTo>
                    <a:pt x="0" y="1"/>
                  </a:moveTo>
                  <a:cubicBezTo>
                    <a:pt x="0" y="1"/>
                    <a:pt x="18" y="381"/>
                    <a:pt x="236" y="707"/>
                  </a:cubicBezTo>
                  <a:cubicBezTo>
                    <a:pt x="371" y="906"/>
                    <a:pt x="580" y="1087"/>
                    <a:pt x="896" y="1151"/>
                  </a:cubicBezTo>
                  <a:cubicBezTo>
                    <a:pt x="966" y="1162"/>
                    <a:pt x="1032" y="1167"/>
                    <a:pt x="1096" y="1167"/>
                  </a:cubicBezTo>
                  <a:cubicBezTo>
                    <a:pt x="1290" y="1167"/>
                    <a:pt x="1457" y="1119"/>
                    <a:pt x="1594" y="1051"/>
                  </a:cubicBezTo>
                  <a:cubicBezTo>
                    <a:pt x="1956" y="861"/>
                    <a:pt x="2128" y="526"/>
                    <a:pt x="2128" y="526"/>
                  </a:cubicBezTo>
                  <a:cubicBezTo>
                    <a:pt x="2128" y="526"/>
                    <a:pt x="1032" y="390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3"/>
            <p:cNvSpPr/>
            <p:nvPr/>
          </p:nvSpPr>
          <p:spPr>
            <a:xfrm>
              <a:off x="6993153" y="2594929"/>
              <a:ext cx="149405" cy="56288"/>
            </a:xfrm>
            <a:custGeom>
              <a:rect b="b" l="l" r="r" t="t"/>
              <a:pathLst>
                <a:path extrusionOk="0" h="512" w="1359">
                  <a:moveTo>
                    <a:pt x="390" y="0"/>
                  </a:moveTo>
                  <a:cubicBezTo>
                    <a:pt x="240" y="0"/>
                    <a:pt x="106" y="24"/>
                    <a:pt x="1" y="52"/>
                  </a:cubicBezTo>
                  <a:cubicBezTo>
                    <a:pt x="136" y="251"/>
                    <a:pt x="345" y="432"/>
                    <a:pt x="661" y="496"/>
                  </a:cubicBezTo>
                  <a:cubicBezTo>
                    <a:pt x="731" y="507"/>
                    <a:pt x="797" y="512"/>
                    <a:pt x="861" y="512"/>
                  </a:cubicBezTo>
                  <a:cubicBezTo>
                    <a:pt x="1055" y="512"/>
                    <a:pt x="1222" y="464"/>
                    <a:pt x="1359" y="396"/>
                  </a:cubicBezTo>
                  <a:cubicBezTo>
                    <a:pt x="1026" y="87"/>
                    <a:pt x="677" y="0"/>
                    <a:pt x="390" y="0"/>
                  </a:cubicBezTo>
                  <a:close/>
                </a:path>
              </a:pathLst>
            </a:custGeom>
            <a:solidFill>
              <a:srgbClr val="D45B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3"/>
            <p:cNvSpPr/>
            <p:nvPr/>
          </p:nvSpPr>
          <p:spPr>
            <a:xfrm>
              <a:off x="6462709" y="2227961"/>
              <a:ext cx="127528" cy="222074"/>
            </a:xfrm>
            <a:custGeom>
              <a:rect b="b" l="l" r="r" t="t"/>
              <a:pathLst>
                <a:path extrusionOk="0" h="2020" w="1160">
                  <a:moveTo>
                    <a:pt x="904" y="683"/>
                  </a:moveTo>
                  <a:cubicBezTo>
                    <a:pt x="917" y="683"/>
                    <a:pt x="930" y="684"/>
                    <a:pt x="942" y="686"/>
                  </a:cubicBezTo>
                  <a:lnTo>
                    <a:pt x="942" y="686"/>
                  </a:lnTo>
                  <a:cubicBezTo>
                    <a:pt x="974" y="885"/>
                    <a:pt x="999" y="1091"/>
                    <a:pt x="1024" y="1290"/>
                  </a:cubicBezTo>
                  <a:cubicBezTo>
                    <a:pt x="1033" y="1408"/>
                    <a:pt x="1042" y="1516"/>
                    <a:pt x="1051" y="1625"/>
                  </a:cubicBezTo>
                  <a:cubicBezTo>
                    <a:pt x="1060" y="1733"/>
                    <a:pt x="1051" y="1842"/>
                    <a:pt x="978" y="1887"/>
                  </a:cubicBezTo>
                  <a:cubicBezTo>
                    <a:pt x="949" y="1912"/>
                    <a:pt x="911" y="1924"/>
                    <a:pt x="870" y="1924"/>
                  </a:cubicBezTo>
                  <a:cubicBezTo>
                    <a:pt x="821" y="1924"/>
                    <a:pt x="769" y="1908"/>
                    <a:pt x="725" y="1878"/>
                  </a:cubicBezTo>
                  <a:cubicBezTo>
                    <a:pt x="634" y="1824"/>
                    <a:pt x="562" y="1742"/>
                    <a:pt x="517" y="1652"/>
                  </a:cubicBezTo>
                  <a:cubicBezTo>
                    <a:pt x="417" y="1462"/>
                    <a:pt x="399" y="1226"/>
                    <a:pt x="480" y="1027"/>
                  </a:cubicBezTo>
                  <a:cubicBezTo>
                    <a:pt x="517" y="928"/>
                    <a:pt x="580" y="837"/>
                    <a:pt x="671" y="774"/>
                  </a:cubicBezTo>
                  <a:cubicBezTo>
                    <a:pt x="734" y="718"/>
                    <a:pt x="819" y="683"/>
                    <a:pt x="904" y="683"/>
                  </a:cubicBezTo>
                  <a:close/>
                  <a:moveTo>
                    <a:pt x="615" y="1"/>
                  </a:moveTo>
                  <a:cubicBezTo>
                    <a:pt x="521" y="1"/>
                    <a:pt x="431" y="40"/>
                    <a:pt x="363" y="95"/>
                  </a:cubicBezTo>
                  <a:cubicBezTo>
                    <a:pt x="263" y="158"/>
                    <a:pt x="191" y="258"/>
                    <a:pt x="145" y="357"/>
                  </a:cubicBezTo>
                  <a:cubicBezTo>
                    <a:pt x="37" y="566"/>
                    <a:pt x="1" y="801"/>
                    <a:pt x="55" y="1018"/>
                  </a:cubicBezTo>
                  <a:cubicBezTo>
                    <a:pt x="28" y="801"/>
                    <a:pt x="73" y="566"/>
                    <a:pt x="191" y="385"/>
                  </a:cubicBezTo>
                  <a:cubicBezTo>
                    <a:pt x="245" y="294"/>
                    <a:pt x="308" y="204"/>
                    <a:pt x="399" y="149"/>
                  </a:cubicBezTo>
                  <a:cubicBezTo>
                    <a:pt x="462" y="105"/>
                    <a:pt x="533" y="79"/>
                    <a:pt x="602" y="79"/>
                  </a:cubicBezTo>
                  <a:cubicBezTo>
                    <a:pt x="632" y="79"/>
                    <a:pt x="661" y="84"/>
                    <a:pt x="689" y="95"/>
                  </a:cubicBezTo>
                  <a:cubicBezTo>
                    <a:pt x="779" y="122"/>
                    <a:pt x="833" y="213"/>
                    <a:pt x="870" y="312"/>
                  </a:cubicBezTo>
                  <a:cubicBezTo>
                    <a:pt x="897" y="412"/>
                    <a:pt x="915" y="520"/>
                    <a:pt x="933" y="629"/>
                  </a:cubicBezTo>
                  <a:cubicBezTo>
                    <a:pt x="936" y="647"/>
                    <a:pt x="939" y="665"/>
                    <a:pt x="942" y="683"/>
                  </a:cubicBezTo>
                  <a:lnTo>
                    <a:pt x="942" y="683"/>
                  </a:lnTo>
                  <a:cubicBezTo>
                    <a:pt x="920" y="678"/>
                    <a:pt x="899" y="676"/>
                    <a:pt x="877" y="676"/>
                  </a:cubicBezTo>
                  <a:cubicBezTo>
                    <a:pt x="799" y="676"/>
                    <a:pt x="722" y="703"/>
                    <a:pt x="652" y="747"/>
                  </a:cubicBezTo>
                  <a:cubicBezTo>
                    <a:pt x="553" y="810"/>
                    <a:pt x="480" y="901"/>
                    <a:pt x="426" y="1009"/>
                  </a:cubicBezTo>
                  <a:cubicBezTo>
                    <a:pt x="336" y="1217"/>
                    <a:pt x="345" y="1471"/>
                    <a:pt x="444" y="1688"/>
                  </a:cubicBezTo>
                  <a:cubicBezTo>
                    <a:pt x="499" y="1788"/>
                    <a:pt x="571" y="1887"/>
                    <a:pt x="671" y="1960"/>
                  </a:cubicBezTo>
                  <a:cubicBezTo>
                    <a:pt x="726" y="1995"/>
                    <a:pt x="799" y="2019"/>
                    <a:pt x="873" y="2019"/>
                  </a:cubicBezTo>
                  <a:cubicBezTo>
                    <a:pt x="931" y="2019"/>
                    <a:pt x="990" y="2005"/>
                    <a:pt x="1042" y="1969"/>
                  </a:cubicBezTo>
                  <a:cubicBezTo>
                    <a:pt x="1096" y="1924"/>
                    <a:pt x="1132" y="1860"/>
                    <a:pt x="1141" y="1797"/>
                  </a:cubicBezTo>
                  <a:cubicBezTo>
                    <a:pt x="1159" y="1733"/>
                    <a:pt x="1159" y="1679"/>
                    <a:pt x="1150" y="1616"/>
                  </a:cubicBezTo>
                  <a:cubicBezTo>
                    <a:pt x="1150" y="1507"/>
                    <a:pt x="1141" y="1389"/>
                    <a:pt x="1123" y="1281"/>
                  </a:cubicBezTo>
                  <a:cubicBezTo>
                    <a:pt x="1105" y="1054"/>
                    <a:pt x="1069" y="837"/>
                    <a:pt x="1033" y="611"/>
                  </a:cubicBezTo>
                  <a:cubicBezTo>
                    <a:pt x="1005" y="502"/>
                    <a:pt x="996" y="394"/>
                    <a:pt x="951" y="285"/>
                  </a:cubicBezTo>
                  <a:cubicBezTo>
                    <a:pt x="915" y="167"/>
                    <a:pt x="843" y="50"/>
                    <a:pt x="707" y="13"/>
                  </a:cubicBezTo>
                  <a:cubicBezTo>
                    <a:pt x="676" y="5"/>
                    <a:pt x="645" y="1"/>
                    <a:pt x="615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3"/>
            <p:cNvSpPr/>
            <p:nvPr/>
          </p:nvSpPr>
          <p:spPr>
            <a:xfrm>
              <a:off x="6262735" y="1624300"/>
              <a:ext cx="1419293" cy="852016"/>
            </a:xfrm>
            <a:custGeom>
              <a:rect b="b" l="l" r="r" t="t"/>
              <a:pathLst>
                <a:path extrusionOk="0" h="7750" w="12910">
                  <a:moveTo>
                    <a:pt x="6144" y="0"/>
                  </a:moveTo>
                  <a:cubicBezTo>
                    <a:pt x="5449" y="0"/>
                    <a:pt x="4756" y="137"/>
                    <a:pt x="4119" y="417"/>
                  </a:cubicBezTo>
                  <a:cubicBezTo>
                    <a:pt x="3666" y="616"/>
                    <a:pt x="3286" y="924"/>
                    <a:pt x="3114" y="1385"/>
                  </a:cubicBezTo>
                  <a:cubicBezTo>
                    <a:pt x="2905" y="1170"/>
                    <a:pt x="2606" y="1054"/>
                    <a:pt x="2310" y="1054"/>
                  </a:cubicBezTo>
                  <a:cubicBezTo>
                    <a:pt x="2208" y="1054"/>
                    <a:pt x="2107" y="1068"/>
                    <a:pt x="2010" y="1096"/>
                  </a:cubicBezTo>
                  <a:cubicBezTo>
                    <a:pt x="1620" y="1213"/>
                    <a:pt x="1313" y="1548"/>
                    <a:pt x="1231" y="1938"/>
                  </a:cubicBezTo>
                  <a:cubicBezTo>
                    <a:pt x="1141" y="2354"/>
                    <a:pt x="1286" y="2798"/>
                    <a:pt x="1123" y="3187"/>
                  </a:cubicBezTo>
                  <a:cubicBezTo>
                    <a:pt x="978" y="3549"/>
                    <a:pt x="607" y="3757"/>
                    <a:pt x="371" y="4065"/>
                  </a:cubicBezTo>
                  <a:cubicBezTo>
                    <a:pt x="18" y="4518"/>
                    <a:pt x="0" y="5160"/>
                    <a:pt x="163" y="5713"/>
                  </a:cubicBezTo>
                  <a:cubicBezTo>
                    <a:pt x="163" y="5722"/>
                    <a:pt x="172" y="5722"/>
                    <a:pt x="172" y="5731"/>
                  </a:cubicBezTo>
                  <a:cubicBezTo>
                    <a:pt x="244" y="6147"/>
                    <a:pt x="426" y="6536"/>
                    <a:pt x="670" y="6880"/>
                  </a:cubicBezTo>
                  <a:cubicBezTo>
                    <a:pt x="824" y="7080"/>
                    <a:pt x="996" y="7270"/>
                    <a:pt x="1204" y="7405"/>
                  </a:cubicBezTo>
                  <a:cubicBezTo>
                    <a:pt x="1322" y="7532"/>
                    <a:pt x="1448" y="7641"/>
                    <a:pt x="1584" y="7722"/>
                  </a:cubicBezTo>
                  <a:cubicBezTo>
                    <a:pt x="1604" y="7727"/>
                    <a:pt x="1623" y="7728"/>
                    <a:pt x="1641" y="7728"/>
                  </a:cubicBezTo>
                  <a:cubicBezTo>
                    <a:pt x="1774" y="7728"/>
                    <a:pt x="1838" y="7623"/>
                    <a:pt x="1838" y="7623"/>
                  </a:cubicBezTo>
                  <a:cubicBezTo>
                    <a:pt x="1231" y="6899"/>
                    <a:pt x="1430" y="5441"/>
                    <a:pt x="2164" y="5169"/>
                  </a:cubicBezTo>
                  <a:cubicBezTo>
                    <a:pt x="2272" y="5130"/>
                    <a:pt x="2373" y="5113"/>
                    <a:pt x="2467" y="5113"/>
                  </a:cubicBezTo>
                  <a:cubicBezTo>
                    <a:pt x="2822" y="5113"/>
                    <a:pt x="3074" y="5352"/>
                    <a:pt x="3196" y="5495"/>
                  </a:cubicBezTo>
                  <a:cubicBezTo>
                    <a:pt x="3205" y="5830"/>
                    <a:pt x="3223" y="6727"/>
                    <a:pt x="3331" y="6772"/>
                  </a:cubicBezTo>
                  <a:cubicBezTo>
                    <a:pt x="3333" y="6773"/>
                    <a:pt x="3335" y="6773"/>
                    <a:pt x="3337" y="6773"/>
                  </a:cubicBezTo>
                  <a:cubicBezTo>
                    <a:pt x="3525" y="6773"/>
                    <a:pt x="5816" y="4303"/>
                    <a:pt x="5414" y="3033"/>
                  </a:cubicBezTo>
                  <a:lnTo>
                    <a:pt x="5414" y="3033"/>
                  </a:lnTo>
                  <a:cubicBezTo>
                    <a:pt x="5694" y="3612"/>
                    <a:pt x="6210" y="4065"/>
                    <a:pt x="6817" y="4282"/>
                  </a:cubicBezTo>
                  <a:cubicBezTo>
                    <a:pt x="7075" y="4371"/>
                    <a:pt x="7348" y="4415"/>
                    <a:pt x="7621" y="4415"/>
                  </a:cubicBezTo>
                  <a:cubicBezTo>
                    <a:pt x="7990" y="4415"/>
                    <a:pt x="8358" y="4335"/>
                    <a:pt x="8691" y="4174"/>
                  </a:cubicBezTo>
                  <a:lnTo>
                    <a:pt x="8691" y="4174"/>
                  </a:lnTo>
                  <a:cubicBezTo>
                    <a:pt x="8672" y="4825"/>
                    <a:pt x="9053" y="5441"/>
                    <a:pt x="9641" y="5722"/>
                  </a:cubicBezTo>
                  <a:cubicBezTo>
                    <a:pt x="9958" y="5867"/>
                    <a:pt x="10320" y="5921"/>
                    <a:pt x="10555" y="6183"/>
                  </a:cubicBezTo>
                  <a:cubicBezTo>
                    <a:pt x="10700" y="6346"/>
                    <a:pt x="10773" y="6564"/>
                    <a:pt x="10899" y="6745"/>
                  </a:cubicBezTo>
                  <a:cubicBezTo>
                    <a:pt x="10917" y="6763"/>
                    <a:pt x="10936" y="6781"/>
                    <a:pt x="10954" y="6799"/>
                  </a:cubicBezTo>
                  <a:cubicBezTo>
                    <a:pt x="10945" y="6871"/>
                    <a:pt x="10927" y="6935"/>
                    <a:pt x="10908" y="7007"/>
                  </a:cubicBezTo>
                  <a:cubicBezTo>
                    <a:pt x="10908" y="7007"/>
                    <a:pt x="10908" y="7016"/>
                    <a:pt x="10899" y="7043"/>
                  </a:cubicBezTo>
                  <a:cubicBezTo>
                    <a:pt x="10881" y="7125"/>
                    <a:pt x="10854" y="7215"/>
                    <a:pt x="10827" y="7306"/>
                  </a:cubicBezTo>
                  <a:cubicBezTo>
                    <a:pt x="10800" y="7424"/>
                    <a:pt x="10755" y="7577"/>
                    <a:pt x="10700" y="7749"/>
                  </a:cubicBezTo>
                  <a:cubicBezTo>
                    <a:pt x="11252" y="7523"/>
                    <a:pt x="11787" y="7215"/>
                    <a:pt x="12176" y="6772"/>
                  </a:cubicBezTo>
                  <a:cubicBezTo>
                    <a:pt x="12665" y="6220"/>
                    <a:pt x="12909" y="5396"/>
                    <a:pt x="12619" y="4717"/>
                  </a:cubicBezTo>
                  <a:cubicBezTo>
                    <a:pt x="12493" y="4436"/>
                    <a:pt x="12284" y="4174"/>
                    <a:pt x="12266" y="3866"/>
                  </a:cubicBezTo>
                  <a:cubicBezTo>
                    <a:pt x="12248" y="3558"/>
                    <a:pt x="12420" y="3277"/>
                    <a:pt x="12484" y="2970"/>
                  </a:cubicBezTo>
                  <a:cubicBezTo>
                    <a:pt x="12556" y="2562"/>
                    <a:pt x="12411" y="2119"/>
                    <a:pt x="12112" y="1829"/>
                  </a:cubicBezTo>
                  <a:cubicBezTo>
                    <a:pt x="11844" y="1560"/>
                    <a:pt x="11465" y="1416"/>
                    <a:pt x="11089" y="1416"/>
                  </a:cubicBezTo>
                  <a:cubicBezTo>
                    <a:pt x="11047" y="1416"/>
                    <a:pt x="11005" y="1418"/>
                    <a:pt x="10963" y="1422"/>
                  </a:cubicBezTo>
                  <a:cubicBezTo>
                    <a:pt x="10726" y="1437"/>
                    <a:pt x="10489" y="1506"/>
                    <a:pt x="10257" y="1506"/>
                  </a:cubicBezTo>
                  <a:cubicBezTo>
                    <a:pt x="10205" y="1506"/>
                    <a:pt x="10154" y="1502"/>
                    <a:pt x="10103" y="1494"/>
                  </a:cubicBezTo>
                  <a:cubicBezTo>
                    <a:pt x="9768" y="1440"/>
                    <a:pt x="9505" y="1204"/>
                    <a:pt x="9234" y="1005"/>
                  </a:cubicBezTo>
                  <a:cubicBezTo>
                    <a:pt x="8351" y="344"/>
                    <a:pt x="7246" y="0"/>
                    <a:pt x="61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3"/>
            <p:cNvSpPr/>
            <p:nvPr/>
          </p:nvSpPr>
          <p:spPr>
            <a:xfrm>
              <a:off x="6388063" y="1731818"/>
              <a:ext cx="1276045" cy="628073"/>
            </a:xfrm>
            <a:custGeom>
              <a:rect b="b" l="l" r="r" t="t"/>
              <a:pathLst>
                <a:path extrusionOk="0" h="5713" w="11607">
                  <a:moveTo>
                    <a:pt x="2210" y="0"/>
                  </a:moveTo>
                  <a:cubicBezTo>
                    <a:pt x="2110" y="118"/>
                    <a:pt x="2028" y="254"/>
                    <a:pt x="1974" y="407"/>
                  </a:cubicBezTo>
                  <a:cubicBezTo>
                    <a:pt x="1765" y="192"/>
                    <a:pt x="1466" y="76"/>
                    <a:pt x="1170" y="76"/>
                  </a:cubicBezTo>
                  <a:cubicBezTo>
                    <a:pt x="1068" y="76"/>
                    <a:pt x="967" y="90"/>
                    <a:pt x="870" y="118"/>
                  </a:cubicBezTo>
                  <a:cubicBezTo>
                    <a:pt x="480" y="235"/>
                    <a:pt x="173" y="570"/>
                    <a:pt x="91" y="960"/>
                  </a:cubicBezTo>
                  <a:cubicBezTo>
                    <a:pt x="1" y="1358"/>
                    <a:pt x="136" y="1793"/>
                    <a:pt x="1" y="2164"/>
                  </a:cubicBezTo>
                  <a:cubicBezTo>
                    <a:pt x="417" y="2327"/>
                    <a:pt x="843" y="2462"/>
                    <a:pt x="1150" y="2616"/>
                  </a:cubicBezTo>
                  <a:cubicBezTo>
                    <a:pt x="2038" y="3033"/>
                    <a:pt x="2952" y="3404"/>
                    <a:pt x="3866" y="3748"/>
                  </a:cubicBezTo>
                  <a:cubicBezTo>
                    <a:pt x="4210" y="3141"/>
                    <a:pt x="4418" y="2517"/>
                    <a:pt x="4274" y="2055"/>
                  </a:cubicBezTo>
                  <a:lnTo>
                    <a:pt x="4274" y="2055"/>
                  </a:lnTo>
                  <a:cubicBezTo>
                    <a:pt x="4554" y="2634"/>
                    <a:pt x="5070" y="3087"/>
                    <a:pt x="5677" y="3304"/>
                  </a:cubicBezTo>
                  <a:cubicBezTo>
                    <a:pt x="5935" y="3393"/>
                    <a:pt x="6208" y="3437"/>
                    <a:pt x="6481" y="3437"/>
                  </a:cubicBezTo>
                  <a:cubicBezTo>
                    <a:pt x="6850" y="3437"/>
                    <a:pt x="7218" y="3357"/>
                    <a:pt x="7551" y="3196"/>
                  </a:cubicBezTo>
                  <a:lnTo>
                    <a:pt x="7551" y="3196"/>
                  </a:lnTo>
                  <a:cubicBezTo>
                    <a:pt x="7532" y="3847"/>
                    <a:pt x="7913" y="4463"/>
                    <a:pt x="8501" y="4744"/>
                  </a:cubicBezTo>
                  <a:cubicBezTo>
                    <a:pt x="8818" y="4889"/>
                    <a:pt x="9180" y="4943"/>
                    <a:pt x="9415" y="5205"/>
                  </a:cubicBezTo>
                  <a:cubicBezTo>
                    <a:pt x="9479" y="5278"/>
                    <a:pt x="9533" y="5359"/>
                    <a:pt x="9578" y="5450"/>
                  </a:cubicBezTo>
                  <a:cubicBezTo>
                    <a:pt x="9705" y="5477"/>
                    <a:pt x="9841" y="5504"/>
                    <a:pt x="9968" y="5531"/>
                  </a:cubicBezTo>
                  <a:cubicBezTo>
                    <a:pt x="10348" y="5604"/>
                    <a:pt x="10728" y="5658"/>
                    <a:pt x="11108" y="5712"/>
                  </a:cubicBezTo>
                  <a:cubicBezTo>
                    <a:pt x="11389" y="5359"/>
                    <a:pt x="11579" y="4907"/>
                    <a:pt x="11606" y="4463"/>
                  </a:cubicBezTo>
                  <a:cubicBezTo>
                    <a:pt x="11525" y="4436"/>
                    <a:pt x="11434" y="4409"/>
                    <a:pt x="11362" y="4382"/>
                  </a:cubicBezTo>
                  <a:cubicBezTo>
                    <a:pt x="9877" y="3829"/>
                    <a:pt x="8429" y="3187"/>
                    <a:pt x="6971" y="2580"/>
                  </a:cubicBezTo>
                  <a:cubicBezTo>
                    <a:pt x="5523" y="1965"/>
                    <a:pt x="4083" y="1304"/>
                    <a:pt x="2789" y="398"/>
                  </a:cubicBezTo>
                  <a:cubicBezTo>
                    <a:pt x="2599" y="263"/>
                    <a:pt x="2400" y="136"/>
                    <a:pt x="2210" y="0"/>
                  </a:cubicBez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3"/>
            <p:cNvSpPr/>
            <p:nvPr/>
          </p:nvSpPr>
          <p:spPr>
            <a:xfrm>
              <a:off x="7530632" y="4704499"/>
              <a:ext cx="1796489" cy="438980"/>
            </a:xfrm>
            <a:custGeom>
              <a:rect b="b" l="l" r="r" t="t"/>
              <a:pathLst>
                <a:path extrusionOk="0" h="3993" w="16341">
                  <a:moveTo>
                    <a:pt x="0" y="0"/>
                  </a:moveTo>
                  <a:lnTo>
                    <a:pt x="0" y="3992"/>
                  </a:lnTo>
                  <a:lnTo>
                    <a:pt x="15734" y="3992"/>
                  </a:lnTo>
                  <a:cubicBezTo>
                    <a:pt x="16068" y="3992"/>
                    <a:pt x="16340" y="3721"/>
                    <a:pt x="16340" y="3377"/>
                  </a:cubicBezTo>
                  <a:lnTo>
                    <a:pt x="163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3"/>
            <p:cNvSpPr/>
            <p:nvPr/>
          </p:nvSpPr>
          <p:spPr>
            <a:xfrm>
              <a:off x="7631113" y="4633810"/>
              <a:ext cx="853005" cy="70800"/>
            </a:xfrm>
            <a:custGeom>
              <a:rect b="b" l="l" r="r" t="t"/>
              <a:pathLst>
                <a:path extrusionOk="0" h="644" w="7759">
                  <a:moveTo>
                    <a:pt x="0" y="1"/>
                  </a:moveTo>
                  <a:lnTo>
                    <a:pt x="0" y="643"/>
                  </a:lnTo>
                  <a:lnTo>
                    <a:pt x="7758" y="643"/>
                  </a:lnTo>
                  <a:lnTo>
                    <a:pt x="77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3"/>
            <p:cNvSpPr/>
            <p:nvPr/>
          </p:nvSpPr>
          <p:spPr>
            <a:xfrm>
              <a:off x="8131654" y="4633810"/>
              <a:ext cx="1213270" cy="70800"/>
            </a:xfrm>
            <a:custGeom>
              <a:rect b="b" l="l" r="r" t="t"/>
              <a:pathLst>
                <a:path extrusionOk="0" h="644" w="11036">
                  <a:moveTo>
                    <a:pt x="1" y="1"/>
                  </a:moveTo>
                  <a:lnTo>
                    <a:pt x="1" y="643"/>
                  </a:lnTo>
                  <a:lnTo>
                    <a:pt x="11036" y="643"/>
                  </a:lnTo>
                  <a:lnTo>
                    <a:pt x="110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3"/>
            <p:cNvSpPr/>
            <p:nvPr/>
          </p:nvSpPr>
          <p:spPr>
            <a:xfrm>
              <a:off x="8131654" y="3731122"/>
              <a:ext cx="1380485" cy="902807"/>
            </a:xfrm>
            <a:custGeom>
              <a:rect b="b" l="l" r="r" t="t"/>
              <a:pathLst>
                <a:path extrusionOk="0" h="8212" w="12557">
                  <a:moveTo>
                    <a:pt x="1848" y="1"/>
                  </a:moveTo>
                  <a:cubicBezTo>
                    <a:pt x="1685" y="1"/>
                    <a:pt x="1540" y="128"/>
                    <a:pt x="1504" y="291"/>
                  </a:cubicBezTo>
                  <a:lnTo>
                    <a:pt x="1" y="8212"/>
                  </a:lnTo>
                  <a:lnTo>
                    <a:pt x="11036" y="8212"/>
                  </a:lnTo>
                  <a:lnTo>
                    <a:pt x="12512" y="417"/>
                  </a:lnTo>
                  <a:cubicBezTo>
                    <a:pt x="12557" y="200"/>
                    <a:pt x="12394" y="1"/>
                    <a:pt x="121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5" name="Google Shape;435;p3"/>
          <p:cNvSpPr txBox="1"/>
          <p:nvPr/>
        </p:nvSpPr>
        <p:spPr>
          <a:xfrm>
            <a:off x="341623" y="3925347"/>
            <a:ext cx="706044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A6B"/>
              </a:buClr>
              <a:buSzPts val="3000"/>
              <a:buFont typeface="Montserrat"/>
              <a:buNone/>
            </a:pPr>
            <a:r>
              <a:rPr b="1" i="0" lang="en-US" sz="2200" u="none" cap="none" strike="noStrike">
                <a:solidFill>
                  <a:srgbClr val="0B2A6B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b="1" i="0" sz="2200" u="none" cap="none" strike="noStrike">
              <a:solidFill>
                <a:srgbClr val="0B2A6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6" name="Google Shape;436;p3"/>
          <p:cNvSpPr txBox="1"/>
          <p:nvPr/>
        </p:nvSpPr>
        <p:spPr>
          <a:xfrm>
            <a:off x="4355765" y="3084137"/>
            <a:ext cx="4959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A6B"/>
              </a:buClr>
              <a:buSzPts val="2400"/>
              <a:buFont typeface="Raleway"/>
              <a:buNone/>
            </a:pPr>
            <a:r>
              <a:rPr b="1" lang="en-US" sz="1800">
                <a:solidFill>
                  <a:srgbClr val="56A3F3"/>
                </a:solidFill>
                <a:latin typeface="Montserrat"/>
                <a:ea typeface="Montserrat"/>
                <a:cs typeface="Montserrat"/>
                <a:sym typeface="Montserrat"/>
              </a:rPr>
              <a:t>Time Plan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"/>
          <p:cNvSpPr txBox="1"/>
          <p:nvPr>
            <p:ph type="title"/>
          </p:nvPr>
        </p:nvSpPr>
        <p:spPr>
          <a:xfrm flipH="1">
            <a:off x="2471653" y="2179350"/>
            <a:ext cx="5959122" cy="16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r>
              <a:rPr lang="en-US"/>
              <a:t>Problem Definition</a:t>
            </a:r>
            <a:endParaRPr/>
          </a:p>
        </p:txBody>
      </p:sp>
      <p:sp>
        <p:nvSpPr>
          <p:cNvPr id="442" name="Google Shape;442;p4"/>
          <p:cNvSpPr txBox="1"/>
          <p:nvPr>
            <p:ph idx="2" type="title"/>
          </p:nvPr>
        </p:nvSpPr>
        <p:spPr>
          <a:xfrm flipH="1">
            <a:off x="6956275" y="1337550"/>
            <a:ext cx="1474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</a:pPr>
            <a:r>
              <a:rPr lang="en-US"/>
              <a:t>01</a:t>
            </a:r>
            <a:endParaRPr/>
          </a:p>
        </p:txBody>
      </p:sp>
      <p:grpSp>
        <p:nvGrpSpPr>
          <p:cNvPr id="443" name="Google Shape;443;p4"/>
          <p:cNvGrpSpPr/>
          <p:nvPr/>
        </p:nvGrpSpPr>
        <p:grpSpPr>
          <a:xfrm>
            <a:off x="-98813" y="1379450"/>
            <a:ext cx="3370076" cy="3916551"/>
            <a:chOff x="-98813" y="1379450"/>
            <a:chExt cx="3370076" cy="3916551"/>
          </a:xfrm>
        </p:grpSpPr>
        <p:sp>
          <p:nvSpPr>
            <p:cNvPr id="444" name="Google Shape;444;p4"/>
            <p:cNvSpPr/>
            <p:nvPr/>
          </p:nvSpPr>
          <p:spPr>
            <a:xfrm flipH="1" rot="-1738578">
              <a:off x="841101" y="3006392"/>
              <a:ext cx="711304" cy="862951"/>
            </a:xfrm>
            <a:custGeom>
              <a:rect b="b" l="l" r="r" t="t"/>
              <a:pathLst>
                <a:path extrusionOk="0" h="7392" w="6093">
                  <a:moveTo>
                    <a:pt x="3033" y="0"/>
                  </a:moveTo>
                  <a:cubicBezTo>
                    <a:pt x="3033" y="0"/>
                    <a:pt x="625" y="145"/>
                    <a:pt x="290" y="1693"/>
                  </a:cubicBezTo>
                  <a:cubicBezTo>
                    <a:pt x="0" y="3006"/>
                    <a:pt x="824" y="7369"/>
                    <a:pt x="824" y="7369"/>
                  </a:cubicBezTo>
                  <a:cubicBezTo>
                    <a:pt x="824" y="7369"/>
                    <a:pt x="887" y="7378"/>
                    <a:pt x="996" y="7378"/>
                  </a:cubicBezTo>
                  <a:cubicBezTo>
                    <a:pt x="1120" y="7385"/>
                    <a:pt x="1310" y="7392"/>
                    <a:pt x="1545" y="7392"/>
                  </a:cubicBezTo>
                  <a:cubicBezTo>
                    <a:pt x="2649" y="7392"/>
                    <a:pt x="4764" y="7239"/>
                    <a:pt x="5921" y="6165"/>
                  </a:cubicBezTo>
                  <a:cubicBezTo>
                    <a:pt x="5975" y="6111"/>
                    <a:pt x="6038" y="6057"/>
                    <a:pt x="6093" y="5993"/>
                  </a:cubicBezTo>
                  <a:lnTo>
                    <a:pt x="4780" y="2300"/>
                  </a:lnTo>
                  <a:lnTo>
                    <a:pt x="30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4"/>
            <p:cNvSpPr/>
            <p:nvPr/>
          </p:nvSpPr>
          <p:spPr>
            <a:xfrm flipH="1">
              <a:off x="494364" y="2338580"/>
              <a:ext cx="887179" cy="1103662"/>
            </a:xfrm>
            <a:custGeom>
              <a:rect b="b" l="l" r="r" t="t"/>
              <a:pathLst>
                <a:path extrusionOk="0" h="9090" w="7307">
                  <a:moveTo>
                    <a:pt x="5278" y="0"/>
                  </a:moveTo>
                  <a:lnTo>
                    <a:pt x="1603" y="1159"/>
                  </a:lnTo>
                  <a:lnTo>
                    <a:pt x="2979" y="5522"/>
                  </a:lnTo>
                  <a:cubicBezTo>
                    <a:pt x="2381" y="5767"/>
                    <a:pt x="1847" y="6156"/>
                    <a:pt x="1413" y="6663"/>
                  </a:cubicBezTo>
                  <a:cubicBezTo>
                    <a:pt x="996" y="7152"/>
                    <a:pt x="508" y="7686"/>
                    <a:pt x="1" y="8111"/>
                  </a:cubicBezTo>
                  <a:cubicBezTo>
                    <a:pt x="182" y="8265"/>
                    <a:pt x="372" y="8401"/>
                    <a:pt x="490" y="8510"/>
                  </a:cubicBezTo>
                  <a:cubicBezTo>
                    <a:pt x="915" y="8872"/>
                    <a:pt x="1331" y="9080"/>
                    <a:pt x="1893" y="9089"/>
                  </a:cubicBezTo>
                  <a:cubicBezTo>
                    <a:pt x="1900" y="9089"/>
                    <a:pt x="1908" y="9089"/>
                    <a:pt x="1915" y="9089"/>
                  </a:cubicBezTo>
                  <a:cubicBezTo>
                    <a:pt x="3072" y="9089"/>
                    <a:pt x="3990" y="8406"/>
                    <a:pt x="4943" y="7840"/>
                  </a:cubicBezTo>
                  <a:cubicBezTo>
                    <a:pt x="5269" y="7650"/>
                    <a:pt x="5586" y="7441"/>
                    <a:pt x="5894" y="7233"/>
                  </a:cubicBezTo>
                  <a:cubicBezTo>
                    <a:pt x="6319" y="6717"/>
                    <a:pt x="6709" y="6174"/>
                    <a:pt x="7089" y="5622"/>
                  </a:cubicBezTo>
                  <a:cubicBezTo>
                    <a:pt x="7161" y="5522"/>
                    <a:pt x="7234" y="5414"/>
                    <a:pt x="7306" y="5305"/>
                  </a:cubicBezTo>
                  <a:lnTo>
                    <a:pt x="6953" y="5287"/>
                  </a:lnTo>
                  <a:lnTo>
                    <a:pt x="5278" y="0"/>
                  </a:ln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4"/>
            <p:cNvSpPr/>
            <p:nvPr/>
          </p:nvSpPr>
          <p:spPr>
            <a:xfrm>
              <a:off x="215770" y="3356458"/>
              <a:ext cx="3055493" cy="1787034"/>
            </a:xfrm>
            <a:custGeom>
              <a:rect b="b" l="l" r="r" t="t"/>
              <a:pathLst>
                <a:path extrusionOk="0" h="16255" w="27793">
                  <a:moveTo>
                    <a:pt x="13573" y="1"/>
                  </a:moveTo>
                  <a:cubicBezTo>
                    <a:pt x="13418" y="1"/>
                    <a:pt x="13264" y="2"/>
                    <a:pt x="13109" y="5"/>
                  </a:cubicBezTo>
                  <a:cubicBezTo>
                    <a:pt x="10466" y="50"/>
                    <a:pt x="7732" y="521"/>
                    <a:pt x="5568" y="2051"/>
                  </a:cubicBezTo>
                  <a:cubicBezTo>
                    <a:pt x="3694" y="3373"/>
                    <a:pt x="2409" y="5382"/>
                    <a:pt x="1549" y="7510"/>
                  </a:cubicBezTo>
                  <a:cubicBezTo>
                    <a:pt x="444" y="10262"/>
                    <a:pt x="1" y="13330"/>
                    <a:pt x="453" y="16254"/>
                  </a:cubicBezTo>
                  <a:lnTo>
                    <a:pt x="27792" y="16254"/>
                  </a:lnTo>
                  <a:cubicBezTo>
                    <a:pt x="27765" y="14272"/>
                    <a:pt x="27684" y="12280"/>
                    <a:pt x="27313" y="10343"/>
                  </a:cubicBezTo>
                  <a:cubicBezTo>
                    <a:pt x="26878" y="8062"/>
                    <a:pt x="26000" y="5808"/>
                    <a:pt x="24452" y="4070"/>
                  </a:cubicBezTo>
                  <a:cubicBezTo>
                    <a:pt x="23076" y="2522"/>
                    <a:pt x="21220" y="1435"/>
                    <a:pt x="19247" y="802"/>
                  </a:cubicBezTo>
                  <a:cubicBezTo>
                    <a:pt x="17420" y="215"/>
                    <a:pt x="15493" y="1"/>
                    <a:pt x="13573" y="1"/>
                  </a:cubicBez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4"/>
            <p:cNvSpPr/>
            <p:nvPr/>
          </p:nvSpPr>
          <p:spPr>
            <a:xfrm>
              <a:off x="1198556" y="4011789"/>
              <a:ext cx="1237237" cy="625105"/>
            </a:xfrm>
            <a:custGeom>
              <a:rect b="b" l="l" r="r" t="t"/>
              <a:pathLst>
                <a:path extrusionOk="0" h="5686" w="11254">
                  <a:moveTo>
                    <a:pt x="2680" y="1"/>
                  </a:moveTo>
                  <a:lnTo>
                    <a:pt x="544" y="200"/>
                  </a:lnTo>
                  <a:cubicBezTo>
                    <a:pt x="481" y="879"/>
                    <a:pt x="408" y="1639"/>
                    <a:pt x="336" y="2418"/>
                  </a:cubicBezTo>
                  <a:cubicBezTo>
                    <a:pt x="227" y="3504"/>
                    <a:pt x="109" y="4636"/>
                    <a:pt x="1" y="5686"/>
                  </a:cubicBezTo>
                  <a:lnTo>
                    <a:pt x="10710" y="5686"/>
                  </a:lnTo>
                  <a:lnTo>
                    <a:pt x="11253" y="3097"/>
                  </a:lnTo>
                  <a:lnTo>
                    <a:pt x="3015" y="2155"/>
                  </a:lnTo>
                  <a:cubicBezTo>
                    <a:pt x="3015" y="2155"/>
                    <a:pt x="2870" y="1368"/>
                    <a:pt x="2680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4"/>
            <p:cNvSpPr/>
            <p:nvPr/>
          </p:nvSpPr>
          <p:spPr>
            <a:xfrm rot="252422">
              <a:off x="664110" y="2687103"/>
              <a:ext cx="405225" cy="248896"/>
            </a:xfrm>
            <a:custGeom>
              <a:rect b="b" l="l" r="r" t="t"/>
              <a:pathLst>
                <a:path extrusionOk="0" h="2264" w="3686">
                  <a:moveTo>
                    <a:pt x="28" y="0"/>
                  </a:moveTo>
                  <a:lnTo>
                    <a:pt x="1" y="136"/>
                  </a:lnTo>
                  <a:cubicBezTo>
                    <a:pt x="399" y="733"/>
                    <a:pt x="924" y="1258"/>
                    <a:pt x="1513" y="1593"/>
                  </a:cubicBezTo>
                  <a:lnTo>
                    <a:pt x="1513" y="1602"/>
                  </a:lnTo>
                  <a:cubicBezTo>
                    <a:pt x="1549" y="1621"/>
                    <a:pt x="1621" y="1657"/>
                    <a:pt x="1712" y="1702"/>
                  </a:cubicBezTo>
                  <a:cubicBezTo>
                    <a:pt x="1929" y="1811"/>
                    <a:pt x="2155" y="1901"/>
                    <a:pt x="2391" y="1955"/>
                  </a:cubicBezTo>
                  <a:cubicBezTo>
                    <a:pt x="2708" y="2064"/>
                    <a:pt x="3097" y="2173"/>
                    <a:pt x="3495" y="2263"/>
                  </a:cubicBezTo>
                  <a:lnTo>
                    <a:pt x="3685" y="1439"/>
                  </a:lnTo>
                  <a:cubicBezTo>
                    <a:pt x="2979" y="1358"/>
                    <a:pt x="2273" y="1168"/>
                    <a:pt x="1730" y="996"/>
                  </a:cubicBezTo>
                  <a:cubicBezTo>
                    <a:pt x="1495" y="933"/>
                    <a:pt x="1268" y="842"/>
                    <a:pt x="1051" y="733"/>
                  </a:cubicBezTo>
                  <a:cubicBezTo>
                    <a:pt x="961" y="697"/>
                    <a:pt x="888" y="661"/>
                    <a:pt x="852" y="634"/>
                  </a:cubicBezTo>
                  <a:cubicBezTo>
                    <a:pt x="562" y="462"/>
                    <a:pt x="273" y="235"/>
                    <a:pt x="28" y="0"/>
                  </a:cubicBez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4"/>
            <p:cNvSpPr/>
            <p:nvPr/>
          </p:nvSpPr>
          <p:spPr>
            <a:xfrm>
              <a:off x="575042" y="4274537"/>
              <a:ext cx="204154" cy="186234"/>
            </a:xfrm>
            <a:custGeom>
              <a:rect b="b" l="l" r="r" t="t"/>
              <a:pathLst>
                <a:path extrusionOk="0" h="1694" w="1857">
                  <a:moveTo>
                    <a:pt x="1621" y="1"/>
                  </a:moveTo>
                  <a:lnTo>
                    <a:pt x="1" y="1693"/>
                  </a:lnTo>
                  <a:lnTo>
                    <a:pt x="1857" y="815"/>
                  </a:lnTo>
                  <a:lnTo>
                    <a:pt x="1621" y="1"/>
                  </a:ln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4"/>
            <p:cNvSpPr/>
            <p:nvPr/>
          </p:nvSpPr>
          <p:spPr>
            <a:xfrm flipH="1">
              <a:off x="170493" y="3556126"/>
              <a:ext cx="1398215" cy="1344671"/>
            </a:xfrm>
            <a:custGeom>
              <a:rect b="b" l="l" r="r" t="t"/>
              <a:pathLst>
                <a:path extrusionOk="0" h="11075" w="11516">
                  <a:moveTo>
                    <a:pt x="10364" y="0"/>
                  </a:moveTo>
                  <a:cubicBezTo>
                    <a:pt x="10335" y="0"/>
                    <a:pt x="10305" y="3"/>
                    <a:pt x="10276" y="8"/>
                  </a:cubicBezTo>
                  <a:cubicBezTo>
                    <a:pt x="10031" y="54"/>
                    <a:pt x="9877" y="298"/>
                    <a:pt x="9760" y="524"/>
                  </a:cubicBezTo>
                  <a:cubicBezTo>
                    <a:pt x="9045" y="1991"/>
                    <a:pt x="8845" y="3693"/>
                    <a:pt x="7994" y="5078"/>
                  </a:cubicBezTo>
                  <a:cubicBezTo>
                    <a:pt x="7732" y="5503"/>
                    <a:pt x="7388" y="5911"/>
                    <a:pt x="6908" y="6038"/>
                  </a:cubicBezTo>
                  <a:cubicBezTo>
                    <a:pt x="6793" y="6070"/>
                    <a:pt x="6677" y="6084"/>
                    <a:pt x="6560" y="6084"/>
                  </a:cubicBezTo>
                  <a:cubicBezTo>
                    <a:pt x="6115" y="6084"/>
                    <a:pt x="5664" y="5876"/>
                    <a:pt x="5270" y="5639"/>
                  </a:cubicBezTo>
                  <a:cubicBezTo>
                    <a:pt x="3658" y="4680"/>
                    <a:pt x="2264" y="3249"/>
                    <a:pt x="436" y="2824"/>
                  </a:cubicBezTo>
                  <a:cubicBezTo>
                    <a:pt x="300" y="2788"/>
                    <a:pt x="155" y="2760"/>
                    <a:pt x="1" y="2760"/>
                  </a:cubicBezTo>
                  <a:cubicBezTo>
                    <a:pt x="481" y="4354"/>
                    <a:pt x="1169" y="6273"/>
                    <a:pt x="1540" y="7432"/>
                  </a:cubicBezTo>
                  <a:cubicBezTo>
                    <a:pt x="1630" y="7694"/>
                    <a:pt x="1694" y="7920"/>
                    <a:pt x="1739" y="8092"/>
                  </a:cubicBezTo>
                  <a:cubicBezTo>
                    <a:pt x="1821" y="8192"/>
                    <a:pt x="1893" y="8292"/>
                    <a:pt x="1974" y="8382"/>
                  </a:cubicBezTo>
                  <a:cubicBezTo>
                    <a:pt x="2780" y="9360"/>
                    <a:pt x="3776" y="10202"/>
                    <a:pt x="4944" y="10681"/>
                  </a:cubicBezTo>
                  <a:cubicBezTo>
                    <a:pt x="5559" y="10934"/>
                    <a:pt x="6228" y="11074"/>
                    <a:pt x="6892" y="11074"/>
                  </a:cubicBezTo>
                  <a:cubicBezTo>
                    <a:pt x="7488" y="11074"/>
                    <a:pt x="8080" y="10962"/>
                    <a:pt x="8628" y="10718"/>
                  </a:cubicBezTo>
                  <a:cubicBezTo>
                    <a:pt x="9660" y="10256"/>
                    <a:pt x="10421" y="9378"/>
                    <a:pt x="11244" y="8572"/>
                  </a:cubicBezTo>
                  <a:cubicBezTo>
                    <a:pt x="11253" y="7911"/>
                    <a:pt x="11344" y="3150"/>
                    <a:pt x="11516" y="1068"/>
                  </a:cubicBezTo>
                  <a:cubicBezTo>
                    <a:pt x="11362" y="832"/>
                    <a:pt x="11190" y="606"/>
                    <a:pt x="11000" y="389"/>
                  </a:cubicBezTo>
                  <a:cubicBezTo>
                    <a:pt x="10830" y="194"/>
                    <a:pt x="10609" y="0"/>
                    <a:pt x="10364" y="0"/>
                  </a:cubicBezTo>
                  <a:close/>
                </a:path>
              </a:pathLst>
            </a:custGeom>
            <a:solidFill>
              <a:srgbClr val="002D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4"/>
            <p:cNvSpPr/>
            <p:nvPr/>
          </p:nvSpPr>
          <p:spPr>
            <a:xfrm flipH="1">
              <a:off x="-98813" y="2970175"/>
              <a:ext cx="1737813" cy="2325826"/>
            </a:xfrm>
            <a:custGeom>
              <a:rect b="b" l="l" r="r" t="t"/>
              <a:pathLst>
                <a:path extrusionOk="0" h="19156" w="14313">
                  <a:moveTo>
                    <a:pt x="9272" y="0"/>
                  </a:moveTo>
                  <a:cubicBezTo>
                    <a:pt x="9271" y="0"/>
                    <a:pt x="9270" y="0"/>
                    <a:pt x="9270" y="0"/>
                  </a:cubicBezTo>
                  <a:cubicBezTo>
                    <a:pt x="9270" y="0"/>
                    <a:pt x="9252" y="9"/>
                    <a:pt x="9216" y="28"/>
                  </a:cubicBezTo>
                  <a:cubicBezTo>
                    <a:pt x="9207" y="37"/>
                    <a:pt x="9198" y="37"/>
                    <a:pt x="9180" y="46"/>
                  </a:cubicBezTo>
                  <a:cubicBezTo>
                    <a:pt x="8682" y="335"/>
                    <a:pt x="6048" y="1829"/>
                    <a:pt x="4418" y="2553"/>
                  </a:cubicBezTo>
                  <a:cubicBezTo>
                    <a:pt x="3871" y="2796"/>
                    <a:pt x="3441" y="2953"/>
                    <a:pt x="3236" y="2953"/>
                  </a:cubicBezTo>
                  <a:cubicBezTo>
                    <a:pt x="3173" y="2953"/>
                    <a:pt x="3132" y="2938"/>
                    <a:pt x="3115" y="2906"/>
                  </a:cubicBezTo>
                  <a:cubicBezTo>
                    <a:pt x="2952" y="2589"/>
                    <a:pt x="3848" y="1639"/>
                    <a:pt x="4527" y="978"/>
                  </a:cubicBezTo>
                  <a:cubicBezTo>
                    <a:pt x="4907" y="598"/>
                    <a:pt x="5224" y="317"/>
                    <a:pt x="5224" y="317"/>
                  </a:cubicBezTo>
                  <a:lnTo>
                    <a:pt x="5224" y="317"/>
                  </a:lnTo>
                  <a:lnTo>
                    <a:pt x="4726" y="372"/>
                  </a:lnTo>
                  <a:cubicBezTo>
                    <a:pt x="4518" y="399"/>
                    <a:pt x="4319" y="480"/>
                    <a:pt x="4156" y="607"/>
                  </a:cubicBezTo>
                  <a:cubicBezTo>
                    <a:pt x="4002" y="725"/>
                    <a:pt x="3830" y="869"/>
                    <a:pt x="3649" y="1023"/>
                  </a:cubicBezTo>
                  <a:lnTo>
                    <a:pt x="3640" y="1023"/>
                  </a:lnTo>
                  <a:cubicBezTo>
                    <a:pt x="3323" y="1295"/>
                    <a:pt x="2961" y="1603"/>
                    <a:pt x="2599" y="1938"/>
                  </a:cubicBezTo>
                  <a:cubicBezTo>
                    <a:pt x="1422" y="3015"/>
                    <a:pt x="200" y="4318"/>
                    <a:pt x="73" y="5061"/>
                  </a:cubicBezTo>
                  <a:cubicBezTo>
                    <a:pt x="1" y="5468"/>
                    <a:pt x="236" y="6446"/>
                    <a:pt x="580" y="7586"/>
                  </a:cubicBezTo>
                  <a:cubicBezTo>
                    <a:pt x="1060" y="9180"/>
                    <a:pt x="1748" y="11099"/>
                    <a:pt x="2119" y="12258"/>
                  </a:cubicBezTo>
                  <a:cubicBezTo>
                    <a:pt x="2209" y="12520"/>
                    <a:pt x="2273" y="12746"/>
                    <a:pt x="2318" y="12918"/>
                  </a:cubicBezTo>
                  <a:cubicBezTo>
                    <a:pt x="2345" y="13000"/>
                    <a:pt x="2363" y="13072"/>
                    <a:pt x="2372" y="13127"/>
                  </a:cubicBezTo>
                  <a:cubicBezTo>
                    <a:pt x="2553" y="14141"/>
                    <a:pt x="2010" y="19156"/>
                    <a:pt x="2010" y="19156"/>
                  </a:cubicBezTo>
                  <a:lnTo>
                    <a:pt x="14313" y="19156"/>
                  </a:lnTo>
                  <a:lnTo>
                    <a:pt x="11814" y="13480"/>
                  </a:lnTo>
                  <a:cubicBezTo>
                    <a:pt x="11814" y="13480"/>
                    <a:pt x="11814" y="13453"/>
                    <a:pt x="11823" y="13398"/>
                  </a:cubicBezTo>
                  <a:cubicBezTo>
                    <a:pt x="11832" y="12737"/>
                    <a:pt x="11923" y="7976"/>
                    <a:pt x="12095" y="5894"/>
                  </a:cubicBezTo>
                  <a:cubicBezTo>
                    <a:pt x="12104" y="5794"/>
                    <a:pt x="12113" y="5694"/>
                    <a:pt x="12122" y="5613"/>
                  </a:cubicBezTo>
                  <a:cubicBezTo>
                    <a:pt x="12122" y="5559"/>
                    <a:pt x="12131" y="5504"/>
                    <a:pt x="12140" y="5459"/>
                  </a:cubicBezTo>
                  <a:cubicBezTo>
                    <a:pt x="12140" y="5414"/>
                    <a:pt x="12149" y="5369"/>
                    <a:pt x="12158" y="5323"/>
                  </a:cubicBezTo>
                  <a:cubicBezTo>
                    <a:pt x="12158" y="5269"/>
                    <a:pt x="12167" y="5224"/>
                    <a:pt x="12176" y="5178"/>
                  </a:cubicBezTo>
                  <a:cubicBezTo>
                    <a:pt x="12185" y="5151"/>
                    <a:pt x="12185" y="5133"/>
                    <a:pt x="12185" y="5115"/>
                  </a:cubicBezTo>
                  <a:cubicBezTo>
                    <a:pt x="12439" y="3848"/>
                    <a:pt x="12412" y="1657"/>
                    <a:pt x="11506" y="824"/>
                  </a:cubicBezTo>
                  <a:cubicBezTo>
                    <a:pt x="10629" y="9"/>
                    <a:pt x="9327" y="0"/>
                    <a:pt x="92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4"/>
            <p:cNvSpPr/>
            <p:nvPr/>
          </p:nvSpPr>
          <p:spPr>
            <a:xfrm>
              <a:off x="141445" y="3141320"/>
              <a:ext cx="711312" cy="862961"/>
            </a:xfrm>
            <a:custGeom>
              <a:rect b="b" l="l" r="r" t="t"/>
              <a:pathLst>
                <a:path extrusionOk="0" h="7392" w="6093">
                  <a:moveTo>
                    <a:pt x="3033" y="0"/>
                  </a:moveTo>
                  <a:cubicBezTo>
                    <a:pt x="3033" y="0"/>
                    <a:pt x="625" y="145"/>
                    <a:pt x="290" y="1693"/>
                  </a:cubicBezTo>
                  <a:cubicBezTo>
                    <a:pt x="0" y="3006"/>
                    <a:pt x="824" y="7369"/>
                    <a:pt x="824" y="7369"/>
                  </a:cubicBezTo>
                  <a:cubicBezTo>
                    <a:pt x="824" y="7369"/>
                    <a:pt x="887" y="7378"/>
                    <a:pt x="996" y="7378"/>
                  </a:cubicBezTo>
                  <a:cubicBezTo>
                    <a:pt x="1120" y="7385"/>
                    <a:pt x="1310" y="7392"/>
                    <a:pt x="1545" y="7392"/>
                  </a:cubicBezTo>
                  <a:cubicBezTo>
                    <a:pt x="2649" y="7392"/>
                    <a:pt x="4764" y="7239"/>
                    <a:pt x="5921" y="6165"/>
                  </a:cubicBezTo>
                  <a:cubicBezTo>
                    <a:pt x="5975" y="6111"/>
                    <a:pt x="6038" y="6057"/>
                    <a:pt x="6093" y="5993"/>
                  </a:cubicBezTo>
                  <a:lnTo>
                    <a:pt x="4780" y="2300"/>
                  </a:lnTo>
                  <a:lnTo>
                    <a:pt x="30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4"/>
            <p:cNvSpPr/>
            <p:nvPr/>
          </p:nvSpPr>
          <p:spPr>
            <a:xfrm>
              <a:off x="257606" y="3766715"/>
              <a:ext cx="2076849" cy="979236"/>
            </a:xfrm>
            <a:custGeom>
              <a:rect b="b" l="l" r="r" t="t"/>
              <a:pathLst>
                <a:path extrusionOk="0" h="8388" w="17790">
                  <a:moveTo>
                    <a:pt x="15305" y="0"/>
                  </a:moveTo>
                  <a:cubicBezTo>
                    <a:pt x="15004" y="0"/>
                    <a:pt x="14219" y="329"/>
                    <a:pt x="14096" y="419"/>
                  </a:cubicBezTo>
                  <a:cubicBezTo>
                    <a:pt x="14032" y="473"/>
                    <a:pt x="13833" y="727"/>
                    <a:pt x="13670" y="953"/>
                  </a:cubicBezTo>
                  <a:cubicBezTo>
                    <a:pt x="13571" y="1071"/>
                    <a:pt x="13471" y="1216"/>
                    <a:pt x="13390" y="1342"/>
                  </a:cubicBezTo>
                  <a:cubicBezTo>
                    <a:pt x="13209" y="1632"/>
                    <a:pt x="13082" y="1885"/>
                    <a:pt x="13082" y="1885"/>
                  </a:cubicBezTo>
                  <a:lnTo>
                    <a:pt x="12910" y="2184"/>
                  </a:lnTo>
                  <a:lnTo>
                    <a:pt x="6030" y="4149"/>
                  </a:lnTo>
                  <a:cubicBezTo>
                    <a:pt x="6030" y="4149"/>
                    <a:pt x="5514" y="2583"/>
                    <a:pt x="4926" y="808"/>
                  </a:cubicBezTo>
                  <a:cubicBezTo>
                    <a:pt x="3769" y="1882"/>
                    <a:pt x="1654" y="2035"/>
                    <a:pt x="550" y="2035"/>
                  </a:cubicBezTo>
                  <a:cubicBezTo>
                    <a:pt x="315" y="2035"/>
                    <a:pt x="125" y="2028"/>
                    <a:pt x="1" y="2021"/>
                  </a:cubicBezTo>
                  <a:lnTo>
                    <a:pt x="1" y="2021"/>
                  </a:lnTo>
                  <a:cubicBezTo>
                    <a:pt x="1" y="2048"/>
                    <a:pt x="10" y="2067"/>
                    <a:pt x="10" y="2085"/>
                  </a:cubicBezTo>
                  <a:cubicBezTo>
                    <a:pt x="318" y="3180"/>
                    <a:pt x="1259" y="5153"/>
                    <a:pt x="1983" y="6611"/>
                  </a:cubicBezTo>
                  <a:cubicBezTo>
                    <a:pt x="2533" y="7709"/>
                    <a:pt x="3656" y="8388"/>
                    <a:pt x="4861" y="8388"/>
                  </a:cubicBezTo>
                  <a:cubicBezTo>
                    <a:pt x="5026" y="8388"/>
                    <a:pt x="5193" y="8375"/>
                    <a:pt x="5360" y="8349"/>
                  </a:cubicBezTo>
                  <a:cubicBezTo>
                    <a:pt x="9769" y="7661"/>
                    <a:pt x="13344" y="4366"/>
                    <a:pt x="13344" y="4366"/>
                  </a:cubicBezTo>
                  <a:cubicBezTo>
                    <a:pt x="13344" y="4366"/>
                    <a:pt x="16440" y="4103"/>
                    <a:pt x="16612" y="3931"/>
                  </a:cubicBezTo>
                  <a:cubicBezTo>
                    <a:pt x="16784" y="3750"/>
                    <a:pt x="16775" y="3433"/>
                    <a:pt x="16775" y="3433"/>
                  </a:cubicBezTo>
                  <a:cubicBezTo>
                    <a:pt x="16984" y="3352"/>
                    <a:pt x="17310" y="2836"/>
                    <a:pt x="17310" y="2836"/>
                  </a:cubicBezTo>
                  <a:cubicBezTo>
                    <a:pt x="17536" y="2700"/>
                    <a:pt x="17500" y="2211"/>
                    <a:pt x="17500" y="2211"/>
                  </a:cubicBezTo>
                  <a:cubicBezTo>
                    <a:pt x="17789" y="1949"/>
                    <a:pt x="17753" y="1532"/>
                    <a:pt x="17753" y="1532"/>
                  </a:cubicBezTo>
                  <a:cubicBezTo>
                    <a:pt x="17753" y="1532"/>
                    <a:pt x="15408" y="1351"/>
                    <a:pt x="14775" y="1297"/>
                  </a:cubicBezTo>
                  <a:cubicBezTo>
                    <a:pt x="14865" y="953"/>
                    <a:pt x="15562" y="84"/>
                    <a:pt x="15381" y="12"/>
                  </a:cubicBezTo>
                  <a:cubicBezTo>
                    <a:pt x="15362" y="4"/>
                    <a:pt x="15336" y="0"/>
                    <a:pt x="15305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4"/>
            <p:cNvSpPr/>
            <p:nvPr/>
          </p:nvSpPr>
          <p:spPr>
            <a:xfrm>
              <a:off x="818797" y="4164343"/>
              <a:ext cx="142776" cy="139624"/>
            </a:xfrm>
            <a:custGeom>
              <a:rect b="b" l="l" r="r" t="t"/>
              <a:pathLst>
                <a:path extrusionOk="0" h="1196" w="1223">
                  <a:moveTo>
                    <a:pt x="979" y="0"/>
                  </a:moveTo>
                  <a:lnTo>
                    <a:pt x="1" y="1195"/>
                  </a:lnTo>
                  <a:lnTo>
                    <a:pt x="1223" y="743"/>
                  </a:lnTo>
                  <a:lnTo>
                    <a:pt x="979" y="0"/>
                  </a:ln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4"/>
            <p:cNvSpPr/>
            <p:nvPr/>
          </p:nvSpPr>
          <p:spPr>
            <a:xfrm>
              <a:off x="404404" y="1668279"/>
              <a:ext cx="1110809" cy="1195680"/>
            </a:xfrm>
            <a:custGeom>
              <a:rect b="b" l="l" r="r" t="t"/>
              <a:pathLst>
                <a:path extrusionOk="0" h="10876" w="10104">
                  <a:moveTo>
                    <a:pt x="5240" y="0"/>
                  </a:moveTo>
                  <a:cubicBezTo>
                    <a:pt x="3056" y="0"/>
                    <a:pt x="1077" y="1493"/>
                    <a:pt x="544" y="3711"/>
                  </a:cubicBezTo>
                  <a:cubicBezTo>
                    <a:pt x="1" y="5965"/>
                    <a:pt x="987" y="8889"/>
                    <a:pt x="2961" y="10021"/>
                  </a:cubicBezTo>
                  <a:lnTo>
                    <a:pt x="2961" y="10030"/>
                  </a:lnTo>
                  <a:cubicBezTo>
                    <a:pt x="2988" y="10048"/>
                    <a:pt x="3060" y="10084"/>
                    <a:pt x="3151" y="10129"/>
                  </a:cubicBezTo>
                  <a:cubicBezTo>
                    <a:pt x="3368" y="10238"/>
                    <a:pt x="3595" y="10319"/>
                    <a:pt x="3839" y="10383"/>
                  </a:cubicBezTo>
                  <a:cubicBezTo>
                    <a:pt x="4562" y="10622"/>
                    <a:pt x="5603" y="10875"/>
                    <a:pt x="6506" y="10875"/>
                  </a:cubicBezTo>
                  <a:cubicBezTo>
                    <a:pt x="7039" y="10875"/>
                    <a:pt x="7524" y="10787"/>
                    <a:pt x="7867" y="10555"/>
                  </a:cubicBezTo>
                  <a:cubicBezTo>
                    <a:pt x="8211" y="10319"/>
                    <a:pt x="8555" y="9749"/>
                    <a:pt x="8854" y="9097"/>
                  </a:cubicBezTo>
                  <a:cubicBezTo>
                    <a:pt x="9162" y="8427"/>
                    <a:pt x="9433" y="7658"/>
                    <a:pt x="9624" y="7051"/>
                  </a:cubicBezTo>
                  <a:cubicBezTo>
                    <a:pt x="9723" y="6735"/>
                    <a:pt x="9805" y="6454"/>
                    <a:pt x="9859" y="6264"/>
                  </a:cubicBezTo>
                  <a:cubicBezTo>
                    <a:pt x="9877" y="6219"/>
                    <a:pt x="9886" y="6164"/>
                    <a:pt x="9904" y="6119"/>
                  </a:cubicBezTo>
                  <a:lnTo>
                    <a:pt x="9931" y="6001"/>
                  </a:lnTo>
                  <a:cubicBezTo>
                    <a:pt x="9940" y="5974"/>
                    <a:pt x="9940" y="5965"/>
                    <a:pt x="9940" y="5965"/>
                  </a:cubicBezTo>
                  <a:cubicBezTo>
                    <a:pt x="10067" y="5449"/>
                    <a:pt x="10103" y="4933"/>
                    <a:pt x="10067" y="4435"/>
                  </a:cubicBezTo>
                  <a:cubicBezTo>
                    <a:pt x="9895" y="2417"/>
                    <a:pt x="8456" y="642"/>
                    <a:pt x="6374" y="135"/>
                  </a:cubicBezTo>
                  <a:cubicBezTo>
                    <a:pt x="5994" y="44"/>
                    <a:pt x="5614" y="0"/>
                    <a:pt x="5240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4"/>
            <p:cNvSpPr/>
            <p:nvPr/>
          </p:nvSpPr>
          <p:spPr>
            <a:xfrm>
              <a:off x="1117011" y="2293157"/>
              <a:ext cx="95646" cy="168314"/>
            </a:xfrm>
            <a:custGeom>
              <a:rect b="b" l="l" r="r" t="t"/>
              <a:pathLst>
                <a:path extrusionOk="0" h="1531" w="870">
                  <a:moveTo>
                    <a:pt x="688" y="1"/>
                  </a:moveTo>
                  <a:lnTo>
                    <a:pt x="688" y="1"/>
                  </a:lnTo>
                  <a:cubicBezTo>
                    <a:pt x="625" y="145"/>
                    <a:pt x="562" y="281"/>
                    <a:pt x="525" y="435"/>
                  </a:cubicBezTo>
                  <a:cubicBezTo>
                    <a:pt x="471" y="580"/>
                    <a:pt x="444" y="734"/>
                    <a:pt x="417" y="888"/>
                  </a:cubicBezTo>
                  <a:cubicBezTo>
                    <a:pt x="417" y="888"/>
                    <a:pt x="417" y="888"/>
                    <a:pt x="417" y="897"/>
                  </a:cubicBezTo>
                  <a:cubicBezTo>
                    <a:pt x="426" y="915"/>
                    <a:pt x="444" y="933"/>
                    <a:pt x="462" y="933"/>
                  </a:cubicBezTo>
                  <a:cubicBezTo>
                    <a:pt x="470" y="932"/>
                    <a:pt x="478" y="932"/>
                    <a:pt x="486" y="932"/>
                  </a:cubicBezTo>
                  <a:cubicBezTo>
                    <a:pt x="586" y="932"/>
                    <a:pt x="683" y="985"/>
                    <a:pt x="725" y="1069"/>
                  </a:cubicBezTo>
                  <a:cubicBezTo>
                    <a:pt x="770" y="1150"/>
                    <a:pt x="734" y="1268"/>
                    <a:pt x="652" y="1349"/>
                  </a:cubicBezTo>
                  <a:cubicBezTo>
                    <a:pt x="580" y="1422"/>
                    <a:pt x="471" y="1467"/>
                    <a:pt x="353" y="1476"/>
                  </a:cubicBezTo>
                  <a:cubicBezTo>
                    <a:pt x="332" y="1478"/>
                    <a:pt x="310" y="1479"/>
                    <a:pt x="289" y="1479"/>
                  </a:cubicBezTo>
                  <a:cubicBezTo>
                    <a:pt x="193" y="1479"/>
                    <a:pt x="96" y="1464"/>
                    <a:pt x="0" y="1449"/>
                  </a:cubicBezTo>
                  <a:lnTo>
                    <a:pt x="0" y="1449"/>
                  </a:lnTo>
                  <a:cubicBezTo>
                    <a:pt x="118" y="1485"/>
                    <a:pt x="236" y="1521"/>
                    <a:pt x="353" y="1530"/>
                  </a:cubicBezTo>
                  <a:cubicBezTo>
                    <a:pt x="480" y="1530"/>
                    <a:pt x="616" y="1494"/>
                    <a:pt x="715" y="1404"/>
                  </a:cubicBezTo>
                  <a:cubicBezTo>
                    <a:pt x="806" y="1313"/>
                    <a:pt x="869" y="1159"/>
                    <a:pt x="797" y="1023"/>
                  </a:cubicBezTo>
                  <a:cubicBezTo>
                    <a:pt x="751" y="915"/>
                    <a:pt x="632" y="853"/>
                    <a:pt x="513" y="849"/>
                  </a:cubicBezTo>
                  <a:lnTo>
                    <a:pt x="513" y="849"/>
                  </a:lnTo>
                  <a:cubicBezTo>
                    <a:pt x="531" y="712"/>
                    <a:pt x="555" y="582"/>
                    <a:pt x="580" y="444"/>
                  </a:cubicBezTo>
                  <a:cubicBezTo>
                    <a:pt x="616" y="299"/>
                    <a:pt x="652" y="154"/>
                    <a:pt x="6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4"/>
            <p:cNvSpPr/>
            <p:nvPr/>
          </p:nvSpPr>
          <p:spPr>
            <a:xfrm>
              <a:off x="1091066" y="2422553"/>
              <a:ext cx="15061" cy="25945"/>
            </a:xfrm>
            <a:custGeom>
              <a:rect b="b" l="l" r="r" t="t"/>
              <a:pathLst>
                <a:path extrusionOk="0" h="236" w="137">
                  <a:moveTo>
                    <a:pt x="19" y="0"/>
                  </a:moveTo>
                  <a:lnTo>
                    <a:pt x="19" y="0"/>
                  </a:lnTo>
                  <a:cubicBezTo>
                    <a:pt x="1" y="55"/>
                    <a:pt x="10" y="100"/>
                    <a:pt x="28" y="136"/>
                  </a:cubicBezTo>
                  <a:cubicBezTo>
                    <a:pt x="46" y="172"/>
                    <a:pt x="73" y="209"/>
                    <a:pt x="128" y="236"/>
                  </a:cubicBezTo>
                  <a:cubicBezTo>
                    <a:pt x="137" y="181"/>
                    <a:pt x="128" y="136"/>
                    <a:pt x="110" y="100"/>
                  </a:cubicBezTo>
                  <a:cubicBezTo>
                    <a:pt x="91" y="64"/>
                    <a:pt x="64" y="28"/>
                    <a:pt x="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4"/>
            <p:cNvSpPr/>
            <p:nvPr/>
          </p:nvSpPr>
          <p:spPr>
            <a:xfrm>
              <a:off x="933857" y="2072185"/>
              <a:ext cx="165346" cy="56178"/>
            </a:xfrm>
            <a:custGeom>
              <a:rect b="b" l="l" r="r" t="t"/>
              <a:pathLst>
                <a:path extrusionOk="0" h="511" w="1504">
                  <a:moveTo>
                    <a:pt x="836" y="1"/>
                  </a:moveTo>
                  <a:cubicBezTo>
                    <a:pt x="792" y="1"/>
                    <a:pt x="749" y="4"/>
                    <a:pt x="707" y="10"/>
                  </a:cubicBezTo>
                  <a:cubicBezTo>
                    <a:pt x="571" y="19"/>
                    <a:pt x="444" y="55"/>
                    <a:pt x="327" y="109"/>
                  </a:cubicBezTo>
                  <a:cubicBezTo>
                    <a:pt x="209" y="164"/>
                    <a:pt x="91" y="236"/>
                    <a:pt x="10" y="336"/>
                  </a:cubicBezTo>
                  <a:cubicBezTo>
                    <a:pt x="1" y="345"/>
                    <a:pt x="1" y="354"/>
                    <a:pt x="1" y="372"/>
                  </a:cubicBezTo>
                  <a:cubicBezTo>
                    <a:pt x="1" y="399"/>
                    <a:pt x="19" y="417"/>
                    <a:pt x="46" y="417"/>
                  </a:cubicBezTo>
                  <a:cubicBezTo>
                    <a:pt x="173" y="426"/>
                    <a:pt x="290" y="426"/>
                    <a:pt x="399" y="426"/>
                  </a:cubicBezTo>
                  <a:cubicBezTo>
                    <a:pt x="499" y="435"/>
                    <a:pt x="607" y="444"/>
                    <a:pt x="707" y="453"/>
                  </a:cubicBezTo>
                  <a:lnTo>
                    <a:pt x="1005" y="490"/>
                  </a:lnTo>
                  <a:cubicBezTo>
                    <a:pt x="1086" y="497"/>
                    <a:pt x="1167" y="510"/>
                    <a:pt x="1257" y="510"/>
                  </a:cubicBezTo>
                  <a:cubicBezTo>
                    <a:pt x="1278" y="510"/>
                    <a:pt x="1300" y="510"/>
                    <a:pt x="1322" y="508"/>
                  </a:cubicBezTo>
                  <a:lnTo>
                    <a:pt x="1331" y="508"/>
                  </a:lnTo>
                  <a:cubicBezTo>
                    <a:pt x="1368" y="508"/>
                    <a:pt x="1404" y="490"/>
                    <a:pt x="1431" y="463"/>
                  </a:cubicBezTo>
                  <a:cubicBezTo>
                    <a:pt x="1494" y="408"/>
                    <a:pt x="1503" y="309"/>
                    <a:pt x="1440" y="245"/>
                  </a:cubicBezTo>
                  <a:cubicBezTo>
                    <a:pt x="1349" y="137"/>
                    <a:pt x="1232" y="82"/>
                    <a:pt x="1096" y="37"/>
                  </a:cubicBezTo>
                  <a:cubicBezTo>
                    <a:pt x="1012" y="13"/>
                    <a:pt x="923" y="1"/>
                    <a:pt x="8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4"/>
            <p:cNvSpPr/>
            <p:nvPr/>
          </p:nvSpPr>
          <p:spPr>
            <a:xfrm>
              <a:off x="1330947" y="2154857"/>
              <a:ext cx="150394" cy="92347"/>
            </a:xfrm>
            <a:custGeom>
              <a:rect b="b" l="l" r="r" t="t"/>
              <a:pathLst>
                <a:path extrusionOk="0" h="840" w="1368">
                  <a:moveTo>
                    <a:pt x="358" y="0"/>
                  </a:moveTo>
                  <a:cubicBezTo>
                    <a:pt x="279" y="0"/>
                    <a:pt x="202" y="14"/>
                    <a:pt x="127" y="45"/>
                  </a:cubicBezTo>
                  <a:cubicBezTo>
                    <a:pt x="91" y="55"/>
                    <a:pt x="64" y="82"/>
                    <a:pt x="46" y="109"/>
                  </a:cubicBezTo>
                  <a:cubicBezTo>
                    <a:pt x="1" y="190"/>
                    <a:pt x="28" y="281"/>
                    <a:pt x="100" y="326"/>
                  </a:cubicBezTo>
                  <a:lnTo>
                    <a:pt x="118" y="335"/>
                  </a:lnTo>
                  <a:cubicBezTo>
                    <a:pt x="218" y="389"/>
                    <a:pt x="308" y="426"/>
                    <a:pt x="408" y="462"/>
                  </a:cubicBezTo>
                  <a:lnTo>
                    <a:pt x="689" y="561"/>
                  </a:lnTo>
                  <a:cubicBezTo>
                    <a:pt x="779" y="598"/>
                    <a:pt x="879" y="643"/>
                    <a:pt x="978" y="679"/>
                  </a:cubicBezTo>
                  <a:cubicBezTo>
                    <a:pt x="1078" y="724"/>
                    <a:pt x="1177" y="779"/>
                    <a:pt x="1286" y="833"/>
                  </a:cubicBezTo>
                  <a:cubicBezTo>
                    <a:pt x="1291" y="838"/>
                    <a:pt x="1297" y="840"/>
                    <a:pt x="1304" y="840"/>
                  </a:cubicBezTo>
                  <a:cubicBezTo>
                    <a:pt x="1311" y="840"/>
                    <a:pt x="1318" y="838"/>
                    <a:pt x="1322" y="833"/>
                  </a:cubicBezTo>
                  <a:cubicBezTo>
                    <a:pt x="1349" y="833"/>
                    <a:pt x="1368" y="806"/>
                    <a:pt x="1359" y="779"/>
                  </a:cubicBezTo>
                  <a:cubicBezTo>
                    <a:pt x="1331" y="643"/>
                    <a:pt x="1268" y="534"/>
                    <a:pt x="1187" y="426"/>
                  </a:cubicBezTo>
                  <a:cubicBezTo>
                    <a:pt x="1105" y="326"/>
                    <a:pt x="1005" y="236"/>
                    <a:pt x="888" y="163"/>
                  </a:cubicBezTo>
                  <a:cubicBezTo>
                    <a:pt x="779" y="91"/>
                    <a:pt x="652" y="36"/>
                    <a:pt x="526" y="18"/>
                  </a:cubicBezTo>
                  <a:cubicBezTo>
                    <a:pt x="469" y="7"/>
                    <a:pt x="413" y="0"/>
                    <a:pt x="3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4"/>
            <p:cNvSpPr/>
            <p:nvPr/>
          </p:nvSpPr>
          <p:spPr>
            <a:xfrm>
              <a:off x="1292140" y="2294147"/>
              <a:ext cx="104660" cy="110707"/>
            </a:xfrm>
            <a:custGeom>
              <a:rect b="b" l="l" r="r" t="t"/>
              <a:pathLst>
                <a:path extrusionOk="0" h="1007" w="952">
                  <a:moveTo>
                    <a:pt x="508" y="0"/>
                  </a:moveTo>
                  <a:cubicBezTo>
                    <a:pt x="309" y="0"/>
                    <a:pt x="120" y="169"/>
                    <a:pt x="64" y="408"/>
                  </a:cubicBezTo>
                  <a:cubicBezTo>
                    <a:pt x="1" y="680"/>
                    <a:pt x="127" y="942"/>
                    <a:pt x="354" y="996"/>
                  </a:cubicBezTo>
                  <a:cubicBezTo>
                    <a:pt x="382" y="1003"/>
                    <a:pt x="410" y="1006"/>
                    <a:pt x="438" y="1006"/>
                  </a:cubicBezTo>
                  <a:cubicBezTo>
                    <a:pt x="636" y="1006"/>
                    <a:pt x="823" y="845"/>
                    <a:pt x="879" y="607"/>
                  </a:cubicBezTo>
                  <a:cubicBezTo>
                    <a:pt x="951" y="326"/>
                    <a:pt x="815" y="64"/>
                    <a:pt x="589" y="10"/>
                  </a:cubicBezTo>
                  <a:cubicBezTo>
                    <a:pt x="562" y="3"/>
                    <a:pt x="535" y="0"/>
                    <a:pt x="5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4"/>
            <p:cNvSpPr/>
            <p:nvPr/>
          </p:nvSpPr>
          <p:spPr>
            <a:xfrm>
              <a:off x="954745" y="2213454"/>
              <a:ext cx="104660" cy="110707"/>
            </a:xfrm>
            <a:custGeom>
              <a:rect b="b" l="l" r="r" t="t"/>
              <a:pathLst>
                <a:path extrusionOk="0" h="1007" w="952">
                  <a:moveTo>
                    <a:pt x="505" y="0"/>
                  </a:moveTo>
                  <a:cubicBezTo>
                    <a:pt x="307" y="0"/>
                    <a:pt x="120" y="163"/>
                    <a:pt x="64" y="409"/>
                  </a:cubicBezTo>
                  <a:cubicBezTo>
                    <a:pt x="1" y="680"/>
                    <a:pt x="128" y="943"/>
                    <a:pt x="354" y="997"/>
                  </a:cubicBezTo>
                  <a:cubicBezTo>
                    <a:pt x="381" y="1004"/>
                    <a:pt x="408" y="1007"/>
                    <a:pt x="435" y="1007"/>
                  </a:cubicBezTo>
                  <a:cubicBezTo>
                    <a:pt x="634" y="1007"/>
                    <a:pt x="823" y="838"/>
                    <a:pt x="879" y="599"/>
                  </a:cubicBezTo>
                  <a:cubicBezTo>
                    <a:pt x="951" y="327"/>
                    <a:pt x="815" y="65"/>
                    <a:pt x="589" y="10"/>
                  </a:cubicBezTo>
                  <a:cubicBezTo>
                    <a:pt x="561" y="4"/>
                    <a:pt x="533" y="0"/>
                    <a:pt x="5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4"/>
            <p:cNvSpPr/>
            <p:nvPr/>
          </p:nvSpPr>
          <p:spPr>
            <a:xfrm>
              <a:off x="1287193" y="2435305"/>
              <a:ext cx="175240" cy="233177"/>
            </a:xfrm>
            <a:custGeom>
              <a:rect b="b" l="l" r="r" t="t"/>
              <a:pathLst>
                <a:path extrusionOk="0" h="2121" w="1594">
                  <a:moveTo>
                    <a:pt x="1195" y="0"/>
                  </a:moveTo>
                  <a:cubicBezTo>
                    <a:pt x="700" y="0"/>
                    <a:pt x="251" y="331"/>
                    <a:pt x="127" y="835"/>
                  </a:cubicBezTo>
                  <a:cubicBezTo>
                    <a:pt x="0" y="1387"/>
                    <a:pt x="308" y="1939"/>
                    <a:pt x="824" y="2120"/>
                  </a:cubicBezTo>
                  <a:cubicBezTo>
                    <a:pt x="1132" y="1450"/>
                    <a:pt x="1403" y="681"/>
                    <a:pt x="1594" y="74"/>
                  </a:cubicBezTo>
                  <a:cubicBezTo>
                    <a:pt x="1548" y="56"/>
                    <a:pt x="1494" y="38"/>
                    <a:pt x="1449" y="29"/>
                  </a:cubicBezTo>
                  <a:cubicBezTo>
                    <a:pt x="1364" y="10"/>
                    <a:pt x="1279" y="0"/>
                    <a:pt x="1195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4"/>
            <p:cNvSpPr/>
            <p:nvPr/>
          </p:nvSpPr>
          <p:spPr>
            <a:xfrm>
              <a:off x="714974" y="2297995"/>
              <a:ext cx="264839" cy="240653"/>
            </a:xfrm>
            <a:custGeom>
              <a:rect b="b" l="l" r="r" t="t"/>
              <a:pathLst>
                <a:path extrusionOk="0" h="2189" w="2409">
                  <a:moveTo>
                    <a:pt x="1208" y="0"/>
                  </a:moveTo>
                  <a:cubicBezTo>
                    <a:pt x="711" y="0"/>
                    <a:pt x="260" y="339"/>
                    <a:pt x="136" y="844"/>
                  </a:cubicBezTo>
                  <a:cubicBezTo>
                    <a:pt x="0" y="1432"/>
                    <a:pt x="362" y="2021"/>
                    <a:pt x="951" y="2156"/>
                  </a:cubicBezTo>
                  <a:cubicBezTo>
                    <a:pt x="1038" y="2178"/>
                    <a:pt x="1126" y="2188"/>
                    <a:pt x="1212" y="2188"/>
                  </a:cubicBezTo>
                  <a:cubicBezTo>
                    <a:pt x="1704" y="2188"/>
                    <a:pt x="2148" y="1851"/>
                    <a:pt x="2263" y="1351"/>
                  </a:cubicBezTo>
                  <a:cubicBezTo>
                    <a:pt x="2408" y="762"/>
                    <a:pt x="2046" y="174"/>
                    <a:pt x="1458" y="29"/>
                  </a:cubicBezTo>
                  <a:cubicBezTo>
                    <a:pt x="1374" y="10"/>
                    <a:pt x="1291" y="0"/>
                    <a:pt x="1208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4"/>
            <p:cNvSpPr/>
            <p:nvPr/>
          </p:nvSpPr>
          <p:spPr>
            <a:xfrm>
              <a:off x="1052259" y="2579762"/>
              <a:ext cx="80804" cy="24626"/>
            </a:xfrm>
            <a:custGeom>
              <a:rect b="b" l="l" r="r" t="t"/>
              <a:pathLst>
                <a:path extrusionOk="0" h="224" w="735">
                  <a:moveTo>
                    <a:pt x="1" y="1"/>
                  </a:moveTo>
                  <a:cubicBezTo>
                    <a:pt x="91" y="100"/>
                    <a:pt x="209" y="164"/>
                    <a:pt x="336" y="200"/>
                  </a:cubicBezTo>
                  <a:cubicBezTo>
                    <a:pt x="409" y="214"/>
                    <a:pt x="481" y="224"/>
                    <a:pt x="552" y="224"/>
                  </a:cubicBezTo>
                  <a:cubicBezTo>
                    <a:pt x="614" y="224"/>
                    <a:pt x="675" y="217"/>
                    <a:pt x="734" y="200"/>
                  </a:cubicBezTo>
                  <a:cubicBezTo>
                    <a:pt x="598" y="173"/>
                    <a:pt x="481" y="155"/>
                    <a:pt x="363" y="127"/>
                  </a:cubicBezTo>
                  <a:cubicBezTo>
                    <a:pt x="236" y="91"/>
                    <a:pt x="119" y="46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4"/>
            <p:cNvSpPr/>
            <p:nvPr/>
          </p:nvSpPr>
          <p:spPr>
            <a:xfrm>
              <a:off x="1002568" y="2452345"/>
              <a:ext cx="233947" cy="128297"/>
            </a:xfrm>
            <a:custGeom>
              <a:rect b="b" l="l" r="r" t="t"/>
              <a:pathLst>
                <a:path extrusionOk="0" h="1167" w="2128">
                  <a:moveTo>
                    <a:pt x="0" y="1"/>
                  </a:moveTo>
                  <a:cubicBezTo>
                    <a:pt x="0" y="1"/>
                    <a:pt x="18" y="381"/>
                    <a:pt x="236" y="707"/>
                  </a:cubicBezTo>
                  <a:cubicBezTo>
                    <a:pt x="371" y="906"/>
                    <a:pt x="580" y="1087"/>
                    <a:pt x="896" y="1151"/>
                  </a:cubicBezTo>
                  <a:cubicBezTo>
                    <a:pt x="966" y="1162"/>
                    <a:pt x="1032" y="1167"/>
                    <a:pt x="1096" y="1167"/>
                  </a:cubicBezTo>
                  <a:cubicBezTo>
                    <a:pt x="1290" y="1167"/>
                    <a:pt x="1457" y="1119"/>
                    <a:pt x="1594" y="1051"/>
                  </a:cubicBezTo>
                  <a:cubicBezTo>
                    <a:pt x="1956" y="861"/>
                    <a:pt x="2128" y="526"/>
                    <a:pt x="2128" y="526"/>
                  </a:cubicBezTo>
                  <a:cubicBezTo>
                    <a:pt x="2128" y="526"/>
                    <a:pt x="1032" y="390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4"/>
            <p:cNvSpPr/>
            <p:nvPr/>
          </p:nvSpPr>
          <p:spPr>
            <a:xfrm>
              <a:off x="1028403" y="2524354"/>
              <a:ext cx="149405" cy="56288"/>
            </a:xfrm>
            <a:custGeom>
              <a:rect b="b" l="l" r="r" t="t"/>
              <a:pathLst>
                <a:path extrusionOk="0" h="512" w="1359">
                  <a:moveTo>
                    <a:pt x="390" y="0"/>
                  </a:moveTo>
                  <a:cubicBezTo>
                    <a:pt x="240" y="0"/>
                    <a:pt x="106" y="24"/>
                    <a:pt x="1" y="52"/>
                  </a:cubicBezTo>
                  <a:cubicBezTo>
                    <a:pt x="136" y="251"/>
                    <a:pt x="345" y="432"/>
                    <a:pt x="661" y="496"/>
                  </a:cubicBezTo>
                  <a:cubicBezTo>
                    <a:pt x="731" y="507"/>
                    <a:pt x="797" y="512"/>
                    <a:pt x="861" y="512"/>
                  </a:cubicBezTo>
                  <a:cubicBezTo>
                    <a:pt x="1055" y="512"/>
                    <a:pt x="1222" y="464"/>
                    <a:pt x="1359" y="396"/>
                  </a:cubicBezTo>
                  <a:cubicBezTo>
                    <a:pt x="1026" y="87"/>
                    <a:pt x="677" y="0"/>
                    <a:pt x="390" y="0"/>
                  </a:cubicBezTo>
                  <a:close/>
                </a:path>
              </a:pathLst>
            </a:custGeom>
            <a:solidFill>
              <a:srgbClr val="D45B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4"/>
            <p:cNvSpPr/>
            <p:nvPr/>
          </p:nvSpPr>
          <p:spPr>
            <a:xfrm>
              <a:off x="497959" y="2157386"/>
              <a:ext cx="127527" cy="222074"/>
            </a:xfrm>
            <a:custGeom>
              <a:rect b="b" l="l" r="r" t="t"/>
              <a:pathLst>
                <a:path extrusionOk="0" h="2020" w="1160">
                  <a:moveTo>
                    <a:pt x="904" y="683"/>
                  </a:moveTo>
                  <a:cubicBezTo>
                    <a:pt x="917" y="683"/>
                    <a:pt x="930" y="684"/>
                    <a:pt x="942" y="686"/>
                  </a:cubicBezTo>
                  <a:lnTo>
                    <a:pt x="942" y="686"/>
                  </a:lnTo>
                  <a:cubicBezTo>
                    <a:pt x="974" y="885"/>
                    <a:pt x="999" y="1091"/>
                    <a:pt x="1024" y="1290"/>
                  </a:cubicBezTo>
                  <a:cubicBezTo>
                    <a:pt x="1033" y="1408"/>
                    <a:pt x="1042" y="1516"/>
                    <a:pt x="1051" y="1625"/>
                  </a:cubicBezTo>
                  <a:cubicBezTo>
                    <a:pt x="1060" y="1733"/>
                    <a:pt x="1051" y="1842"/>
                    <a:pt x="978" y="1887"/>
                  </a:cubicBezTo>
                  <a:cubicBezTo>
                    <a:pt x="949" y="1912"/>
                    <a:pt x="911" y="1924"/>
                    <a:pt x="870" y="1924"/>
                  </a:cubicBezTo>
                  <a:cubicBezTo>
                    <a:pt x="821" y="1924"/>
                    <a:pt x="769" y="1908"/>
                    <a:pt x="725" y="1878"/>
                  </a:cubicBezTo>
                  <a:cubicBezTo>
                    <a:pt x="634" y="1824"/>
                    <a:pt x="562" y="1742"/>
                    <a:pt x="517" y="1652"/>
                  </a:cubicBezTo>
                  <a:cubicBezTo>
                    <a:pt x="417" y="1462"/>
                    <a:pt x="399" y="1226"/>
                    <a:pt x="480" y="1027"/>
                  </a:cubicBezTo>
                  <a:cubicBezTo>
                    <a:pt x="517" y="928"/>
                    <a:pt x="580" y="837"/>
                    <a:pt x="671" y="774"/>
                  </a:cubicBezTo>
                  <a:cubicBezTo>
                    <a:pt x="734" y="718"/>
                    <a:pt x="819" y="683"/>
                    <a:pt x="904" y="683"/>
                  </a:cubicBezTo>
                  <a:close/>
                  <a:moveTo>
                    <a:pt x="615" y="1"/>
                  </a:moveTo>
                  <a:cubicBezTo>
                    <a:pt x="521" y="1"/>
                    <a:pt x="431" y="40"/>
                    <a:pt x="363" y="95"/>
                  </a:cubicBezTo>
                  <a:cubicBezTo>
                    <a:pt x="263" y="158"/>
                    <a:pt x="191" y="258"/>
                    <a:pt x="145" y="357"/>
                  </a:cubicBezTo>
                  <a:cubicBezTo>
                    <a:pt x="37" y="566"/>
                    <a:pt x="1" y="801"/>
                    <a:pt x="55" y="1018"/>
                  </a:cubicBezTo>
                  <a:cubicBezTo>
                    <a:pt x="28" y="801"/>
                    <a:pt x="73" y="566"/>
                    <a:pt x="191" y="385"/>
                  </a:cubicBezTo>
                  <a:cubicBezTo>
                    <a:pt x="245" y="294"/>
                    <a:pt x="308" y="204"/>
                    <a:pt x="399" y="149"/>
                  </a:cubicBezTo>
                  <a:cubicBezTo>
                    <a:pt x="462" y="105"/>
                    <a:pt x="533" y="79"/>
                    <a:pt x="602" y="79"/>
                  </a:cubicBezTo>
                  <a:cubicBezTo>
                    <a:pt x="632" y="79"/>
                    <a:pt x="661" y="84"/>
                    <a:pt x="689" y="95"/>
                  </a:cubicBezTo>
                  <a:cubicBezTo>
                    <a:pt x="779" y="122"/>
                    <a:pt x="833" y="213"/>
                    <a:pt x="870" y="312"/>
                  </a:cubicBezTo>
                  <a:cubicBezTo>
                    <a:pt x="897" y="412"/>
                    <a:pt x="915" y="520"/>
                    <a:pt x="933" y="629"/>
                  </a:cubicBezTo>
                  <a:cubicBezTo>
                    <a:pt x="936" y="647"/>
                    <a:pt x="939" y="665"/>
                    <a:pt x="942" y="683"/>
                  </a:cubicBezTo>
                  <a:lnTo>
                    <a:pt x="942" y="683"/>
                  </a:lnTo>
                  <a:cubicBezTo>
                    <a:pt x="920" y="678"/>
                    <a:pt x="899" y="676"/>
                    <a:pt x="877" y="676"/>
                  </a:cubicBezTo>
                  <a:cubicBezTo>
                    <a:pt x="799" y="676"/>
                    <a:pt x="722" y="703"/>
                    <a:pt x="652" y="747"/>
                  </a:cubicBezTo>
                  <a:cubicBezTo>
                    <a:pt x="553" y="810"/>
                    <a:pt x="480" y="901"/>
                    <a:pt x="426" y="1009"/>
                  </a:cubicBezTo>
                  <a:cubicBezTo>
                    <a:pt x="336" y="1217"/>
                    <a:pt x="345" y="1471"/>
                    <a:pt x="444" y="1688"/>
                  </a:cubicBezTo>
                  <a:cubicBezTo>
                    <a:pt x="499" y="1788"/>
                    <a:pt x="571" y="1887"/>
                    <a:pt x="671" y="1960"/>
                  </a:cubicBezTo>
                  <a:cubicBezTo>
                    <a:pt x="726" y="1995"/>
                    <a:pt x="799" y="2019"/>
                    <a:pt x="873" y="2019"/>
                  </a:cubicBezTo>
                  <a:cubicBezTo>
                    <a:pt x="931" y="2019"/>
                    <a:pt x="990" y="2005"/>
                    <a:pt x="1042" y="1969"/>
                  </a:cubicBezTo>
                  <a:cubicBezTo>
                    <a:pt x="1096" y="1924"/>
                    <a:pt x="1132" y="1860"/>
                    <a:pt x="1141" y="1797"/>
                  </a:cubicBezTo>
                  <a:cubicBezTo>
                    <a:pt x="1159" y="1733"/>
                    <a:pt x="1159" y="1679"/>
                    <a:pt x="1150" y="1616"/>
                  </a:cubicBezTo>
                  <a:cubicBezTo>
                    <a:pt x="1150" y="1507"/>
                    <a:pt x="1141" y="1389"/>
                    <a:pt x="1123" y="1281"/>
                  </a:cubicBezTo>
                  <a:cubicBezTo>
                    <a:pt x="1105" y="1054"/>
                    <a:pt x="1069" y="837"/>
                    <a:pt x="1033" y="611"/>
                  </a:cubicBezTo>
                  <a:cubicBezTo>
                    <a:pt x="1005" y="502"/>
                    <a:pt x="996" y="394"/>
                    <a:pt x="951" y="285"/>
                  </a:cubicBezTo>
                  <a:cubicBezTo>
                    <a:pt x="915" y="167"/>
                    <a:pt x="843" y="50"/>
                    <a:pt x="707" y="13"/>
                  </a:cubicBezTo>
                  <a:cubicBezTo>
                    <a:pt x="676" y="5"/>
                    <a:pt x="645" y="1"/>
                    <a:pt x="6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4"/>
            <p:cNvSpPr/>
            <p:nvPr/>
          </p:nvSpPr>
          <p:spPr>
            <a:xfrm>
              <a:off x="368475" y="1379450"/>
              <a:ext cx="1237250" cy="1253974"/>
            </a:xfrm>
            <a:custGeom>
              <a:rect b="b" l="l" r="r" t="t"/>
              <a:pathLst>
                <a:path extrusionOk="0" h="11341" w="11190">
                  <a:moveTo>
                    <a:pt x="2752" y="1"/>
                  </a:moveTo>
                  <a:cubicBezTo>
                    <a:pt x="2553" y="1"/>
                    <a:pt x="2346" y="54"/>
                    <a:pt x="2155" y="106"/>
                  </a:cubicBezTo>
                  <a:cubicBezTo>
                    <a:pt x="2082" y="134"/>
                    <a:pt x="2010" y="161"/>
                    <a:pt x="1946" y="206"/>
                  </a:cubicBezTo>
                  <a:cubicBezTo>
                    <a:pt x="1892" y="251"/>
                    <a:pt x="1847" y="333"/>
                    <a:pt x="1865" y="405"/>
                  </a:cubicBezTo>
                  <a:cubicBezTo>
                    <a:pt x="1874" y="450"/>
                    <a:pt x="1901" y="487"/>
                    <a:pt x="1919" y="532"/>
                  </a:cubicBezTo>
                  <a:cubicBezTo>
                    <a:pt x="1937" y="568"/>
                    <a:pt x="1946" y="622"/>
                    <a:pt x="1910" y="650"/>
                  </a:cubicBezTo>
                  <a:cubicBezTo>
                    <a:pt x="1521" y="713"/>
                    <a:pt x="1168" y="976"/>
                    <a:pt x="996" y="1338"/>
                  </a:cubicBezTo>
                  <a:cubicBezTo>
                    <a:pt x="815" y="1691"/>
                    <a:pt x="833" y="2134"/>
                    <a:pt x="1023" y="2478"/>
                  </a:cubicBezTo>
                  <a:cubicBezTo>
                    <a:pt x="1159" y="2723"/>
                    <a:pt x="1394" y="2931"/>
                    <a:pt x="1602" y="3121"/>
                  </a:cubicBezTo>
                  <a:cubicBezTo>
                    <a:pt x="933" y="3782"/>
                    <a:pt x="471" y="4642"/>
                    <a:pt x="236" y="5556"/>
                  </a:cubicBezTo>
                  <a:cubicBezTo>
                    <a:pt x="9" y="6461"/>
                    <a:pt x="0" y="7430"/>
                    <a:pt x="172" y="8353"/>
                  </a:cubicBezTo>
                  <a:cubicBezTo>
                    <a:pt x="290" y="9005"/>
                    <a:pt x="498" y="9648"/>
                    <a:pt x="842" y="10218"/>
                  </a:cubicBezTo>
                  <a:cubicBezTo>
                    <a:pt x="1105" y="10653"/>
                    <a:pt x="1440" y="11042"/>
                    <a:pt x="1847" y="11341"/>
                  </a:cubicBezTo>
                  <a:cubicBezTo>
                    <a:pt x="2091" y="10952"/>
                    <a:pt x="2236" y="10354"/>
                    <a:pt x="2318" y="9720"/>
                  </a:cubicBezTo>
                  <a:lnTo>
                    <a:pt x="2318" y="9720"/>
                  </a:lnTo>
                  <a:cubicBezTo>
                    <a:pt x="2236" y="9732"/>
                    <a:pt x="2158" y="9737"/>
                    <a:pt x="2084" y="9737"/>
                  </a:cubicBezTo>
                  <a:cubicBezTo>
                    <a:pt x="509" y="9737"/>
                    <a:pt x="462" y="7285"/>
                    <a:pt x="1430" y="6887"/>
                  </a:cubicBezTo>
                  <a:cubicBezTo>
                    <a:pt x="1546" y="6840"/>
                    <a:pt x="1655" y="6821"/>
                    <a:pt x="1756" y="6821"/>
                  </a:cubicBezTo>
                  <a:cubicBezTo>
                    <a:pt x="2144" y="6821"/>
                    <a:pt x="2416" y="7109"/>
                    <a:pt x="2517" y="7231"/>
                  </a:cubicBezTo>
                  <a:cubicBezTo>
                    <a:pt x="2535" y="7294"/>
                    <a:pt x="2553" y="7358"/>
                    <a:pt x="2562" y="7421"/>
                  </a:cubicBezTo>
                  <a:cubicBezTo>
                    <a:pt x="2598" y="7656"/>
                    <a:pt x="2553" y="7892"/>
                    <a:pt x="2526" y="8118"/>
                  </a:cubicBezTo>
                  <a:cubicBezTo>
                    <a:pt x="2490" y="8353"/>
                    <a:pt x="2481" y="8598"/>
                    <a:pt x="2580" y="8806"/>
                  </a:cubicBezTo>
                  <a:cubicBezTo>
                    <a:pt x="2665" y="8983"/>
                    <a:pt x="2855" y="9128"/>
                    <a:pt x="3043" y="9128"/>
                  </a:cubicBezTo>
                  <a:cubicBezTo>
                    <a:pt x="3076" y="9128"/>
                    <a:pt x="3109" y="9123"/>
                    <a:pt x="3141" y="9114"/>
                  </a:cubicBezTo>
                  <a:cubicBezTo>
                    <a:pt x="3015" y="8996"/>
                    <a:pt x="3015" y="8743"/>
                    <a:pt x="3060" y="8580"/>
                  </a:cubicBezTo>
                  <a:cubicBezTo>
                    <a:pt x="3105" y="8408"/>
                    <a:pt x="3196" y="8263"/>
                    <a:pt x="3259" y="8100"/>
                  </a:cubicBezTo>
                  <a:cubicBezTo>
                    <a:pt x="3377" y="7819"/>
                    <a:pt x="3395" y="7502"/>
                    <a:pt x="3332" y="7204"/>
                  </a:cubicBezTo>
                  <a:cubicBezTo>
                    <a:pt x="3739" y="7095"/>
                    <a:pt x="4137" y="6905"/>
                    <a:pt x="4472" y="6642"/>
                  </a:cubicBezTo>
                  <a:cubicBezTo>
                    <a:pt x="4925" y="6298"/>
                    <a:pt x="5287" y="5837"/>
                    <a:pt x="5504" y="5312"/>
                  </a:cubicBezTo>
                  <a:cubicBezTo>
                    <a:pt x="5776" y="5429"/>
                    <a:pt x="6065" y="5520"/>
                    <a:pt x="6355" y="5574"/>
                  </a:cubicBezTo>
                  <a:cubicBezTo>
                    <a:pt x="6355" y="5574"/>
                    <a:pt x="7184" y="6084"/>
                    <a:pt x="8268" y="6084"/>
                  </a:cubicBezTo>
                  <a:cubicBezTo>
                    <a:pt x="8679" y="6084"/>
                    <a:pt x="9125" y="6011"/>
                    <a:pt x="9578" y="5810"/>
                  </a:cubicBezTo>
                  <a:cubicBezTo>
                    <a:pt x="9822" y="6280"/>
                    <a:pt x="10239" y="7222"/>
                    <a:pt x="10284" y="8154"/>
                  </a:cubicBezTo>
                  <a:cubicBezTo>
                    <a:pt x="10266" y="8245"/>
                    <a:pt x="10248" y="8344"/>
                    <a:pt x="10230" y="8444"/>
                  </a:cubicBezTo>
                  <a:cubicBezTo>
                    <a:pt x="10230" y="8444"/>
                    <a:pt x="10230" y="8453"/>
                    <a:pt x="10221" y="8480"/>
                  </a:cubicBezTo>
                  <a:cubicBezTo>
                    <a:pt x="10202" y="8562"/>
                    <a:pt x="10184" y="8652"/>
                    <a:pt x="10157" y="8743"/>
                  </a:cubicBezTo>
                  <a:cubicBezTo>
                    <a:pt x="10112" y="8933"/>
                    <a:pt x="10040" y="9213"/>
                    <a:pt x="9949" y="9539"/>
                  </a:cubicBezTo>
                  <a:cubicBezTo>
                    <a:pt x="9931" y="9594"/>
                    <a:pt x="9913" y="9648"/>
                    <a:pt x="9895" y="9702"/>
                  </a:cubicBezTo>
                  <a:cubicBezTo>
                    <a:pt x="10275" y="9213"/>
                    <a:pt x="10574" y="8679"/>
                    <a:pt x="10764" y="8100"/>
                  </a:cubicBezTo>
                  <a:cubicBezTo>
                    <a:pt x="11189" y="6842"/>
                    <a:pt x="11099" y="5393"/>
                    <a:pt x="10402" y="4271"/>
                  </a:cubicBezTo>
                  <a:cubicBezTo>
                    <a:pt x="9804" y="3320"/>
                    <a:pt x="8826" y="2659"/>
                    <a:pt x="7785" y="2270"/>
                  </a:cubicBezTo>
                  <a:cubicBezTo>
                    <a:pt x="7309" y="2094"/>
                    <a:pt x="6782" y="1972"/>
                    <a:pt x="6268" y="1972"/>
                  </a:cubicBezTo>
                  <a:cubicBezTo>
                    <a:pt x="5962" y="1972"/>
                    <a:pt x="5661" y="2015"/>
                    <a:pt x="5377" y="2116"/>
                  </a:cubicBezTo>
                  <a:cubicBezTo>
                    <a:pt x="5414" y="1636"/>
                    <a:pt x="5196" y="1138"/>
                    <a:pt x="4816" y="840"/>
                  </a:cubicBezTo>
                  <a:cubicBezTo>
                    <a:pt x="4555" y="635"/>
                    <a:pt x="4247" y="528"/>
                    <a:pt x="3933" y="528"/>
                  </a:cubicBezTo>
                  <a:cubicBezTo>
                    <a:pt x="3790" y="528"/>
                    <a:pt x="3645" y="550"/>
                    <a:pt x="3504" y="595"/>
                  </a:cubicBezTo>
                  <a:cubicBezTo>
                    <a:pt x="3494" y="315"/>
                    <a:pt x="3241" y="88"/>
                    <a:pt x="2969" y="25"/>
                  </a:cubicBezTo>
                  <a:cubicBezTo>
                    <a:pt x="2899" y="8"/>
                    <a:pt x="2826" y="1"/>
                    <a:pt x="275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9" name="Google Shape;469;p4"/>
            <p:cNvGrpSpPr/>
            <p:nvPr/>
          </p:nvGrpSpPr>
          <p:grpSpPr>
            <a:xfrm>
              <a:off x="1236532" y="3731122"/>
              <a:ext cx="1981507" cy="1412357"/>
              <a:chOff x="1236532" y="3731122"/>
              <a:chExt cx="1981507" cy="1412357"/>
            </a:xfrm>
          </p:grpSpPr>
          <p:sp>
            <p:nvSpPr>
              <p:cNvPr id="470" name="Google Shape;470;p4"/>
              <p:cNvSpPr/>
              <p:nvPr/>
            </p:nvSpPr>
            <p:spPr>
              <a:xfrm>
                <a:off x="1236532" y="4704499"/>
                <a:ext cx="1796489" cy="438980"/>
              </a:xfrm>
              <a:custGeom>
                <a:rect b="b" l="l" r="r" t="t"/>
                <a:pathLst>
                  <a:path extrusionOk="0" h="3993" w="16341">
                    <a:moveTo>
                      <a:pt x="0" y="0"/>
                    </a:moveTo>
                    <a:lnTo>
                      <a:pt x="0" y="3992"/>
                    </a:lnTo>
                    <a:lnTo>
                      <a:pt x="15734" y="3992"/>
                    </a:lnTo>
                    <a:cubicBezTo>
                      <a:pt x="16068" y="3992"/>
                      <a:pt x="16340" y="3721"/>
                      <a:pt x="16340" y="3377"/>
                    </a:cubicBezTo>
                    <a:lnTo>
                      <a:pt x="1634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4"/>
              <p:cNvSpPr/>
              <p:nvPr/>
            </p:nvSpPr>
            <p:spPr>
              <a:xfrm>
                <a:off x="1337013" y="4633810"/>
                <a:ext cx="853005" cy="70800"/>
              </a:xfrm>
              <a:custGeom>
                <a:rect b="b" l="l" r="r" t="t"/>
                <a:pathLst>
                  <a:path extrusionOk="0" h="644" w="7759">
                    <a:moveTo>
                      <a:pt x="0" y="1"/>
                    </a:moveTo>
                    <a:lnTo>
                      <a:pt x="0" y="643"/>
                    </a:lnTo>
                    <a:lnTo>
                      <a:pt x="7758" y="643"/>
                    </a:lnTo>
                    <a:lnTo>
                      <a:pt x="77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4"/>
              <p:cNvSpPr/>
              <p:nvPr/>
            </p:nvSpPr>
            <p:spPr>
              <a:xfrm>
                <a:off x="1837554" y="4633810"/>
                <a:ext cx="1213270" cy="70800"/>
              </a:xfrm>
              <a:custGeom>
                <a:rect b="b" l="l" r="r" t="t"/>
                <a:pathLst>
                  <a:path extrusionOk="0" h="644" w="11036">
                    <a:moveTo>
                      <a:pt x="1" y="1"/>
                    </a:moveTo>
                    <a:lnTo>
                      <a:pt x="1" y="643"/>
                    </a:lnTo>
                    <a:lnTo>
                      <a:pt x="11036" y="643"/>
                    </a:lnTo>
                    <a:lnTo>
                      <a:pt x="1103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" name="Google Shape;473;p4"/>
              <p:cNvSpPr/>
              <p:nvPr/>
            </p:nvSpPr>
            <p:spPr>
              <a:xfrm>
                <a:off x="1837554" y="3731122"/>
                <a:ext cx="1380485" cy="902807"/>
              </a:xfrm>
              <a:custGeom>
                <a:rect b="b" l="l" r="r" t="t"/>
                <a:pathLst>
                  <a:path extrusionOk="0" h="8212" w="12557">
                    <a:moveTo>
                      <a:pt x="1848" y="1"/>
                    </a:moveTo>
                    <a:cubicBezTo>
                      <a:pt x="1685" y="1"/>
                      <a:pt x="1540" y="128"/>
                      <a:pt x="1504" y="291"/>
                    </a:cubicBezTo>
                    <a:lnTo>
                      <a:pt x="1" y="8212"/>
                    </a:lnTo>
                    <a:lnTo>
                      <a:pt x="11036" y="8212"/>
                    </a:lnTo>
                    <a:lnTo>
                      <a:pt x="12512" y="417"/>
                    </a:lnTo>
                    <a:cubicBezTo>
                      <a:pt x="12557" y="200"/>
                      <a:pt x="12394" y="1"/>
                      <a:pt x="1217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4" name="Google Shape;474;p4"/>
            <p:cNvSpPr/>
            <p:nvPr/>
          </p:nvSpPr>
          <p:spPr>
            <a:xfrm>
              <a:off x="434420" y="3141692"/>
              <a:ext cx="280500" cy="322100"/>
            </a:xfrm>
            <a:custGeom>
              <a:rect b="b" l="l" r="r" t="t"/>
              <a:pathLst>
                <a:path extrusionOk="0" h="12884" w="11220">
                  <a:moveTo>
                    <a:pt x="3459" y="86"/>
                  </a:moveTo>
                  <a:cubicBezTo>
                    <a:pt x="4665" y="375"/>
                    <a:pt x="5995" y="575"/>
                    <a:pt x="7276" y="2690"/>
                  </a:cubicBezTo>
                  <a:cubicBezTo>
                    <a:pt x="8557" y="4805"/>
                    <a:pt x="11741" y="11927"/>
                    <a:pt x="11147" y="12776"/>
                  </a:cubicBezTo>
                  <a:cubicBezTo>
                    <a:pt x="10553" y="13625"/>
                    <a:pt x="5289" y="9210"/>
                    <a:pt x="3710" y="7784"/>
                  </a:cubicBezTo>
                  <a:cubicBezTo>
                    <a:pt x="2131" y="6358"/>
                    <a:pt x="2284" y="5356"/>
                    <a:pt x="1673" y="4218"/>
                  </a:cubicBezTo>
                  <a:cubicBezTo>
                    <a:pt x="1062" y="3080"/>
                    <a:pt x="-255" y="1647"/>
                    <a:pt x="43" y="958"/>
                  </a:cubicBezTo>
                  <a:cubicBezTo>
                    <a:pt x="341" y="269"/>
                    <a:pt x="2254" y="-203"/>
                    <a:pt x="3459" y="8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"/>
          <p:cNvSpPr/>
          <p:nvPr/>
        </p:nvSpPr>
        <p:spPr>
          <a:xfrm>
            <a:off x="4283243" y="0"/>
            <a:ext cx="4860758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5"/>
          <p:cNvSpPr txBox="1"/>
          <p:nvPr>
            <p:ph type="title"/>
          </p:nvPr>
        </p:nvSpPr>
        <p:spPr>
          <a:xfrm>
            <a:off x="462093" y="456748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Problem Definition</a:t>
            </a:r>
            <a:endParaRPr/>
          </a:p>
        </p:txBody>
      </p:sp>
      <p:sp>
        <p:nvSpPr>
          <p:cNvPr id="481" name="Google Shape;481;p5"/>
          <p:cNvSpPr txBox="1"/>
          <p:nvPr>
            <p:ph idx="2" type="subTitle"/>
          </p:nvPr>
        </p:nvSpPr>
        <p:spPr>
          <a:xfrm>
            <a:off x="462093" y="1135806"/>
            <a:ext cx="4320922" cy="377432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2857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US" sz="1600"/>
              <a:t>Designing an object or a product has always been a time and resources consuming task, it can take from weeks to months to design a concept which is too challenging in our rapidly growing world</a:t>
            </a:r>
            <a:endParaRPr/>
          </a:p>
          <a:p>
            <a:pPr indent="-209550" lvl="0" marL="2857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 sz="1600"/>
          </a:p>
          <a:p>
            <a:pPr indent="-285750" lvl="0" marL="2857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US" sz="1600"/>
              <a:t>Getting rid of the concept designing process will not help as this will lead to developing a product that won’t satisfy the requirements which is the main focus in developing  product</a:t>
            </a:r>
            <a:endParaRPr sz="1600"/>
          </a:p>
        </p:txBody>
      </p:sp>
      <p:pic>
        <p:nvPicPr>
          <p:cNvPr descr="Why do concept cars look so much better than normal cars? | WapCar" id="482" name="Google Shape;48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42559" y="3022229"/>
            <a:ext cx="3241898" cy="20420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nal Fantasy XV: Concept Art vs Reality (FFXV) - YouTube" id="483" name="Google Shape;483;p5"/>
          <p:cNvPicPr preferRelativeResize="0"/>
          <p:nvPr/>
        </p:nvPicPr>
        <p:blipFill rotWithShape="1">
          <a:blip r:embed="rId4">
            <a:alphaModFix/>
          </a:blip>
          <a:srcRect b="0" l="0" r="48908" t="0"/>
          <a:stretch/>
        </p:blipFill>
        <p:spPr>
          <a:xfrm>
            <a:off x="5342559" y="594428"/>
            <a:ext cx="3241898" cy="2293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7"/>
          <p:cNvSpPr/>
          <p:nvPr/>
        </p:nvSpPr>
        <p:spPr>
          <a:xfrm>
            <a:off x="1328608" y="2073052"/>
            <a:ext cx="805069" cy="803141"/>
          </a:xfrm>
          <a:custGeom>
            <a:rect b="b" l="l" r="r" t="t"/>
            <a:pathLst>
              <a:path extrusionOk="0" h="11660" w="11688">
                <a:moveTo>
                  <a:pt x="5849" y="3838"/>
                </a:moveTo>
                <a:cubicBezTo>
                  <a:pt x="6953" y="3838"/>
                  <a:pt x="7840" y="4735"/>
                  <a:pt x="7840" y="5830"/>
                </a:cubicBezTo>
                <a:cubicBezTo>
                  <a:pt x="7840" y="6934"/>
                  <a:pt x="6944" y="7831"/>
                  <a:pt x="5840" y="7831"/>
                </a:cubicBezTo>
                <a:cubicBezTo>
                  <a:pt x="4735" y="7831"/>
                  <a:pt x="3839" y="6934"/>
                  <a:pt x="3839" y="5830"/>
                </a:cubicBezTo>
                <a:cubicBezTo>
                  <a:pt x="3839" y="4726"/>
                  <a:pt x="4735" y="3838"/>
                  <a:pt x="5840" y="3838"/>
                </a:cubicBezTo>
                <a:close/>
                <a:moveTo>
                  <a:pt x="5469" y="0"/>
                </a:moveTo>
                <a:cubicBezTo>
                  <a:pt x="5143" y="0"/>
                  <a:pt x="4862" y="235"/>
                  <a:pt x="4808" y="561"/>
                </a:cubicBezTo>
                <a:lnTo>
                  <a:pt x="4654" y="1430"/>
                </a:lnTo>
                <a:cubicBezTo>
                  <a:pt x="4274" y="1539"/>
                  <a:pt x="3912" y="1684"/>
                  <a:pt x="3568" y="1883"/>
                </a:cubicBezTo>
                <a:lnTo>
                  <a:pt x="2843" y="1376"/>
                </a:lnTo>
                <a:cubicBezTo>
                  <a:pt x="2725" y="1293"/>
                  <a:pt x="2590" y="1254"/>
                  <a:pt x="2456" y="1254"/>
                </a:cubicBezTo>
                <a:cubicBezTo>
                  <a:pt x="2282" y="1254"/>
                  <a:pt x="2111" y="1321"/>
                  <a:pt x="1983" y="1449"/>
                </a:cubicBezTo>
                <a:lnTo>
                  <a:pt x="1458" y="1974"/>
                </a:lnTo>
                <a:cubicBezTo>
                  <a:pt x="1232" y="2209"/>
                  <a:pt x="1205" y="2571"/>
                  <a:pt x="1395" y="2834"/>
                </a:cubicBezTo>
                <a:lnTo>
                  <a:pt x="1902" y="3558"/>
                </a:lnTo>
                <a:cubicBezTo>
                  <a:pt x="1712" y="3902"/>
                  <a:pt x="1558" y="4273"/>
                  <a:pt x="1458" y="4653"/>
                </a:cubicBezTo>
                <a:lnTo>
                  <a:pt x="562" y="4798"/>
                </a:lnTo>
                <a:cubicBezTo>
                  <a:pt x="245" y="4852"/>
                  <a:pt x="10" y="5124"/>
                  <a:pt x="1" y="5450"/>
                </a:cubicBezTo>
                <a:lnTo>
                  <a:pt x="1" y="6201"/>
                </a:lnTo>
                <a:cubicBezTo>
                  <a:pt x="1" y="6527"/>
                  <a:pt x="236" y="6808"/>
                  <a:pt x="562" y="6871"/>
                </a:cubicBezTo>
                <a:lnTo>
                  <a:pt x="1431" y="7016"/>
                </a:lnTo>
                <a:cubicBezTo>
                  <a:pt x="1531" y="7405"/>
                  <a:pt x="1685" y="7767"/>
                  <a:pt x="1884" y="8111"/>
                </a:cubicBezTo>
                <a:lnTo>
                  <a:pt x="1395" y="8835"/>
                </a:lnTo>
                <a:cubicBezTo>
                  <a:pt x="1205" y="9098"/>
                  <a:pt x="1241" y="9460"/>
                  <a:pt x="1467" y="9695"/>
                </a:cubicBezTo>
                <a:lnTo>
                  <a:pt x="1993" y="10221"/>
                </a:lnTo>
                <a:cubicBezTo>
                  <a:pt x="2125" y="10348"/>
                  <a:pt x="2299" y="10416"/>
                  <a:pt x="2472" y="10416"/>
                </a:cubicBezTo>
                <a:cubicBezTo>
                  <a:pt x="2605" y="10416"/>
                  <a:pt x="2738" y="10376"/>
                  <a:pt x="2852" y="10293"/>
                </a:cubicBezTo>
                <a:lnTo>
                  <a:pt x="3586" y="9786"/>
                </a:lnTo>
                <a:cubicBezTo>
                  <a:pt x="3921" y="9976"/>
                  <a:pt x="4292" y="10130"/>
                  <a:pt x="4672" y="10230"/>
                </a:cubicBezTo>
                <a:lnTo>
                  <a:pt x="4826" y="11108"/>
                </a:lnTo>
                <a:cubicBezTo>
                  <a:pt x="4880" y="11425"/>
                  <a:pt x="5161" y="11660"/>
                  <a:pt x="5487" y="11660"/>
                </a:cubicBezTo>
                <a:lnTo>
                  <a:pt x="6229" y="11660"/>
                </a:lnTo>
                <a:cubicBezTo>
                  <a:pt x="6555" y="11660"/>
                  <a:pt x="6836" y="11425"/>
                  <a:pt x="6890" y="11108"/>
                </a:cubicBezTo>
                <a:lnTo>
                  <a:pt x="7044" y="10230"/>
                </a:lnTo>
                <a:cubicBezTo>
                  <a:pt x="7424" y="10130"/>
                  <a:pt x="7786" y="9976"/>
                  <a:pt x="8130" y="9786"/>
                </a:cubicBezTo>
                <a:lnTo>
                  <a:pt x="8863" y="10293"/>
                </a:lnTo>
                <a:cubicBezTo>
                  <a:pt x="8978" y="10376"/>
                  <a:pt x="9111" y="10416"/>
                  <a:pt x="9244" y="10416"/>
                </a:cubicBezTo>
                <a:cubicBezTo>
                  <a:pt x="9417" y="10416"/>
                  <a:pt x="9590" y="10348"/>
                  <a:pt x="9723" y="10221"/>
                </a:cubicBezTo>
                <a:lnTo>
                  <a:pt x="10239" y="9695"/>
                </a:lnTo>
                <a:cubicBezTo>
                  <a:pt x="10475" y="9460"/>
                  <a:pt x="10502" y="9098"/>
                  <a:pt x="10321" y="8835"/>
                </a:cubicBezTo>
                <a:lnTo>
                  <a:pt x="9805" y="8102"/>
                </a:lnTo>
                <a:cubicBezTo>
                  <a:pt x="10004" y="7767"/>
                  <a:pt x="10158" y="7396"/>
                  <a:pt x="10258" y="7016"/>
                </a:cubicBezTo>
                <a:lnTo>
                  <a:pt x="11136" y="6862"/>
                </a:lnTo>
                <a:cubicBezTo>
                  <a:pt x="11452" y="6808"/>
                  <a:pt x="11688" y="6527"/>
                  <a:pt x="11688" y="6201"/>
                </a:cubicBezTo>
                <a:lnTo>
                  <a:pt x="11688" y="5450"/>
                </a:lnTo>
                <a:cubicBezTo>
                  <a:pt x="11688" y="5124"/>
                  <a:pt x="11452" y="4843"/>
                  <a:pt x="11136" y="4789"/>
                </a:cubicBezTo>
                <a:lnTo>
                  <a:pt x="10258" y="4635"/>
                </a:lnTo>
                <a:cubicBezTo>
                  <a:pt x="10158" y="4255"/>
                  <a:pt x="10004" y="3884"/>
                  <a:pt x="9805" y="3549"/>
                </a:cubicBezTo>
                <a:lnTo>
                  <a:pt x="10303" y="2834"/>
                </a:lnTo>
                <a:cubicBezTo>
                  <a:pt x="10493" y="2571"/>
                  <a:pt x="10466" y="2209"/>
                  <a:pt x="10230" y="1974"/>
                </a:cubicBezTo>
                <a:lnTo>
                  <a:pt x="9705" y="1449"/>
                </a:lnTo>
                <a:cubicBezTo>
                  <a:pt x="9577" y="1321"/>
                  <a:pt x="9406" y="1254"/>
                  <a:pt x="9233" y="1254"/>
                </a:cubicBezTo>
                <a:cubicBezTo>
                  <a:pt x="9099" y="1254"/>
                  <a:pt x="8964" y="1293"/>
                  <a:pt x="8845" y="1376"/>
                </a:cubicBezTo>
                <a:lnTo>
                  <a:pt x="8112" y="1883"/>
                </a:lnTo>
                <a:cubicBezTo>
                  <a:pt x="7777" y="1684"/>
                  <a:pt x="7406" y="1539"/>
                  <a:pt x="7026" y="1430"/>
                </a:cubicBezTo>
                <a:lnTo>
                  <a:pt x="6872" y="561"/>
                </a:lnTo>
                <a:cubicBezTo>
                  <a:pt x="6818" y="235"/>
                  <a:pt x="6537" y="0"/>
                  <a:pt x="621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7"/>
          <p:cNvSpPr txBox="1"/>
          <p:nvPr>
            <p:ph type="title"/>
          </p:nvPr>
        </p:nvSpPr>
        <p:spPr>
          <a:xfrm flipH="1">
            <a:off x="3905926" y="2158559"/>
            <a:ext cx="4523100" cy="16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>
                <a:solidFill>
                  <a:schemeClr val="dk2"/>
                </a:solidFill>
              </a:rPr>
              <a:t>Motivation</a:t>
            </a:r>
            <a:endParaRPr/>
          </a:p>
        </p:txBody>
      </p:sp>
      <p:sp>
        <p:nvSpPr>
          <p:cNvPr id="490" name="Google Shape;490;p7"/>
          <p:cNvSpPr txBox="1"/>
          <p:nvPr>
            <p:ph idx="2" type="title"/>
          </p:nvPr>
        </p:nvSpPr>
        <p:spPr>
          <a:xfrm flipH="1">
            <a:off x="6956275" y="1337550"/>
            <a:ext cx="1474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02</a:t>
            </a:r>
            <a:endParaRPr/>
          </a:p>
        </p:txBody>
      </p:sp>
      <p:grpSp>
        <p:nvGrpSpPr>
          <p:cNvPr id="491" name="Google Shape;491;p7"/>
          <p:cNvGrpSpPr/>
          <p:nvPr/>
        </p:nvGrpSpPr>
        <p:grpSpPr>
          <a:xfrm>
            <a:off x="-146050" y="1624305"/>
            <a:ext cx="3321050" cy="3519195"/>
            <a:chOff x="5701400" y="1624300"/>
            <a:chExt cx="3810739" cy="3519195"/>
          </a:xfrm>
        </p:grpSpPr>
        <p:sp>
          <p:nvSpPr>
            <p:cNvPr id="492" name="Google Shape;492;p7"/>
            <p:cNvSpPr/>
            <p:nvPr/>
          </p:nvSpPr>
          <p:spPr>
            <a:xfrm>
              <a:off x="6107395" y="3356458"/>
              <a:ext cx="3055493" cy="1787034"/>
            </a:xfrm>
            <a:custGeom>
              <a:rect b="b" l="l" r="r" t="t"/>
              <a:pathLst>
                <a:path extrusionOk="0" h="16255" w="27793">
                  <a:moveTo>
                    <a:pt x="13573" y="1"/>
                  </a:moveTo>
                  <a:cubicBezTo>
                    <a:pt x="13418" y="1"/>
                    <a:pt x="13264" y="2"/>
                    <a:pt x="13109" y="5"/>
                  </a:cubicBezTo>
                  <a:cubicBezTo>
                    <a:pt x="10466" y="50"/>
                    <a:pt x="7732" y="521"/>
                    <a:pt x="5568" y="2051"/>
                  </a:cubicBezTo>
                  <a:cubicBezTo>
                    <a:pt x="3694" y="3373"/>
                    <a:pt x="2409" y="5382"/>
                    <a:pt x="1549" y="7510"/>
                  </a:cubicBezTo>
                  <a:cubicBezTo>
                    <a:pt x="444" y="10262"/>
                    <a:pt x="1" y="13330"/>
                    <a:pt x="453" y="16254"/>
                  </a:cubicBezTo>
                  <a:lnTo>
                    <a:pt x="27792" y="16254"/>
                  </a:lnTo>
                  <a:cubicBezTo>
                    <a:pt x="27765" y="14272"/>
                    <a:pt x="27684" y="12280"/>
                    <a:pt x="27313" y="10343"/>
                  </a:cubicBezTo>
                  <a:cubicBezTo>
                    <a:pt x="26878" y="8062"/>
                    <a:pt x="26000" y="5808"/>
                    <a:pt x="24452" y="4070"/>
                  </a:cubicBezTo>
                  <a:cubicBezTo>
                    <a:pt x="23076" y="2522"/>
                    <a:pt x="21220" y="1435"/>
                    <a:pt x="19247" y="802"/>
                  </a:cubicBezTo>
                  <a:cubicBezTo>
                    <a:pt x="17420" y="215"/>
                    <a:pt x="15493" y="1"/>
                    <a:pt x="13573" y="1"/>
                  </a:cubicBez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7"/>
            <p:cNvSpPr/>
            <p:nvPr/>
          </p:nvSpPr>
          <p:spPr>
            <a:xfrm>
              <a:off x="7411131" y="4011789"/>
              <a:ext cx="1237237" cy="625105"/>
            </a:xfrm>
            <a:custGeom>
              <a:rect b="b" l="l" r="r" t="t"/>
              <a:pathLst>
                <a:path extrusionOk="0" h="5686" w="11254">
                  <a:moveTo>
                    <a:pt x="2680" y="1"/>
                  </a:moveTo>
                  <a:lnTo>
                    <a:pt x="544" y="200"/>
                  </a:lnTo>
                  <a:cubicBezTo>
                    <a:pt x="481" y="879"/>
                    <a:pt x="408" y="1639"/>
                    <a:pt x="336" y="2418"/>
                  </a:cubicBezTo>
                  <a:cubicBezTo>
                    <a:pt x="227" y="3504"/>
                    <a:pt x="109" y="4636"/>
                    <a:pt x="1" y="5686"/>
                  </a:cubicBezTo>
                  <a:lnTo>
                    <a:pt x="10710" y="5686"/>
                  </a:lnTo>
                  <a:lnTo>
                    <a:pt x="11253" y="3097"/>
                  </a:lnTo>
                  <a:lnTo>
                    <a:pt x="3015" y="2155"/>
                  </a:lnTo>
                  <a:cubicBezTo>
                    <a:pt x="3015" y="2155"/>
                    <a:pt x="2870" y="1368"/>
                    <a:pt x="2680" y="1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7"/>
            <p:cNvSpPr/>
            <p:nvPr/>
          </p:nvSpPr>
          <p:spPr>
            <a:xfrm>
              <a:off x="7046911" y="3213651"/>
              <a:ext cx="679854" cy="850037"/>
            </a:xfrm>
            <a:custGeom>
              <a:rect b="b" l="l" r="r" t="t"/>
              <a:pathLst>
                <a:path extrusionOk="0" h="7732" w="6184">
                  <a:moveTo>
                    <a:pt x="1195" y="0"/>
                  </a:moveTo>
                  <a:lnTo>
                    <a:pt x="0" y="1232"/>
                  </a:lnTo>
                  <a:lnTo>
                    <a:pt x="879" y="7731"/>
                  </a:lnTo>
                  <a:lnTo>
                    <a:pt x="1195" y="7704"/>
                  </a:lnTo>
                  <a:lnTo>
                    <a:pt x="3857" y="7460"/>
                  </a:lnTo>
                  <a:lnTo>
                    <a:pt x="5993" y="7261"/>
                  </a:lnTo>
                  <a:lnTo>
                    <a:pt x="6183" y="7243"/>
                  </a:lnTo>
                  <a:cubicBezTo>
                    <a:pt x="6183" y="7243"/>
                    <a:pt x="5984" y="4472"/>
                    <a:pt x="5731" y="3278"/>
                  </a:cubicBezTo>
                  <a:cubicBezTo>
                    <a:pt x="5477" y="2083"/>
                    <a:pt x="4047" y="698"/>
                    <a:pt x="3196" y="381"/>
                  </a:cubicBezTo>
                  <a:cubicBezTo>
                    <a:pt x="2608" y="154"/>
                    <a:pt x="1195" y="0"/>
                    <a:pt x="11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7"/>
            <p:cNvSpPr/>
            <p:nvPr/>
          </p:nvSpPr>
          <p:spPr>
            <a:xfrm>
              <a:off x="6477661" y="2654294"/>
              <a:ext cx="591244" cy="792320"/>
            </a:xfrm>
            <a:custGeom>
              <a:rect b="b" l="l" r="r" t="t"/>
              <a:pathLst>
                <a:path extrusionOk="0" h="7207" w="5378">
                  <a:moveTo>
                    <a:pt x="1395" y="1"/>
                  </a:moveTo>
                  <a:lnTo>
                    <a:pt x="670" y="3169"/>
                  </a:lnTo>
                  <a:cubicBezTo>
                    <a:pt x="670" y="3169"/>
                    <a:pt x="507" y="3857"/>
                    <a:pt x="0" y="4455"/>
                  </a:cubicBezTo>
                  <a:cubicBezTo>
                    <a:pt x="82" y="4654"/>
                    <a:pt x="154" y="4862"/>
                    <a:pt x="236" y="5061"/>
                  </a:cubicBezTo>
                  <a:lnTo>
                    <a:pt x="172" y="5360"/>
                  </a:lnTo>
                  <a:cubicBezTo>
                    <a:pt x="308" y="5487"/>
                    <a:pt x="453" y="5604"/>
                    <a:pt x="589" y="5740"/>
                  </a:cubicBezTo>
                  <a:cubicBezTo>
                    <a:pt x="851" y="6012"/>
                    <a:pt x="1087" y="6320"/>
                    <a:pt x="1404" y="6537"/>
                  </a:cubicBezTo>
                  <a:cubicBezTo>
                    <a:pt x="1871" y="6859"/>
                    <a:pt x="2397" y="7207"/>
                    <a:pt x="2971" y="7207"/>
                  </a:cubicBezTo>
                  <a:cubicBezTo>
                    <a:pt x="3075" y="7207"/>
                    <a:pt x="3180" y="7196"/>
                    <a:pt x="3287" y="7171"/>
                  </a:cubicBezTo>
                  <a:cubicBezTo>
                    <a:pt x="3929" y="7017"/>
                    <a:pt x="4554" y="6184"/>
                    <a:pt x="4907" y="5677"/>
                  </a:cubicBezTo>
                  <a:cubicBezTo>
                    <a:pt x="5079" y="5423"/>
                    <a:pt x="5242" y="5161"/>
                    <a:pt x="5378" y="4889"/>
                  </a:cubicBezTo>
                  <a:cubicBezTo>
                    <a:pt x="4961" y="4627"/>
                    <a:pt x="4672" y="4256"/>
                    <a:pt x="4481" y="3921"/>
                  </a:cubicBezTo>
                  <a:lnTo>
                    <a:pt x="5178" y="888"/>
                  </a:lnTo>
                  <a:lnTo>
                    <a:pt x="1395" y="1"/>
                  </a:lnTo>
                  <a:close/>
                </a:path>
              </a:pathLst>
            </a:custGeom>
            <a:solidFill>
              <a:srgbClr val="F59D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7"/>
            <p:cNvSpPr/>
            <p:nvPr/>
          </p:nvSpPr>
          <p:spPr>
            <a:xfrm>
              <a:off x="6601009" y="2771816"/>
              <a:ext cx="405230" cy="248899"/>
            </a:xfrm>
            <a:custGeom>
              <a:rect b="b" l="l" r="r" t="t"/>
              <a:pathLst>
                <a:path extrusionOk="0" h="2264" w="3686">
                  <a:moveTo>
                    <a:pt x="28" y="0"/>
                  </a:moveTo>
                  <a:lnTo>
                    <a:pt x="1" y="136"/>
                  </a:lnTo>
                  <a:cubicBezTo>
                    <a:pt x="399" y="733"/>
                    <a:pt x="924" y="1258"/>
                    <a:pt x="1513" y="1593"/>
                  </a:cubicBezTo>
                  <a:lnTo>
                    <a:pt x="1513" y="1602"/>
                  </a:lnTo>
                  <a:cubicBezTo>
                    <a:pt x="1549" y="1621"/>
                    <a:pt x="1621" y="1657"/>
                    <a:pt x="1712" y="1702"/>
                  </a:cubicBezTo>
                  <a:cubicBezTo>
                    <a:pt x="1929" y="1811"/>
                    <a:pt x="2155" y="1901"/>
                    <a:pt x="2391" y="1955"/>
                  </a:cubicBezTo>
                  <a:cubicBezTo>
                    <a:pt x="2708" y="2064"/>
                    <a:pt x="3097" y="2173"/>
                    <a:pt x="3495" y="2263"/>
                  </a:cubicBezTo>
                  <a:lnTo>
                    <a:pt x="3685" y="1439"/>
                  </a:lnTo>
                  <a:cubicBezTo>
                    <a:pt x="2979" y="1358"/>
                    <a:pt x="2273" y="1168"/>
                    <a:pt x="1730" y="996"/>
                  </a:cubicBezTo>
                  <a:cubicBezTo>
                    <a:pt x="1495" y="933"/>
                    <a:pt x="1268" y="842"/>
                    <a:pt x="1051" y="733"/>
                  </a:cubicBezTo>
                  <a:cubicBezTo>
                    <a:pt x="961" y="697"/>
                    <a:pt x="888" y="661"/>
                    <a:pt x="852" y="634"/>
                  </a:cubicBezTo>
                  <a:cubicBezTo>
                    <a:pt x="562" y="462"/>
                    <a:pt x="273" y="235"/>
                    <a:pt x="28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7"/>
            <p:cNvSpPr/>
            <p:nvPr/>
          </p:nvSpPr>
          <p:spPr>
            <a:xfrm>
              <a:off x="5975032" y="3085245"/>
              <a:ext cx="1518897" cy="2058250"/>
            </a:xfrm>
            <a:custGeom>
              <a:rect b="b" l="l" r="r" t="t"/>
              <a:pathLst>
                <a:path extrusionOk="0" h="18722" w="13816">
                  <a:moveTo>
                    <a:pt x="9053" y="1"/>
                  </a:moveTo>
                  <a:cubicBezTo>
                    <a:pt x="9053" y="1"/>
                    <a:pt x="9225" y="2282"/>
                    <a:pt x="7533" y="2508"/>
                  </a:cubicBezTo>
                  <a:cubicBezTo>
                    <a:pt x="7452" y="2519"/>
                    <a:pt x="7373" y="2524"/>
                    <a:pt x="7295" y="2524"/>
                  </a:cubicBezTo>
                  <a:cubicBezTo>
                    <a:pt x="5735" y="2524"/>
                    <a:pt x="4627" y="471"/>
                    <a:pt x="4627" y="471"/>
                  </a:cubicBezTo>
                  <a:cubicBezTo>
                    <a:pt x="4627" y="471"/>
                    <a:pt x="4319" y="671"/>
                    <a:pt x="3866" y="870"/>
                  </a:cubicBezTo>
                  <a:cubicBezTo>
                    <a:pt x="3396" y="1087"/>
                    <a:pt x="2753" y="1304"/>
                    <a:pt x="2110" y="1304"/>
                  </a:cubicBezTo>
                  <a:cubicBezTo>
                    <a:pt x="1286" y="1304"/>
                    <a:pt x="463" y="1612"/>
                    <a:pt x="1" y="1820"/>
                  </a:cubicBezTo>
                  <a:lnTo>
                    <a:pt x="1" y="18106"/>
                  </a:lnTo>
                  <a:cubicBezTo>
                    <a:pt x="1" y="18450"/>
                    <a:pt x="272" y="18721"/>
                    <a:pt x="616" y="18721"/>
                  </a:cubicBezTo>
                  <a:lnTo>
                    <a:pt x="12593" y="18721"/>
                  </a:lnTo>
                  <a:cubicBezTo>
                    <a:pt x="12602" y="18568"/>
                    <a:pt x="12711" y="17427"/>
                    <a:pt x="12846" y="16114"/>
                  </a:cubicBezTo>
                  <a:cubicBezTo>
                    <a:pt x="12910" y="15517"/>
                    <a:pt x="12991" y="14829"/>
                    <a:pt x="13064" y="14114"/>
                  </a:cubicBezTo>
                  <a:cubicBezTo>
                    <a:pt x="13172" y="13064"/>
                    <a:pt x="13290" y="11932"/>
                    <a:pt x="13390" y="10846"/>
                  </a:cubicBezTo>
                  <a:cubicBezTo>
                    <a:pt x="13471" y="10067"/>
                    <a:pt x="13544" y="9307"/>
                    <a:pt x="13607" y="8628"/>
                  </a:cubicBezTo>
                  <a:cubicBezTo>
                    <a:pt x="13734" y="7125"/>
                    <a:pt x="13815" y="5975"/>
                    <a:pt x="13788" y="5650"/>
                  </a:cubicBezTo>
                  <a:cubicBezTo>
                    <a:pt x="13697" y="4753"/>
                    <a:pt x="13082" y="2599"/>
                    <a:pt x="12222" y="1684"/>
                  </a:cubicBezTo>
                  <a:cubicBezTo>
                    <a:pt x="11986" y="1440"/>
                    <a:pt x="11742" y="1277"/>
                    <a:pt x="11480" y="1268"/>
                  </a:cubicBezTo>
                  <a:cubicBezTo>
                    <a:pt x="11298" y="1259"/>
                    <a:pt x="11117" y="1223"/>
                    <a:pt x="10945" y="1168"/>
                  </a:cubicBezTo>
                  <a:cubicBezTo>
                    <a:pt x="10592" y="1069"/>
                    <a:pt x="10266" y="897"/>
                    <a:pt x="9977" y="725"/>
                  </a:cubicBezTo>
                  <a:cubicBezTo>
                    <a:pt x="9434" y="381"/>
                    <a:pt x="9054" y="1"/>
                    <a:pt x="9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7"/>
            <p:cNvSpPr/>
            <p:nvPr/>
          </p:nvSpPr>
          <p:spPr>
            <a:xfrm>
              <a:off x="5975032" y="4152178"/>
              <a:ext cx="1472063" cy="904786"/>
            </a:xfrm>
            <a:custGeom>
              <a:rect b="b" l="l" r="r" t="t"/>
              <a:pathLst>
                <a:path extrusionOk="0" h="8230" w="13390">
                  <a:moveTo>
                    <a:pt x="1" y="0"/>
                  </a:moveTo>
                  <a:lnTo>
                    <a:pt x="1" y="3087"/>
                  </a:lnTo>
                  <a:cubicBezTo>
                    <a:pt x="616" y="4916"/>
                    <a:pt x="1739" y="7984"/>
                    <a:pt x="2436" y="8202"/>
                  </a:cubicBezTo>
                  <a:cubicBezTo>
                    <a:pt x="2497" y="8221"/>
                    <a:pt x="2595" y="8229"/>
                    <a:pt x="2723" y="8229"/>
                  </a:cubicBezTo>
                  <a:cubicBezTo>
                    <a:pt x="4264" y="8229"/>
                    <a:pt x="10298" y="6961"/>
                    <a:pt x="12846" y="6409"/>
                  </a:cubicBezTo>
                  <a:cubicBezTo>
                    <a:pt x="13009" y="4934"/>
                    <a:pt x="13218" y="2969"/>
                    <a:pt x="13390" y="1141"/>
                  </a:cubicBezTo>
                  <a:lnTo>
                    <a:pt x="13390" y="1141"/>
                  </a:lnTo>
                  <a:lnTo>
                    <a:pt x="6519" y="1340"/>
                  </a:lnTo>
                  <a:lnTo>
                    <a:pt x="5025" y="30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7"/>
            <p:cNvSpPr/>
            <p:nvPr/>
          </p:nvSpPr>
          <p:spPr>
            <a:xfrm>
              <a:off x="6400046" y="3085245"/>
              <a:ext cx="671828" cy="383022"/>
            </a:xfrm>
            <a:custGeom>
              <a:rect b="b" l="l" r="r" t="t"/>
              <a:pathLst>
                <a:path extrusionOk="0" h="3484" w="6111">
                  <a:moveTo>
                    <a:pt x="5187" y="1"/>
                  </a:moveTo>
                  <a:cubicBezTo>
                    <a:pt x="5187" y="1"/>
                    <a:pt x="5359" y="2282"/>
                    <a:pt x="3667" y="2508"/>
                  </a:cubicBezTo>
                  <a:cubicBezTo>
                    <a:pt x="3586" y="2519"/>
                    <a:pt x="3507" y="2524"/>
                    <a:pt x="3429" y="2524"/>
                  </a:cubicBezTo>
                  <a:cubicBezTo>
                    <a:pt x="1869" y="2524"/>
                    <a:pt x="761" y="471"/>
                    <a:pt x="761" y="471"/>
                  </a:cubicBezTo>
                  <a:cubicBezTo>
                    <a:pt x="761" y="471"/>
                    <a:pt x="462" y="671"/>
                    <a:pt x="0" y="870"/>
                  </a:cubicBezTo>
                  <a:cubicBezTo>
                    <a:pt x="308" y="1757"/>
                    <a:pt x="869" y="2554"/>
                    <a:pt x="1666" y="3033"/>
                  </a:cubicBezTo>
                  <a:cubicBezTo>
                    <a:pt x="2143" y="3325"/>
                    <a:pt x="2708" y="3484"/>
                    <a:pt x="3267" y="3484"/>
                  </a:cubicBezTo>
                  <a:cubicBezTo>
                    <a:pt x="3748" y="3484"/>
                    <a:pt x="4225" y="3366"/>
                    <a:pt x="4635" y="3115"/>
                  </a:cubicBezTo>
                  <a:cubicBezTo>
                    <a:pt x="5468" y="2608"/>
                    <a:pt x="5921" y="1684"/>
                    <a:pt x="6111" y="725"/>
                  </a:cubicBezTo>
                  <a:cubicBezTo>
                    <a:pt x="5568" y="381"/>
                    <a:pt x="5188" y="1"/>
                    <a:pt x="5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7"/>
            <p:cNvSpPr/>
            <p:nvPr/>
          </p:nvSpPr>
          <p:spPr>
            <a:xfrm>
              <a:off x="5995920" y="4138216"/>
              <a:ext cx="2282193" cy="811449"/>
            </a:xfrm>
            <a:custGeom>
              <a:rect b="b" l="l" r="r" t="t"/>
              <a:pathLst>
                <a:path extrusionOk="0" h="7381" w="20759">
                  <a:moveTo>
                    <a:pt x="5532" y="0"/>
                  </a:moveTo>
                  <a:lnTo>
                    <a:pt x="1" y="1965"/>
                  </a:lnTo>
                  <a:cubicBezTo>
                    <a:pt x="988" y="4382"/>
                    <a:pt x="2083" y="6690"/>
                    <a:pt x="2662" y="7215"/>
                  </a:cubicBezTo>
                  <a:cubicBezTo>
                    <a:pt x="2788" y="7329"/>
                    <a:pt x="3057" y="7380"/>
                    <a:pt x="3437" y="7380"/>
                  </a:cubicBezTo>
                  <a:cubicBezTo>
                    <a:pt x="6555" y="7380"/>
                    <a:pt x="17128" y="3956"/>
                    <a:pt x="17128" y="3956"/>
                  </a:cubicBezTo>
                  <a:cubicBezTo>
                    <a:pt x="17536" y="3902"/>
                    <a:pt x="18007" y="3812"/>
                    <a:pt x="18387" y="3739"/>
                  </a:cubicBezTo>
                  <a:cubicBezTo>
                    <a:pt x="18758" y="3667"/>
                    <a:pt x="19030" y="3603"/>
                    <a:pt x="19030" y="3603"/>
                  </a:cubicBezTo>
                  <a:lnTo>
                    <a:pt x="19573" y="4328"/>
                  </a:lnTo>
                  <a:lnTo>
                    <a:pt x="20152" y="4328"/>
                  </a:lnTo>
                  <a:cubicBezTo>
                    <a:pt x="20152" y="4328"/>
                    <a:pt x="20759" y="3259"/>
                    <a:pt x="20605" y="2481"/>
                  </a:cubicBezTo>
                  <a:cubicBezTo>
                    <a:pt x="20446" y="1722"/>
                    <a:pt x="19978" y="1230"/>
                    <a:pt x="19477" y="1230"/>
                  </a:cubicBezTo>
                  <a:cubicBezTo>
                    <a:pt x="19464" y="1230"/>
                    <a:pt x="19450" y="1231"/>
                    <a:pt x="19437" y="1232"/>
                  </a:cubicBezTo>
                  <a:cubicBezTo>
                    <a:pt x="19057" y="1250"/>
                    <a:pt x="17346" y="1630"/>
                    <a:pt x="16440" y="1829"/>
                  </a:cubicBezTo>
                  <a:lnTo>
                    <a:pt x="6139" y="2055"/>
                  </a:lnTo>
                  <a:lnTo>
                    <a:pt x="5532" y="0"/>
                  </a:lnTo>
                  <a:close/>
                </a:path>
              </a:pathLst>
            </a:custGeom>
            <a:solidFill>
              <a:srgbClr val="F59D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7"/>
            <p:cNvSpPr/>
            <p:nvPr/>
          </p:nvSpPr>
          <p:spPr>
            <a:xfrm>
              <a:off x="6466667" y="4274537"/>
              <a:ext cx="204154" cy="186234"/>
            </a:xfrm>
            <a:custGeom>
              <a:rect b="b" l="l" r="r" t="t"/>
              <a:pathLst>
                <a:path extrusionOk="0" h="1694" w="1857">
                  <a:moveTo>
                    <a:pt x="1621" y="1"/>
                  </a:moveTo>
                  <a:lnTo>
                    <a:pt x="1" y="1693"/>
                  </a:lnTo>
                  <a:lnTo>
                    <a:pt x="1857" y="815"/>
                  </a:lnTo>
                  <a:lnTo>
                    <a:pt x="1621" y="1"/>
                  </a:ln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7"/>
            <p:cNvSpPr/>
            <p:nvPr/>
          </p:nvSpPr>
          <p:spPr>
            <a:xfrm>
              <a:off x="5995920" y="4138216"/>
              <a:ext cx="637088" cy="322557"/>
            </a:xfrm>
            <a:custGeom>
              <a:rect b="b" l="l" r="r" t="t"/>
              <a:pathLst>
                <a:path extrusionOk="0" h="2934" w="5795">
                  <a:moveTo>
                    <a:pt x="5532" y="0"/>
                  </a:moveTo>
                  <a:lnTo>
                    <a:pt x="1" y="1965"/>
                  </a:lnTo>
                  <a:lnTo>
                    <a:pt x="408" y="2933"/>
                  </a:lnTo>
                  <a:lnTo>
                    <a:pt x="5795" y="878"/>
                  </a:lnTo>
                  <a:lnTo>
                    <a:pt x="5532" y="0"/>
                  </a:ln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7"/>
            <p:cNvSpPr/>
            <p:nvPr/>
          </p:nvSpPr>
          <p:spPr>
            <a:xfrm>
              <a:off x="5701400" y="3222996"/>
              <a:ext cx="928642" cy="1139282"/>
            </a:xfrm>
            <a:custGeom>
              <a:rect b="b" l="l" r="r" t="t"/>
              <a:pathLst>
                <a:path extrusionOk="0" h="10363" w="8447">
                  <a:moveTo>
                    <a:pt x="4876" y="0"/>
                  </a:moveTo>
                  <a:cubicBezTo>
                    <a:pt x="4165" y="0"/>
                    <a:pt x="2159" y="108"/>
                    <a:pt x="1186" y="1273"/>
                  </a:cubicBezTo>
                  <a:cubicBezTo>
                    <a:pt x="0" y="2704"/>
                    <a:pt x="372" y="4623"/>
                    <a:pt x="444" y="5039"/>
                  </a:cubicBezTo>
                  <a:cubicBezTo>
                    <a:pt x="516" y="5456"/>
                    <a:pt x="2472" y="10362"/>
                    <a:pt x="2472" y="10362"/>
                  </a:cubicBezTo>
                  <a:lnTo>
                    <a:pt x="2680" y="10290"/>
                  </a:lnTo>
                  <a:lnTo>
                    <a:pt x="8211" y="8325"/>
                  </a:lnTo>
                  <a:lnTo>
                    <a:pt x="8446" y="8244"/>
                  </a:lnTo>
                  <a:lnTo>
                    <a:pt x="5984" y="730"/>
                  </a:lnTo>
                  <a:lnTo>
                    <a:pt x="5133" y="6"/>
                  </a:lnTo>
                  <a:cubicBezTo>
                    <a:pt x="5133" y="6"/>
                    <a:pt x="5038" y="0"/>
                    <a:pt x="48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7"/>
            <p:cNvSpPr/>
            <p:nvPr/>
          </p:nvSpPr>
          <p:spPr>
            <a:xfrm>
              <a:off x="6369154" y="1738854"/>
              <a:ext cx="1110809" cy="1195680"/>
            </a:xfrm>
            <a:custGeom>
              <a:rect b="b" l="l" r="r" t="t"/>
              <a:pathLst>
                <a:path extrusionOk="0" h="10876" w="10104">
                  <a:moveTo>
                    <a:pt x="5240" y="0"/>
                  </a:moveTo>
                  <a:cubicBezTo>
                    <a:pt x="3056" y="0"/>
                    <a:pt x="1077" y="1493"/>
                    <a:pt x="544" y="3711"/>
                  </a:cubicBezTo>
                  <a:cubicBezTo>
                    <a:pt x="1" y="5965"/>
                    <a:pt x="987" y="8889"/>
                    <a:pt x="2961" y="10021"/>
                  </a:cubicBezTo>
                  <a:lnTo>
                    <a:pt x="2961" y="10030"/>
                  </a:lnTo>
                  <a:cubicBezTo>
                    <a:pt x="2988" y="10048"/>
                    <a:pt x="3060" y="10084"/>
                    <a:pt x="3151" y="10129"/>
                  </a:cubicBezTo>
                  <a:cubicBezTo>
                    <a:pt x="3368" y="10238"/>
                    <a:pt x="3595" y="10319"/>
                    <a:pt x="3839" y="10383"/>
                  </a:cubicBezTo>
                  <a:cubicBezTo>
                    <a:pt x="4562" y="10622"/>
                    <a:pt x="5603" y="10875"/>
                    <a:pt x="6506" y="10875"/>
                  </a:cubicBezTo>
                  <a:cubicBezTo>
                    <a:pt x="7039" y="10875"/>
                    <a:pt x="7524" y="10787"/>
                    <a:pt x="7867" y="10555"/>
                  </a:cubicBezTo>
                  <a:cubicBezTo>
                    <a:pt x="8211" y="10319"/>
                    <a:pt x="8555" y="9749"/>
                    <a:pt x="8854" y="9097"/>
                  </a:cubicBezTo>
                  <a:cubicBezTo>
                    <a:pt x="9162" y="8427"/>
                    <a:pt x="9433" y="7658"/>
                    <a:pt x="9624" y="7051"/>
                  </a:cubicBezTo>
                  <a:cubicBezTo>
                    <a:pt x="9723" y="6735"/>
                    <a:pt x="9805" y="6454"/>
                    <a:pt x="9859" y="6264"/>
                  </a:cubicBezTo>
                  <a:cubicBezTo>
                    <a:pt x="9877" y="6219"/>
                    <a:pt x="9886" y="6164"/>
                    <a:pt x="9904" y="6119"/>
                  </a:cubicBezTo>
                  <a:lnTo>
                    <a:pt x="9931" y="6001"/>
                  </a:lnTo>
                  <a:cubicBezTo>
                    <a:pt x="9940" y="5974"/>
                    <a:pt x="9940" y="5965"/>
                    <a:pt x="9940" y="5965"/>
                  </a:cubicBezTo>
                  <a:cubicBezTo>
                    <a:pt x="10067" y="5449"/>
                    <a:pt x="10103" y="4933"/>
                    <a:pt x="10067" y="4435"/>
                  </a:cubicBezTo>
                  <a:cubicBezTo>
                    <a:pt x="9895" y="2417"/>
                    <a:pt x="8456" y="642"/>
                    <a:pt x="6374" y="135"/>
                  </a:cubicBezTo>
                  <a:cubicBezTo>
                    <a:pt x="5994" y="44"/>
                    <a:pt x="5614" y="0"/>
                    <a:pt x="5240" y="0"/>
                  </a:cubicBezTo>
                  <a:close/>
                </a:path>
              </a:pathLst>
            </a:custGeom>
            <a:solidFill>
              <a:srgbClr val="F59D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7"/>
            <p:cNvSpPr/>
            <p:nvPr/>
          </p:nvSpPr>
          <p:spPr>
            <a:xfrm>
              <a:off x="6608045" y="1852638"/>
              <a:ext cx="871914" cy="559032"/>
            </a:xfrm>
            <a:custGeom>
              <a:rect b="b" l="l" r="r" t="t"/>
              <a:pathLst>
                <a:path extrusionOk="0" h="5085" w="7931">
                  <a:moveTo>
                    <a:pt x="2351" y="0"/>
                  </a:moveTo>
                  <a:cubicBezTo>
                    <a:pt x="2248" y="0"/>
                    <a:pt x="2146" y="12"/>
                    <a:pt x="2046" y="42"/>
                  </a:cubicBezTo>
                  <a:cubicBezTo>
                    <a:pt x="1711" y="132"/>
                    <a:pt x="1458" y="431"/>
                    <a:pt x="1250" y="712"/>
                  </a:cubicBezTo>
                  <a:cubicBezTo>
                    <a:pt x="842" y="1255"/>
                    <a:pt x="480" y="1825"/>
                    <a:pt x="281" y="2468"/>
                  </a:cubicBezTo>
                  <a:cubicBezTo>
                    <a:pt x="82" y="3111"/>
                    <a:pt x="0" y="3862"/>
                    <a:pt x="272" y="4478"/>
                  </a:cubicBezTo>
                  <a:cubicBezTo>
                    <a:pt x="1367" y="4043"/>
                    <a:pt x="2245" y="3102"/>
                    <a:pt x="2607" y="1979"/>
                  </a:cubicBezTo>
                  <a:cubicBezTo>
                    <a:pt x="3149" y="2404"/>
                    <a:pt x="3807" y="2636"/>
                    <a:pt x="4475" y="2636"/>
                  </a:cubicBezTo>
                  <a:cubicBezTo>
                    <a:pt x="4790" y="2636"/>
                    <a:pt x="5106" y="2584"/>
                    <a:pt x="5414" y="2477"/>
                  </a:cubicBezTo>
                  <a:lnTo>
                    <a:pt x="5414" y="2477"/>
                  </a:lnTo>
                  <a:cubicBezTo>
                    <a:pt x="5296" y="2721"/>
                    <a:pt x="5350" y="3083"/>
                    <a:pt x="5495" y="3301"/>
                  </a:cubicBezTo>
                  <a:cubicBezTo>
                    <a:pt x="5631" y="3527"/>
                    <a:pt x="5857" y="3690"/>
                    <a:pt x="6084" y="3826"/>
                  </a:cubicBezTo>
                  <a:cubicBezTo>
                    <a:pt x="6319" y="3952"/>
                    <a:pt x="6563" y="4061"/>
                    <a:pt x="6790" y="4197"/>
                  </a:cubicBezTo>
                  <a:cubicBezTo>
                    <a:pt x="7161" y="4423"/>
                    <a:pt x="7469" y="4740"/>
                    <a:pt x="7731" y="5084"/>
                  </a:cubicBezTo>
                  <a:lnTo>
                    <a:pt x="7758" y="4966"/>
                  </a:lnTo>
                  <a:cubicBezTo>
                    <a:pt x="7767" y="4939"/>
                    <a:pt x="7767" y="4930"/>
                    <a:pt x="7767" y="4930"/>
                  </a:cubicBezTo>
                  <a:cubicBezTo>
                    <a:pt x="7894" y="4414"/>
                    <a:pt x="7930" y="3898"/>
                    <a:pt x="7894" y="3400"/>
                  </a:cubicBezTo>
                  <a:cubicBezTo>
                    <a:pt x="7876" y="3382"/>
                    <a:pt x="7867" y="3355"/>
                    <a:pt x="7858" y="3337"/>
                  </a:cubicBezTo>
                  <a:cubicBezTo>
                    <a:pt x="7559" y="2803"/>
                    <a:pt x="7270" y="2269"/>
                    <a:pt x="6853" y="1816"/>
                  </a:cubicBezTo>
                  <a:cubicBezTo>
                    <a:pt x="6355" y="1282"/>
                    <a:pt x="5694" y="902"/>
                    <a:pt x="5006" y="630"/>
                  </a:cubicBezTo>
                  <a:cubicBezTo>
                    <a:pt x="4318" y="368"/>
                    <a:pt x="3594" y="214"/>
                    <a:pt x="2879" y="69"/>
                  </a:cubicBezTo>
                  <a:cubicBezTo>
                    <a:pt x="2707" y="35"/>
                    <a:pt x="2528" y="0"/>
                    <a:pt x="2351" y="0"/>
                  </a:cubicBez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7"/>
            <p:cNvSpPr/>
            <p:nvPr/>
          </p:nvSpPr>
          <p:spPr>
            <a:xfrm>
              <a:off x="7081761" y="2363732"/>
              <a:ext cx="95646" cy="168314"/>
            </a:xfrm>
            <a:custGeom>
              <a:rect b="b" l="l" r="r" t="t"/>
              <a:pathLst>
                <a:path extrusionOk="0" h="1531" w="870">
                  <a:moveTo>
                    <a:pt x="688" y="1"/>
                  </a:moveTo>
                  <a:lnTo>
                    <a:pt x="688" y="1"/>
                  </a:lnTo>
                  <a:cubicBezTo>
                    <a:pt x="625" y="145"/>
                    <a:pt x="562" y="281"/>
                    <a:pt x="525" y="435"/>
                  </a:cubicBezTo>
                  <a:cubicBezTo>
                    <a:pt x="471" y="580"/>
                    <a:pt x="444" y="734"/>
                    <a:pt x="417" y="888"/>
                  </a:cubicBezTo>
                  <a:cubicBezTo>
                    <a:pt x="417" y="888"/>
                    <a:pt x="417" y="888"/>
                    <a:pt x="417" y="897"/>
                  </a:cubicBezTo>
                  <a:cubicBezTo>
                    <a:pt x="426" y="915"/>
                    <a:pt x="444" y="933"/>
                    <a:pt x="462" y="933"/>
                  </a:cubicBezTo>
                  <a:cubicBezTo>
                    <a:pt x="470" y="932"/>
                    <a:pt x="478" y="932"/>
                    <a:pt x="486" y="932"/>
                  </a:cubicBezTo>
                  <a:cubicBezTo>
                    <a:pt x="586" y="932"/>
                    <a:pt x="683" y="985"/>
                    <a:pt x="725" y="1069"/>
                  </a:cubicBezTo>
                  <a:cubicBezTo>
                    <a:pt x="770" y="1150"/>
                    <a:pt x="734" y="1268"/>
                    <a:pt x="652" y="1349"/>
                  </a:cubicBezTo>
                  <a:cubicBezTo>
                    <a:pt x="580" y="1422"/>
                    <a:pt x="471" y="1467"/>
                    <a:pt x="353" y="1476"/>
                  </a:cubicBezTo>
                  <a:cubicBezTo>
                    <a:pt x="332" y="1478"/>
                    <a:pt x="310" y="1479"/>
                    <a:pt x="289" y="1479"/>
                  </a:cubicBezTo>
                  <a:cubicBezTo>
                    <a:pt x="193" y="1479"/>
                    <a:pt x="96" y="1464"/>
                    <a:pt x="0" y="1449"/>
                  </a:cubicBezTo>
                  <a:lnTo>
                    <a:pt x="0" y="1449"/>
                  </a:lnTo>
                  <a:cubicBezTo>
                    <a:pt x="118" y="1485"/>
                    <a:pt x="236" y="1521"/>
                    <a:pt x="353" y="1530"/>
                  </a:cubicBezTo>
                  <a:cubicBezTo>
                    <a:pt x="480" y="1530"/>
                    <a:pt x="616" y="1494"/>
                    <a:pt x="715" y="1404"/>
                  </a:cubicBezTo>
                  <a:cubicBezTo>
                    <a:pt x="806" y="1313"/>
                    <a:pt x="869" y="1159"/>
                    <a:pt x="797" y="1023"/>
                  </a:cubicBezTo>
                  <a:cubicBezTo>
                    <a:pt x="751" y="915"/>
                    <a:pt x="632" y="853"/>
                    <a:pt x="513" y="849"/>
                  </a:cubicBezTo>
                  <a:lnTo>
                    <a:pt x="513" y="849"/>
                  </a:lnTo>
                  <a:cubicBezTo>
                    <a:pt x="531" y="712"/>
                    <a:pt x="555" y="582"/>
                    <a:pt x="580" y="444"/>
                  </a:cubicBezTo>
                  <a:cubicBezTo>
                    <a:pt x="616" y="299"/>
                    <a:pt x="652" y="154"/>
                    <a:pt x="688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7"/>
            <p:cNvSpPr/>
            <p:nvPr/>
          </p:nvSpPr>
          <p:spPr>
            <a:xfrm>
              <a:off x="7055816" y="2493128"/>
              <a:ext cx="15061" cy="25945"/>
            </a:xfrm>
            <a:custGeom>
              <a:rect b="b" l="l" r="r" t="t"/>
              <a:pathLst>
                <a:path extrusionOk="0" h="236" w="137">
                  <a:moveTo>
                    <a:pt x="19" y="0"/>
                  </a:moveTo>
                  <a:lnTo>
                    <a:pt x="19" y="0"/>
                  </a:lnTo>
                  <a:cubicBezTo>
                    <a:pt x="1" y="55"/>
                    <a:pt x="10" y="100"/>
                    <a:pt x="28" y="136"/>
                  </a:cubicBezTo>
                  <a:cubicBezTo>
                    <a:pt x="46" y="172"/>
                    <a:pt x="73" y="209"/>
                    <a:pt x="128" y="236"/>
                  </a:cubicBezTo>
                  <a:cubicBezTo>
                    <a:pt x="137" y="181"/>
                    <a:pt x="128" y="136"/>
                    <a:pt x="110" y="100"/>
                  </a:cubicBezTo>
                  <a:cubicBezTo>
                    <a:pt x="91" y="64"/>
                    <a:pt x="64" y="28"/>
                    <a:pt x="19" y="0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7"/>
            <p:cNvSpPr/>
            <p:nvPr/>
          </p:nvSpPr>
          <p:spPr>
            <a:xfrm>
              <a:off x="6898607" y="2142760"/>
              <a:ext cx="165346" cy="56178"/>
            </a:xfrm>
            <a:custGeom>
              <a:rect b="b" l="l" r="r" t="t"/>
              <a:pathLst>
                <a:path extrusionOk="0" h="511" w="1504">
                  <a:moveTo>
                    <a:pt x="836" y="1"/>
                  </a:moveTo>
                  <a:cubicBezTo>
                    <a:pt x="792" y="1"/>
                    <a:pt x="749" y="4"/>
                    <a:pt x="707" y="10"/>
                  </a:cubicBezTo>
                  <a:cubicBezTo>
                    <a:pt x="571" y="19"/>
                    <a:pt x="444" y="55"/>
                    <a:pt x="327" y="109"/>
                  </a:cubicBezTo>
                  <a:cubicBezTo>
                    <a:pt x="209" y="164"/>
                    <a:pt x="91" y="236"/>
                    <a:pt x="10" y="336"/>
                  </a:cubicBezTo>
                  <a:cubicBezTo>
                    <a:pt x="1" y="345"/>
                    <a:pt x="1" y="354"/>
                    <a:pt x="1" y="372"/>
                  </a:cubicBezTo>
                  <a:cubicBezTo>
                    <a:pt x="1" y="399"/>
                    <a:pt x="19" y="417"/>
                    <a:pt x="46" y="417"/>
                  </a:cubicBezTo>
                  <a:cubicBezTo>
                    <a:pt x="173" y="426"/>
                    <a:pt x="290" y="426"/>
                    <a:pt x="399" y="426"/>
                  </a:cubicBezTo>
                  <a:cubicBezTo>
                    <a:pt x="499" y="435"/>
                    <a:pt x="607" y="444"/>
                    <a:pt x="707" y="453"/>
                  </a:cubicBezTo>
                  <a:lnTo>
                    <a:pt x="1005" y="490"/>
                  </a:lnTo>
                  <a:cubicBezTo>
                    <a:pt x="1086" y="497"/>
                    <a:pt x="1167" y="510"/>
                    <a:pt x="1257" y="510"/>
                  </a:cubicBezTo>
                  <a:cubicBezTo>
                    <a:pt x="1278" y="510"/>
                    <a:pt x="1300" y="510"/>
                    <a:pt x="1322" y="508"/>
                  </a:cubicBezTo>
                  <a:lnTo>
                    <a:pt x="1331" y="508"/>
                  </a:lnTo>
                  <a:cubicBezTo>
                    <a:pt x="1368" y="508"/>
                    <a:pt x="1404" y="490"/>
                    <a:pt x="1431" y="463"/>
                  </a:cubicBezTo>
                  <a:cubicBezTo>
                    <a:pt x="1494" y="408"/>
                    <a:pt x="1503" y="309"/>
                    <a:pt x="1440" y="245"/>
                  </a:cubicBezTo>
                  <a:cubicBezTo>
                    <a:pt x="1349" y="137"/>
                    <a:pt x="1232" y="82"/>
                    <a:pt x="1096" y="37"/>
                  </a:cubicBezTo>
                  <a:cubicBezTo>
                    <a:pt x="1012" y="13"/>
                    <a:pt x="923" y="1"/>
                    <a:pt x="8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7"/>
            <p:cNvSpPr/>
            <p:nvPr/>
          </p:nvSpPr>
          <p:spPr>
            <a:xfrm>
              <a:off x="7295697" y="2225432"/>
              <a:ext cx="150395" cy="92347"/>
            </a:xfrm>
            <a:custGeom>
              <a:rect b="b" l="l" r="r" t="t"/>
              <a:pathLst>
                <a:path extrusionOk="0" h="840" w="1368">
                  <a:moveTo>
                    <a:pt x="358" y="0"/>
                  </a:moveTo>
                  <a:cubicBezTo>
                    <a:pt x="279" y="0"/>
                    <a:pt x="202" y="14"/>
                    <a:pt x="127" y="45"/>
                  </a:cubicBezTo>
                  <a:cubicBezTo>
                    <a:pt x="91" y="55"/>
                    <a:pt x="64" y="82"/>
                    <a:pt x="46" y="109"/>
                  </a:cubicBezTo>
                  <a:cubicBezTo>
                    <a:pt x="1" y="190"/>
                    <a:pt x="28" y="281"/>
                    <a:pt x="100" y="326"/>
                  </a:cubicBezTo>
                  <a:lnTo>
                    <a:pt x="118" y="335"/>
                  </a:lnTo>
                  <a:cubicBezTo>
                    <a:pt x="218" y="389"/>
                    <a:pt x="308" y="426"/>
                    <a:pt x="408" y="462"/>
                  </a:cubicBezTo>
                  <a:lnTo>
                    <a:pt x="689" y="561"/>
                  </a:lnTo>
                  <a:cubicBezTo>
                    <a:pt x="779" y="598"/>
                    <a:pt x="879" y="643"/>
                    <a:pt x="978" y="679"/>
                  </a:cubicBezTo>
                  <a:cubicBezTo>
                    <a:pt x="1078" y="724"/>
                    <a:pt x="1177" y="779"/>
                    <a:pt x="1286" y="833"/>
                  </a:cubicBezTo>
                  <a:cubicBezTo>
                    <a:pt x="1291" y="838"/>
                    <a:pt x="1297" y="840"/>
                    <a:pt x="1304" y="840"/>
                  </a:cubicBezTo>
                  <a:cubicBezTo>
                    <a:pt x="1311" y="840"/>
                    <a:pt x="1318" y="838"/>
                    <a:pt x="1322" y="833"/>
                  </a:cubicBezTo>
                  <a:cubicBezTo>
                    <a:pt x="1349" y="833"/>
                    <a:pt x="1368" y="806"/>
                    <a:pt x="1359" y="779"/>
                  </a:cubicBezTo>
                  <a:cubicBezTo>
                    <a:pt x="1331" y="643"/>
                    <a:pt x="1268" y="534"/>
                    <a:pt x="1187" y="426"/>
                  </a:cubicBezTo>
                  <a:cubicBezTo>
                    <a:pt x="1105" y="326"/>
                    <a:pt x="1005" y="236"/>
                    <a:pt x="888" y="163"/>
                  </a:cubicBezTo>
                  <a:cubicBezTo>
                    <a:pt x="779" y="91"/>
                    <a:pt x="652" y="36"/>
                    <a:pt x="526" y="18"/>
                  </a:cubicBezTo>
                  <a:cubicBezTo>
                    <a:pt x="469" y="7"/>
                    <a:pt x="413" y="0"/>
                    <a:pt x="358" y="0"/>
                  </a:cubicBezTo>
                  <a:close/>
                </a:path>
              </a:pathLst>
            </a:custGeom>
            <a:solidFill>
              <a:srgbClr val="00244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7"/>
            <p:cNvSpPr/>
            <p:nvPr/>
          </p:nvSpPr>
          <p:spPr>
            <a:xfrm>
              <a:off x="7256890" y="2364722"/>
              <a:ext cx="104660" cy="110707"/>
            </a:xfrm>
            <a:custGeom>
              <a:rect b="b" l="l" r="r" t="t"/>
              <a:pathLst>
                <a:path extrusionOk="0" h="1007" w="952">
                  <a:moveTo>
                    <a:pt x="508" y="0"/>
                  </a:moveTo>
                  <a:cubicBezTo>
                    <a:pt x="309" y="0"/>
                    <a:pt x="120" y="169"/>
                    <a:pt x="64" y="408"/>
                  </a:cubicBezTo>
                  <a:cubicBezTo>
                    <a:pt x="1" y="680"/>
                    <a:pt x="127" y="942"/>
                    <a:pt x="354" y="996"/>
                  </a:cubicBezTo>
                  <a:cubicBezTo>
                    <a:pt x="382" y="1003"/>
                    <a:pt x="410" y="1006"/>
                    <a:pt x="438" y="1006"/>
                  </a:cubicBezTo>
                  <a:cubicBezTo>
                    <a:pt x="636" y="1006"/>
                    <a:pt x="823" y="845"/>
                    <a:pt x="879" y="607"/>
                  </a:cubicBezTo>
                  <a:cubicBezTo>
                    <a:pt x="951" y="326"/>
                    <a:pt x="815" y="64"/>
                    <a:pt x="589" y="10"/>
                  </a:cubicBezTo>
                  <a:cubicBezTo>
                    <a:pt x="562" y="3"/>
                    <a:pt x="535" y="0"/>
                    <a:pt x="5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7"/>
            <p:cNvSpPr/>
            <p:nvPr/>
          </p:nvSpPr>
          <p:spPr>
            <a:xfrm>
              <a:off x="6919495" y="2284029"/>
              <a:ext cx="104660" cy="110707"/>
            </a:xfrm>
            <a:custGeom>
              <a:rect b="b" l="l" r="r" t="t"/>
              <a:pathLst>
                <a:path extrusionOk="0" h="1007" w="952">
                  <a:moveTo>
                    <a:pt x="505" y="0"/>
                  </a:moveTo>
                  <a:cubicBezTo>
                    <a:pt x="307" y="0"/>
                    <a:pt x="120" y="163"/>
                    <a:pt x="64" y="409"/>
                  </a:cubicBezTo>
                  <a:cubicBezTo>
                    <a:pt x="1" y="680"/>
                    <a:pt x="128" y="943"/>
                    <a:pt x="354" y="997"/>
                  </a:cubicBezTo>
                  <a:cubicBezTo>
                    <a:pt x="381" y="1004"/>
                    <a:pt x="408" y="1007"/>
                    <a:pt x="435" y="1007"/>
                  </a:cubicBezTo>
                  <a:cubicBezTo>
                    <a:pt x="634" y="1007"/>
                    <a:pt x="823" y="838"/>
                    <a:pt x="879" y="599"/>
                  </a:cubicBezTo>
                  <a:cubicBezTo>
                    <a:pt x="951" y="327"/>
                    <a:pt x="815" y="65"/>
                    <a:pt x="589" y="10"/>
                  </a:cubicBezTo>
                  <a:cubicBezTo>
                    <a:pt x="561" y="4"/>
                    <a:pt x="533" y="0"/>
                    <a:pt x="5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7"/>
            <p:cNvSpPr/>
            <p:nvPr/>
          </p:nvSpPr>
          <p:spPr>
            <a:xfrm>
              <a:off x="7251943" y="2505880"/>
              <a:ext cx="175240" cy="233177"/>
            </a:xfrm>
            <a:custGeom>
              <a:rect b="b" l="l" r="r" t="t"/>
              <a:pathLst>
                <a:path extrusionOk="0" h="2121" w="1594">
                  <a:moveTo>
                    <a:pt x="1195" y="0"/>
                  </a:moveTo>
                  <a:cubicBezTo>
                    <a:pt x="700" y="0"/>
                    <a:pt x="251" y="331"/>
                    <a:pt x="127" y="835"/>
                  </a:cubicBezTo>
                  <a:cubicBezTo>
                    <a:pt x="0" y="1387"/>
                    <a:pt x="308" y="1939"/>
                    <a:pt x="824" y="2120"/>
                  </a:cubicBezTo>
                  <a:cubicBezTo>
                    <a:pt x="1132" y="1450"/>
                    <a:pt x="1403" y="681"/>
                    <a:pt x="1594" y="74"/>
                  </a:cubicBezTo>
                  <a:cubicBezTo>
                    <a:pt x="1548" y="56"/>
                    <a:pt x="1494" y="38"/>
                    <a:pt x="1449" y="29"/>
                  </a:cubicBezTo>
                  <a:cubicBezTo>
                    <a:pt x="1364" y="10"/>
                    <a:pt x="1279" y="0"/>
                    <a:pt x="1195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7"/>
            <p:cNvSpPr/>
            <p:nvPr/>
          </p:nvSpPr>
          <p:spPr>
            <a:xfrm>
              <a:off x="6679724" y="2368570"/>
              <a:ext cx="264839" cy="240653"/>
            </a:xfrm>
            <a:custGeom>
              <a:rect b="b" l="l" r="r" t="t"/>
              <a:pathLst>
                <a:path extrusionOk="0" h="2189" w="2409">
                  <a:moveTo>
                    <a:pt x="1208" y="0"/>
                  </a:moveTo>
                  <a:cubicBezTo>
                    <a:pt x="711" y="0"/>
                    <a:pt x="260" y="339"/>
                    <a:pt x="136" y="844"/>
                  </a:cubicBezTo>
                  <a:cubicBezTo>
                    <a:pt x="0" y="1432"/>
                    <a:pt x="362" y="2021"/>
                    <a:pt x="951" y="2156"/>
                  </a:cubicBezTo>
                  <a:cubicBezTo>
                    <a:pt x="1038" y="2178"/>
                    <a:pt x="1126" y="2188"/>
                    <a:pt x="1212" y="2188"/>
                  </a:cubicBezTo>
                  <a:cubicBezTo>
                    <a:pt x="1704" y="2188"/>
                    <a:pt x="2148" y="1851"/>
                    <a:pt x="2263" y="1351"/>
                  </a:cubicBezTo>
                  <a:cubicBezTo>
                    <a:pt x="2408" y="762"/>
                    <a:pt x="2046" y="174"/>
                    <a:pt x="1458" y="29"/>
                  </a:cubicBezTo>
                  <a:cubicBezTo>
                    <a:pt x="1374" y="10"/>
                    <a:pt x="1291" y="0"/>
                    <a:pt x="1208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7"/>
            <p:cNvSpPr/>
            <p:nvPr/>
          </p:nvSpPr>
          <p:spPr>
            <a:xfrm>
              <a:off x="7017009" y="2650337"/>
              <a:ext cx="80804" cy="24626"/>
            </a:xfrm>
            <a:custGeom>
              <a:rect b="b" l="l" r="r" t="t"/>
              <a:pathLst>
                <a:path extrusionOk="0" h="224" w="735">
                  <a:moveTo>
                    <a:pt x="1" y="1"/>
                  </a:moveTo>
                  <a:cubicBezTo>
                    <a:pt x="91" y="100"/>
                    <a:pt x="209" y="164"/>
                    <a:pt x="336" y="200"/>
                  </a:cubicBezTo>
                  <a:cubicBezTo>
                    <a:pt x="409" y="214"/>
                    <a:pt x="481" y="224"/>
                    <a:pt x="552" y="224"/>
                  </a:cubicBezTo>
                  <a:cubicBezTo>
                    <a:pt x="614" y="224"/>
                    <a:pt x="675" y="217"/>
                    <a:pt x="734" y="200"/>
                  </a:cubicBezTo>
                  <a:cubicBezTo>
                    <a:pt x="598" y="173"/>
                    <a:pt x="481" y="155"/>
                    <a:pt x="363" y="127"/>
                  </a:cubicBezTo>
                  <a:cubicBezTo>
                    <a:pt x="236" y="91"/>
                    <a:pt x="119" y="46"/>
                    <a:pt x="1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7"/>
            <p:cNvSpPr/>
            <p:nvPr/>
          </p:nvSpPr>
          <p:spPr>
            <a:xfrm>
              <a:off x="6967318" y="2522920"/>
              <a:ext cx="233947" cy="128297"/>
            </a:xfrm>
            <a:custGeom>
              <a:rect b="b" l="l" r="r" t="t"/>
              <a:pathLst>
                <a:path extrusionOk="0" h="1167" w="2128">
                  <a:moveTo>
                    <a:pt x="0" y="1"/>
                  </a:moveTo>
                  <a:cubicBezTo>
                    <a:pt x="0" y="1"/>
                    <a:pt x="18" y="381"/>
                    <a:pt x="236" y="707"/>
                  </a:cubicBezTo>
                  <a:cubicBezTo>
                    <a:pt x="371" y="906"/>
                    <a:pt x="580" y="1087"/>
                    <a:pt x="896" y="1151"/>
                  </a:cubicBezTo>
                  <a:cubicBezTo>
                    <a:pt x="966" y="1162"/>
                    <a:pt x="1032" y="1167"/>
                    <a:pt x="1096" y="1167"/>
                  </a:cubicBezTo>
                  <a:cubicBezTo>
                    <a:pt x="1290" y="1167"/>
                    <a:pt x="1457" y="1119"/>
                    <a:pt x="1594" y="1051"/>
                  </a:cubicBezTo>
                  <a:cubicBezTo>
                    <a:pt x="1956" y="861"/>
                    <a:pt x="2128" y="526"/>
                    <a:pt x="2128" y="526"/>
                  </a:cubicBezTo>
                  <a:cubicBezTo>
                    <a:pt x="2128" y="526"/>
                    <a:pt x="1032" y="390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7"/>
            <p:cNvSpPr/>
            <p:nvPr/>
          </p:nvSpPr>
          <p:spPr>
            <a:xfrm>
              <a:off x="6993153" y="2594929"/>
              <a:ext cx="149405" cy="56288"/>
            </a:xfrm>
            <a:custGeom>
              <a:rect b="b" l="l" r="r" t="t"/>
              <a:pathLst>
                <a:path extrusionOk="0" h="512" w="1359">
                  <a:moveTo>
                    <a:pt x="390" y="0"/>
                  </a:moveTo>
                  <a:cubicBezTo>
                    <a:pt x="240" y="0"/>
                    <a:pt x="106" y="24"/>
                    <a:pt x="1" y="52"/>
                  </a:cubicBezTo>
                  <a:cubicBezTo>
                    <a:pt x="136" y="251"/>
                    <a:pt x="345" y="432"/>
                    <a:pt x="661" y="496"/>
                  </a:cubicBezTo>
                  <a:cubicBezTo>
                    <a:pt x="731" y="507"/>
                    <a:pt x="797" y="512"/>
                    <a:pt x="861" y="512"/>
                  </a:cubicBezTo>
                  <a:cubicBezTo>
                    <a:pt x="1055" y="512"/>
                    <a:pt x="1222" y="464"/>
                    <a:pt x="1359" y="396"/>
                  </a:cubicBezTo>
                  <a:cubicBezTo>
                    <a:pt x="1026" y="87"/>
                    <a:pt x="677" y="0"/>
                    <a:pt x="390" y="0"/>
                  </a:cubicBezTo>
                  <a:close/>
                </a:path>
              </a:pathLst>
            </a:custGeom>
            <a:solidFill>
              <a:srgbClr val="D45B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7"/>
            <p:cNvSpPr/>
            <p:nvPr/>
          </p:nvSpPr>
          <p:spPr>
            <a:xfrm>
              <a:off x="6462709" y="2227961"/>
              <a:ext cx="127528" cy="222074"/>
            </a:xfrm>
            <a:custGeom>
              <a:rect b="b" l="l" r="r" t="t"/>
              <a:pathLst>
                <a:path extrusionOk="0" h="2020" w="1160">
                  <a:moveTo>
                    <a:pt x="904" y="683"/>
                  </a:moveTo>
                  <a:cubicBezTo>
                    <a:pt x="917" y="683"/>
                    <a:pt x="930" y="684"/>
                    <a:pt x="942" y="686"/>
                  </a:cubicBezTo>
                  <a:lnTo>
                    <a:pt x="942" y="686"/>
                  </a:lnTo>
                  <a:cubicBezTo>
                    <a:pt x="974" y="885"/>
                    <a:pt x="999" y="1091"/>
                    <a:pt x="1024" y="1290"/>
                  </a:cubicBezTo>
                  <a:cubicBezTo>
                    <a:pt x="1033" y="1408"/>
                    <a:pt x="1042" y="1516"/>
                    <a:pt x="1051" y="1625"/>
                  </a:cubicBezTo>
                  <a:cubicBezTo>
                    <a:pt x="1060" y="1733"/>
                    <a:pt x="1051" y="1842"/>
                    <a:pt x="978" y="1887"/>
                  </a:cubicBezTo>
                  <a:cubicBezTo>
                    <a:pt x="949" y="1912"/>
                    <a:pt x="911" y="1924"/>
                    <a:pt x="870" y="1924"/>
                  </a:cubicBezTo>
                  <a:cubicBezTo>
                    <a:pt x="821" y="1924"/>
                    <a:pt x="769" y="1908"/>
                    <a:pt x="725" y="1878"/>
                  </a:cubicBezTo>
                  <a:cubicBezTo>
                    <a:pt x="634" y="1824"/>
                    <a:pt x="562" y="1742"/>
                    <a:pt x="517" y="1652"/>
                  </a:cubicBezTo>
                  <a:cubicBezTo>
                    <a:pt x="417" y="1462"/>
                    <a:pt x="399" y="1226"/>
                    <a:pt x="480" y="1027"/>
                  </a:cubicBezTo>
                  <a:cubicBezTo>
                    <a:pt x="517" y="928"/>
                    <a:pt x="580" y="837"/>
                    <a:pt x="671" y="774"/>
                  </a:cubicBezTo>
                  <a:cubicBezTo>
                    <a:pt x="734" y="718"/>
                    <a:pt x="819" y="683"/>
                    <a:pt x="904" y="683"/>
                  </a:cubicBezTo>
                  <a:close/>
                  <a:moveTo>
                    <a:pt x="615" y="1"/>
                  </a:moveTo>
                  <a:cubicBezTo>
                    <a:pt x="521" y="1"/>
                    <a:pt x="431" y="40"/>
                    <a:pt x="363" y="95"/>
                  </a:cubicBezTo>
                  <a:cubicBezTo>
                    <a:pt x="263" y="158"/>
                    <a:pt x="191" y="258"/>
                    <a:pt x="145" y="357"/>
                  </a:cubicBezTo>
                  <a:cubicBezTo>
                    <a:pt x="37" y="566"/>
                    <a:pt x="1" y="801"/>
                    <a:pt x="55" y="1018"/>
                  </a:cubicBezTo>
                  <a:cubicBezTo>
                    <a:pt x="28" y="801"/>
                    <a:pt x="73" y="566"/>
                    <a:pt x="191" y="385"/>
                  </a:cubicBezTo>
                  <a:cubicBezTo>
                    <a:pt x="245" y="294"/>
                    <a:pt x="308" y="204"/>
                    <a:pt x="399" y="149"/>
                  </a:cubicBezTo>
                  <a:cubicBezTo>
                    <a:pt x="462" y="105"/>
                    <a:pt x="533" y="79"/>
                    <a:pt x="602" y="79"/>
                  </a:cubicBezTo>
                  <a:cubicBezTo>
                    <a:pt x="632" y="79"/>
                    <a:pt x="661" y="84"/>
                    <a:pt x="689" y="95"/>
                  </a:cubicBezTo>
                  <a:cubicBezTo>
                    <a:pt x="779" y="122"/>
                    <a:pt x="833" y="213"/>
                    <a:pt x="870" y="312"/>
                  </a:cubicBezTo>
                  <a:cubicBezTo>
                    <a:pt x="897" y="412"/>
                    <a:pt x="915" y="520"/>
                    <a:pt x="933" y="629"/>
                  </a:cubicBezTo>
                  <a:cubicBezTo>
                    <a:pt x="936" y="647"/>
                    <a:pt x="939" y="665"/>
                    <a:pt x="942" y="683"/>
                  </a:cubicBezTo>
                  <a:lnTo>
                    <a:pt x="942" y="683"/>
                  </a:lnTo>
                  <a:cubicBezTo>
                    <a:pt x="920" y="678"/>
                    <a:pt x="899" y="676"/>
                    <a:pt x="877" y="676"/>
                  </a:cubicBezTo>
                  <a:cubicBezTo>
                    <a:pt x="799" y="676"/>
                    <a:pt x="722" y="703"/>
                    <a:pt x="652" y="747"/>
                  </a:cubicBezTo>
                  <a:cubicBezTo>
                    <a:pt x="553" y="810"/>
                    <a:pt x="480" y="901"/>
                    <a:pt x="426" y="1009"/>
                  </a:cubicBezTo>
                  <a:cubicBezTo>
                    <a:pt x="336" y="1217"/>
                    <a:pt x="345" y="1471"/>
                    <a:pt x="444" y="1688"/>
                  </a:cubicBezTo>
                  <a:cubicBezTo>
                    <a:pt x="499" y="1788"/>
                    <a:pt x="571" y="1887"/>
                    <a:pt x="671" y="1960"/>
                  </a:cubicBezTo>
                  <a:cubicBezTo>
                    <a:pt x="726" y="1995"/>
                    <a:pt x="799" y="2019"/>
                    <a:pt x="873" y="2019"/>
                  </a:cubicBezTo>
                  <a:cubicBezTo>
                    <a:pt x="931" y="2019"/>
                    <a:pt x="990" y="2005"/>
                    <a:pt x="1042" y="1969"/>
                  </a:cubicBezTo>
                  <a:cubicBezTo>
                    <a:pt x="1096" y="1924"/>
                    <a:pt x="1132" y="1860"/>
                    <a:pt x="1141" y="1797"/>
                  </a:cubicBezTo>
                  <a:cubicBezTo>
                    <a:pt x="1159" y="1733"/>
                    <a:pt x="1159" y="1679"/>
                    <a:pt x="1150" y="1616"/>
                  </a:cubicBezTo>
                  <a:cubicBezTo>
                    <a:pt x="1150" y="1507"/>
                    <a:pt x="1141" y="1389"/>
                    <a:pt x="1123" y="1281"/>
                  </a:cubicBezTo>
                  <a:cubicBezTo>
                    <a:pt x="1105" y="1054"/>
                    <a:pt x="1069" y="837"/>
                    <a:pt x="1033" y="611"/>
                  </a:cubicBezTo>
                  <a:cubicBezTo>
                    <a:pt x="1005" y="502"/>
                    <a:pt x="996" y="394"/>
                    <a:pt x="951" y="285"/>
                  </a:cubicBezTo>
                  <a:cubicBezTo>
                    <a:pt x="915" y="167"/>
                    <a:pt x="843" y="50"/>
                    <a:pt x="707" y="13"/>
                  </a:cubicBezTo>
                  <a:cubicBezTo>
                    <a:pt x="676" y="5"/>
                    <a:pt x="645" y="1"/>
                    <a:pt x="615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7"/>
            <p:cNvSpPr/>
            <p:nvPr/>
          </p:nvSpPr>
          <p:spPr>
            <a:xfrm>
              <a:off x="6262735" y="1624300"/>
              <a:ext cx="1419293" cy="852016"/>
            </a:xfrm>
            <a:custGeom>
              <a:rect b="b" l="l" r="r" t="t"/>
              <a:pathLst>
                <a:path extrusionOk="0" h="7750" w="12910">
                  <a:moveTo>
                    <a:pt x="6144" y="0"/>
                  </a:moveTo>
                  <a:cubicBezTo>
                    <a:pt x="5449" y="0"/>
                    <a:pt x="4756" y="137"/>
                    <a:pt x="4119" y="417"/>
                  </a:cubicBezTo>
                  <a:cubicBezTo>
                    <a:pt x="3666" y="616"/>
                    <a:pt x="3286" y="924"/>
                    <a:pt x="3114" y="1385"/>
                  </a:cubicBezTo>
                  <a:cubicBezTo>
                    <a:pt x="2905" y="1170"/>
                    <a:pt x="2606" y="1054"/>
                    <a:pt x="2310" y="1054"/>
                  </a:cubicBezTo>
                  <a:cubicBezTo>
                    <a:pt x="2208" y="1054"/>
                    <a:pt x="2107" y="1068"/>
                    <a:pt x="2010" y="1096"/>
                  </a:cubicBezTo>
                  <a:cubicBezTo>
                    <a:pt x="1620" y="1213"/>
                    <a:pt x="1313" y="1548"/>
                    <a:pt x="1231" y="1938"/>
                  </a:cubicBezTo>
                  <a:cubicBezTo>
                    <a:pt x="1141" y="2354"/>
                    <a:pt x="1286" y="2798"/>
                    <a:pt x="1123" y="3187"/>
                  </a:cubicBezTo>
                  <a:cubicBezTo>
                    <a:pt x="978" y="3549"/>
                    <a:pt x="607" y="3757"/>
                    <a:pt x="371" y="4065"/>
                  </a:cubicBezTo>
                  <a:cubicBezTo>
                    <a:pt x="18" y="4518"/>
                    <a:pt x="0" y="5160"/>
                    <a:pt x="163" y="5713"/>
                  </a:cubicBezTo>
                  <a:cubicBezTo>
                    <a:pt x="163" y="5722"/>
                    <a:pt x="172" y="5722"/>
                    <a:pt x="172" y="5731"/>
                  </a:cubicBezTo>
                  <a:cubicBezTo>
                    <a:pt x="244" y="6147"/>
                    <a:pt x="426" y="6536"/>
                    <a:pt x="670" y="6880"/>
                  </a:cubicBezTo>
                  <a:cubicBezTo>
                    <a:pt x="824" y="7080"/>
                    <a:pt x="996" y="7270"/>
                    <a:pt x="1204" y="7405"/>
                  </a:cubicBezTo>
                  <a:cubicBezTo>
                    <a:pt x="1322" y="7532"/>
                    <a:pt x="1448" y="7641"/>
                    <a:pt x="1584" y="7722"/>
                  </a:cubicBezTo>
                  <a:cubicBezTo>
                    <a:pt x="1604" y="7727"/>
                    <a:pt x="1623" y="7728"/>
                    <a:pt x="1641" y="7728"/>
                  </a:cubicBezTo>
                  <a:cubicBezTo>
                    <a:pt x="1774" y="7728"/>
                    <a:pt x="1838" y="7623"/>
                    <a:pt x="1838" y="7623"/>
                  </a:cubicBezTo>
                  <a:cubicBezTo>
                    <a:pt x="1231" y="6899"/>
                    <a:pt x="1430" y="5441"/>
                    <a:pt x="2164" y="5169"/>
                  </a:cubicBezTo>
                  <a:cubicBezTo>
                    <a:pt x="2272" y="5130"/>
                    <a:pt x="2373" y="5113"/>
                    <a:pt x="2467" y="5113"/>
                  </a:cubicBezTo>
                  <a:cubicBezTo>
                    <a:pt x="2822" y="5113"/>
                    <a:pt x="3074" y="5352"/>
                    <a:pt x="3196" y="5495"/>
                  </a:cubicBezTo>
                  <a:cubicBezTo>
                    <a:pt x="3205" y="5830"/>
                    <a:pt x="3223" y="6727"/>
                    <a:pt x="3331" y="6772"/>
                  </a:cubicBezTo>
                  <a:cubicBezTo>
                    <a:pt x="3333" y="6773"/>
                    <a:pt x="3335" y="6773"/>
                    <a:pt x="3337" y="6773"/>
                  </a:cubicBezTo>
                  <a:cubicBezTo>
                    <a:pt x="3525" y="6773"/>
                    <a:pt x="5816" y="4303"/>
                    <a:pt x="5414" y="3033"/>
                  </a:cubicBezTo>
                  <a:lnTo>
                    <a:pt x="5414" y="3033"/>
                  </a:lnTo>
                  <a:cubicBezTo>
                    <a:pt x="5694" y="3612"/>
                    <a:pt x="6210" y="4065"/>
                    <a:pt x="6817" y="4282"/>
                  </a:cubicBezTo>
                  <a:cubicBezTo>
                    <a:pt x="7075" y="4371"/>
                    <a:pt x="7348" y="4415"/>
                    <a:pt x="7621" y="4415"/>
                  </a:cubicBezTo>
                  <a:cubicBezTo>
                    <a:pt x="7990" y="4415"/>
                    <a:pt x="8358" y="4335"/>
                    <a:pt x="8691" y="4174"/>
                  </a:cubicBezTo>
                  <a:lnTo>
                    <a:pt x="8691" y="4174"/>
                  </a:lnTo>
                  <a:cubicBezTo>
                    <a:pt x="8672" y="4825"/>
                    <a:pt x="9053" y="5441"/>
                    <a:pt x="9641" y="5722"/>
                  </a:cubicBezTo>
                  <a:cubicBezTo>
                    <a:pt x="9958" y="5867"/>
                    <a:pt x="10320" y="5921"/>
                    <a:pt x="10555" y="6183"/>
                  </a:cubicBezTo>
                  <a:cubicBezTo>
                    <a:pt x="10700" y="6346"/>
                    <a:pt x="10773" y="6564"/>
                    <a:pt x="10899" y="6745"/>
                  </a:cubicBezTo>
                  <a:cubicBezTo>
                    <a:pt x="10917" y="6763"/>
                    <a:pt x="10936" y="6781"/>
                    <a:pt x="10954" y="6799"/>
                  </a:cubicBezTo>
                  <a:cubicBezTo>
                    <a:pt x="10945" y="6871"/>
                    <a:pt x="10927" y="6935"/>
                    <a:pt x="10908" y="7007"/>
                  </a:cubicBezTo>
                  <a:cubicBezTo>
                    <a:pt x="10908" y="7007"/>
                    <a:pt x="10908" y="7016"/>
                    <a:pt x="10899" y="7043"/>
                  </a:cubicBezTo>
                  <a:cubicBezTo>
                    <a:pt x="10881" y="7125"/>
                    <a:pt x="10854" y="7215"/>
                    <a:pt x="10827" y="7306"/>
                  </a:cubicBezTo>
                  <a:cubicBezTo>
                    <a:pt x="10800" y="7424"/>
                    <a:pt x="10755" y="7577"/>
                    <a:pt x="10700" y="7749"/>
                  </a:cubicBezTo>
                  <a:cubicBezTo>
                    <a:pt x="11252" y="7523"/>
                    <a:pt x="11787" y="7215"/>
                    <a:pt x="12176" y="6772"/>
                  </a:cubicBezTo>
                  <a:cubicBezTo>
                    <a:pt x="12665" y="6220"/>
                    <a:pt x="12909" y="5396"/>
                    <a:pt x="12619" y="4717"/>
                  </a:cubicBezTo>
                  <a:cubicBezTo>
                    <a:pt x="12493" y="4436"/>
                    <a:pt x="12284" y="4174"/>
                    <a:pt x="12266" y="3866"/>
                  </a:cubicBezTo>
                  <a:cubicBezTo>
                    <a:pt x="12248" y="3558"/>
                    <a:pt x="12420" y="3277"/>
                    <a:pt x="12484" y="2970"/>
                  </a:cubicBezTo>
                  <a:cubicBezTo>
                    <a:pt x="12556" y="2562"/>
                    <a:pt x="12411" y="2119"/>
                    <a:pt x="12112" y="1829"/>
                  </a:cubicBezTo>
                  <a:cubicBezTo>
                    <a:pt x="11844" y="1560"/>
                    <a:pt x="11465" y="1416"/>
                    <a:pt x="11089" y="1416"/>
                  </a:cubicBezTo>
                  <a:cubicBezTo>
                    <a:pt x="11047" y="1416"/>
                    <a:pt x="11005" y="1418"/>
                    <a:pt x="10963" y="1422"/>
                  </a:cubicBezTo>
                  <a:cubicBezTo>
                    <a:pt x="10726" y="1437"/>
                    <a:pt x="10489" y="1506"/>
                    <a:pt x="10257" y="1506"/>
                  </a:cubicBezTo>
                  <a:cubicBezTo>
                    <a:pt x="10205" y="1506"/>
                    <a:pt x="10154" y="1502"/>
                    <a:pt x="10103" y="1494"/>
                  </a:cubicBezTo>
                  <a:cubicBezTo>
                    <a:pt x="9768" y="1440"/>
                    <a:pt x="9505" y="1204"/>
                    <a:pt x="9234" y="1005"/>
                  </a:cubicBezTo>
                  <a:cubicBezTo>
                    <a:pt x="8351" y="344"/>
                    <a:pt x="7246" y="0"/>
                    <a:pt x="61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7"/>
            <p:cNvSpPr/>
            <p:nvPr/>
          </p:nvSpPr>
          <p:spPr>
            <a:xfrm>
              <a:off x="6388063" y="1731818"/>
              <a:ext cx="1276045" cy="628073"/>
            </a:xfrm>
            <a:custGeom>
              <a:rect b="b" l="l" r="r" t="t"/>
              <a:pathLst>
                <a:path extrusionOk="0" h="5713" w="11607">
                  <a:moveTo>
                    <a:pt x="2210" y="0"/>
                  </a:moveTo>
                  <a:cubicBezTo>
                    <a:pt x="2110" y="118"/>
                    <a:pt x="2028" y="254"/>
                    <a:pt x="1974" y="407"/>
                  </a:cubicBezTo>
                  <a:cubicBezTo>
                    <a:pt x="1765" y="192"/>
                    <a:pt x="1466" y="76"/>
                    <a:pt x="1170" y="76"/>
                  </a:cubicBezTo>
                  <a:cubicBezTo>
                    <a:pt x="1068" y="76"/>
                    <a:pt x="967" y="90"/>
                    <a:pt x="870" y="118"/>
                  </a:cubicBezTo>
                  <a:cubicBezTo>
                    <a:pt x="480" y="235"/>
                    <a:pt x="173" y="570"/>
                    <a:pt x="91" y="960"/>
                  </a:cubicBezTo>
                  <a:cubicBezTo>
                    <a:pt x="1" y="1358"/>
                    <a:pt x="136" y="1793"/>
                    <a:pt x="1" y="2164"/>
                  </a:cubicBezTo>
                  <a:cubicBezTo>
                    <a:pt x="417" y="2327"/>
                    <a:pt x="843" y="2462"/>
                    <a:pt x="1150" y="2616"/>
                  </a:cubicBezTo>
                  <a:cubicBezTo>
                    <a:pt x="2038" y="3033"/>
                    <a:pt x="2952" y="3404"/>
                    <a:pt x="3866" y="3748"/>
                  </a:cubicBezTo>
                  <a:cubicBezTo>
                    <a:pt x="4210" y="3141"/>
                    <a:pt x="4418" y="2517"/>
                    <a:pt x="4274" y="2055"/>
                  </a:cubicBezTo>
                  <a:lnTo>
                    <a:pt x="4274" y="2055"/>
                  </a:lnTo>
                  <a:cubicBezTo>
                    <a:pt x="4554" y="2634"/>
                    <a:pt x="5070" y="3087"/>
                    <a:pt x="5677" y="3304"/>
                  </a:cubicBezTo>
                  <a:cubicBezTo>
                    <a:pt x="5935" y="3393"/>
                    <a:pt x="6208" y="3437"/>
                    <a:pt x="6481" y="3437"/>
                  </a:cubicBezTo>
                  <a:cubicBezTo>
                    <a:pt x="6850" y="3437"/>
                    <a:pt x="7218" y="3357"/>
                    <a:pt x="7551" y="3196"/>
                  </a:cubicBezTo>
                  <a:lnTo>
                    <a:pt x="7551" y="3196"/>
                  </a:lnTo>
                  <a:cubicBezTo>
                    <a:pt x="7532" y="3847"/>
                    <a:pt x="7913" y="4463"/>
                    <a:pt x="8501" y="4744"/>
                  </a:cubicBezTo>
                  <a:cubicBezTo>
                    <a:pt x="8818" y="4889"/>
                    <a:pt x="9180" y="4943"/>
                    <a:pt x="9415" y="5205"/>
                  </a:cubicBezTo>
                  <a:cubicBezTo>
                    <a:pt x="9479" y="5278"/>
                    <a:pt x="9533" y="5359"/>
                    <a:pt x="9578" y="5450"/>
                  </a:cubicBezTo>
                  <a:cubicBezTo>
                    <a:pt x="9705" y="5477"/>
                    <a:pt x="9841" y="5504"/>
                    <a:pt x="9968" y="5531"/>
                  </a:cubicBezTo>
                  <a:cubicBezTo>
                    <a:pt x="10348" y="5604"/>
                    <a:pt x="10728" y="5658"/>
                    <a:pt x="11108" y="5712"/>
                  </a:cubicBezTo>
                  <a:cubicBezTo>
                    <a:pt x="11389" y="5359"/>
                    <a:pt x="11579" y="4907"/>
                    <a:pt x="11606" y="4463"/>
                  </a:cubicBezTo>
                  <a:cubicBezTo>
                    <a:pt x="11525" y="4436"/>
                    <a:pt x="11434" y="4409"/>
                    <a:pt x="11362" y="4382"/>
                  </a:cubicBezTo>
                  <a:cubicBezTo>
                    <a:pt x="9877" y="3829"/>
                    <a:pt x="8429" y="3187"/>
                    <a:pt x="6971" y="2580"/>
                  </a:cubicBezTo>
                  <a:cubicBezTo>
                    <a:pt x="5523" y="1965"/>
                    <a:pt x="4083" y="1304"/>
                    <a:pt x="2789" y="398"/>
                  </a:cubicBezTo>
                  <a:cubicBezTo>
                    <a:pt x="2599" y="263"/>
                    <a:pt x="2400" y="136"/>
                    <a:pt x="2210" y="0"/>
                  </a:cubicBez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7"/>
            <p:cNvSpPr/>
            <p:nvPr/>
          </p:nvSpPr>
          <p:spPr>
            <a:xfrm>
              <a:off x="7530632" y="4704499"/>
              <a:ext cx="1796489" cy="438980"/>
            </a:xfrm>
            <a:custGeom>
              <a:rect b="b" l="l" r="r" t="t"/>
              <a:pathLst>
                <a:path extrusionOk="0" h="3993" w="16341">
                  <a:moveTo>
                    <a:pt x="0" y="0"/>
                  </a:moveTo>
                  <a:lnTo>
                    <a:pt x="0" y="3992"/>
                  </a:lnTo>
                  <a:lnTo>
                    <a:pt x="15734" y="3992"/>
                  </a:lnTo>
                  <a:cubicBezTo>
                    <a:pt x="16068" y="3992"/>
                    <a:pt x="16340" y="3721"/>
                    <a:pt x="16340" y="3377"/>
                  </a:cubicBezTo>
                  <a:lnTo>
                    <a:pt x="163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7"/>
            <p:cNvSpPr/>
            <p:nvPr/>
          </p:nvSpPr>
          <p:spPr>
            <a:xfrm>
              <a:off x="7631113" y="4633810"/>
              <a:ext cx="853005" cy="70800"/>
            </a:xfrm>
            <a:custGeom>
              <a:rect b="b" l="l" r="r" t="t"/>
              <a:pathLst>
                <a:path extrusionOk="0" h="644" w="7759">
                  <a:moveTo>
                    <a:pt x="0" y="1"/>
                  </a:moveTo>
                  <a:lnTo>
                    <a:pt x="0" y="643"/>
                  </a:lnTo>
                  <a:lnTo>
                    <a:pt x="7758" y="643"/>
                  </a:lnTo>
                  <a:lnTo>
                    <a:pt x="77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7"/>
            <p:cNvSpPr/>
            <p:nvPr/>
          </p:nvSpPr>
          <p:spPr>
            <a:xfrm>
              <a:off x="8131654" y="4633810"/>
              <a:ext cx="1213270" cy="70800"/>
            </a:xfrm>
            <a:custGeom>
              <a:rect b="b" l="l" r="r" t="t"/>
              <a:pathLst>
                <a:path extrusionOk="0" h="644" w="11036">
                  <a:moveTo>
                    <a:pt x="1" y="1"/>
                  </a:moveTo>
                  <a:lnTo>
                    <a:pt x="1" y="643"/>
                  </a:lnTo>
                  <a:lnTo>
                    <a:pt x="11036" y="643"/>
                  </a:lnTo>
                  <a:lnTo>
                    <a:pt x="110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7"/>
            <p:cNvSpPr/>
            <p:nvPr/>
          </p:nvSpPr>
          <p:spPr>
            <a:xfrm>
              <a:off x="8131654" y="3731122"/>
              <a:ext cx="1380485" cy="902807"/>
            </a:xfrm>
            <a:custGeom>
              <a:rect b="b" l="l" r="r" t="t"/>
              <a:pathLst>
                <a:path extrusionOk="0" h="8212" w="12557">
                  <a:moveTo>
                    <a:pt x="1848" y="1"/>
                  </a:moveTo>
                  <a:cubicBezTo>
                    <a:pt x="1685" y="1"/>
                    <a:pt x="1540" y="128"/>
                    <a:pt x="1504" y="291"/>
                  </a:cubicBezTo>
                  <a:lnTo>
                    <a:pt x="1" y="8212"/>
                  </a:lnTo>
                  <a:lnTo>
                    <a:pt x="11036" y="8212"/>
                  </a:lnTo>
                  <a:lnTo>
                    <a:pt x="12512" y="417"/>
                  </a:lnTo>
                  <a:cubicBezTo>
                    <a:pt x="12557" y="200"/>
                    <a:pt x="12394" y="1"/>
                    <a:pt x="121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Motivation</a:t>
            </a:r>
            <a:endParaRPr/>
          </a:p>
        </p:txBody>
      </p:sp>
      <p:sp>
        <p:nvSpPr>
          <p:cNvPr id="529" name="Google Shape;529;p8"/>
          <p:cNvSpPr txBox="1"/>
          <p:nvPr/>
        </p:nvSpPr>
        <p:spPr>
          <a:xfrm>
            <a:off x="658100" y="1217868"/>
            <a:ext cx="7585788" cy="300754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Saving time and effort taken by designers to design a concept art, for industry, saving cost of products and speeding up the production process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95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According to </a:t>
            </a:r>
            <a:r>
              <a:rPr b="1" i="0" lang="en-US" sz="1600" cap="none" strike="noStrike">
                <a:solidFill>
                  <a:schemeClr val="lt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TrueList</a:t>
            </a:r>
            <a:r>
              <a:rPr b="0" i="0" lang="en-US" sz="1600" u="none" cap="none" strike="noStrik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, the rate of increase in designing field is expected to grow by 3% by the year 2030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95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Recently, new technologies are developed, but there are not much researches made for them and no clear approvals, that can be used to solve such a problem</a:t>
            </a:r>
            <a:endParaRPr b="1" i="0" sz="1600" u="none" cap="none" strike="noStrik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9"/>
          <p:cNvSpPr txBox="1"/>
          <p:nvPr>
            <p:ph type="title"/>
          </p:nvPr>
        </p:nvSpPr>
        <p:spPr>
          <a:xfrm flipH="1">
            <a:off x="3907675" y="2179350"/>
            <a:ext cx="4523100" cy="16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r>
              <a:rPr lang="en-US"/>
              <a:t>Objective </a:t>
            </a:r>
            <a:endParaRPr/>
          </a:p>
        </p:txBody>
      </p:sp>
      <p:sp>
        <p:nvSpPr>
          <p:cNvPr id="535" name="Google Shape;535;p9"/>
          <p:cNvSpPr txBox="1"/>
          <p:nvPr>
            <p:ph idx="2" type="title"/>
          </p:nvPr>
        </p:nvSpPr>
        <p:spPr>
          <a:xfrm flipH="1">
            <a:off x="6956275" y="1337550"/>
            <a:ext cx="1474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</a:pPr>
            <a:r>
              <a:rPr lang="en-US"/>
              <a:t>03</a:t>
            </a:r>
            <a:endParaRPr/>
          </a:p>
        </p:txBody>
      </p:sp>
      <p:grpSp>
        <p:nvGrpSpPr>
          <p:cNvPr id="536" name="Google Shape;536;p9"/>
          <p:cNvGrpSpPr/>
          <p:nvPr/>
        </p:nvGrpSpPr>
        <p:grpSpPr>
          <a:xfrm>
            <a:off x="-98813" y="1379450"/>
            <a:ext cx="3370076" cy="3916551"/>
            <a:chOff x="-98813" y="1379450"/>
            <a:chExt cx="3370076" cy="3916551"/>
          </a:xfrm>
        </p:grpSpPr>
        <p:sp>
          <p:nvSpPr>
            <p:cNvPr id="537" name="Google Shape;537;p9"/>
            <p:cNvSpPr/>
            <p:nvPr/>
          </p:nvSpPr>
          <p:spPr>
            <a:xfrm flipH="1" rot="-1738578">
              <a:off x="841101" y="3006392"/>
              <a:ext cx="711304" cy="862951"/>
            </a:xfrm>
            <a:custGeom>
              <a:rect b="b" l="l" r="r" t="t"/>
              <a:pathLst>
                <a:path extrusionOk="0" h="7392" w="6093">
                  <a:moveTo>
                    <a:pt x="3033" y="0"/>
                  </a:moveTo>
                  <a:cubicBezTo>
                    <a:pt x="3033" y="0"/>
                    <a:pt x="625" y="145"/>
                    <a:pt x="290" y="1693"/>
                  </a:cubicBezTo>
                  <a:cubicBezTo>
                    <a:pt x="0" y="3006"/>
                    <a:pt x="824" y="7369"/>
                    <a:pt x="824" y="7369"/>
                  </a:cubicBezTo>
                  <a:cubicBezTo>
                    <a:pt x="824" y="7369"/>
                    <a:pt x="887" y="7378"/>
                    <a:pt x="996" y="7378"/>
                  </a:cubicBezTo>
                  <a:cubicBezTo>
                    <a:pt x="1120" y="7385"/>
                    <a:pt x="1310" y="7392"/>
                    <a:pt x="1545" y="7392"/>
                  </a:cubicBezTo>
                  <a:cubicBezTo>
                    <a:pt x="2649" y="7392"/>
                    <a:pt x="4764" y="7239"/>
                    <a:pt x="5921" y="6165"/>
                  </a:cubicBezTo>
                  <a:cubicBezTo>
                    <a:pt x="5975" y="6111"/>
                    <a:pt x="6038" y="6057"/>
                    <a:pt x="6093" y="5993"/>
                  </a:cubicBezTo>
                  <a:lnTo>
                    <a:pt x="4780" y="2300"/>
                  </a:lnTo>
                  <a:lnTo>
                    <a:pt x="30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9"/>
            <p:cNvSpPr/>
            <p:nvPr/>
          </p:nvSpPr>
          <p:spPr>
            <a:xfrm flipH="1">
              <a:off x="494364" y="2338580"/>
              <a:ext cx="887179" cy="1103662"/>
            </a:xfrm>
            <a:custGeom>
              <a:rect b="b" l="l" r="r" t="t"/>
              <a:pathLst>
                <a:path extrusionOk="0" h="9090" w="7307">
                  <a:moveTo>
                    <a:pt x="5278" y="0"/>
                  </a:moveTo>
                  <a:lnTo>
                    <a:pt x="1603" y="1159"/>
                  </a:lnTo>
                  <a:lnTo>
                    <a:pt x="2979" y="5522"/>
                  </a:lnTo>
                  <a:cubicBezTo>
                    <a:pt x="2381" y="5767"/>
                    <a:pt x="1847" y="6156"/>
                    <a:pt x="1413" y="6663"/>
                  </a:cubicBezTo>
                  <a:cubicBezTo>
                    <a:pt x="996" y="7152"/>
                    <a:pt x="508" y="7686"/>
                    <a:pt x="1" y="8111"/>
                  </a:cubicBezTo>
                  <a:cubicBezTo>
                    <a:pt x="182" y="8265"/>
                    <a:pt x="372" y="8401"/>
                    <a:pt x="490" y="8510"/>
                  </a:cubicBezTo>
                  <a:cubicBezTo>
                    <a:pt x="915" y="8872"/>
                    <a:pt x="1331" y="9080"/>
                    <a:pt x="1893" y="9089"/>
                  </a:cubicBezTo>
                  <a:cubicBezTo>
                    <a:pt x="1900" y="9089"/>
                    <a:pt x="1908" y="9089"/>
                    <a:pt x="1915" y="9089"/>
                  </a:cubicBezTo>
                  <a:cubicBezTo>
                    <a:pt x="3072" y="9089"/>
                    <a:pt x="3990" y="8406"/>
                    <a:pt x="4943" y="7840"/>
                  </a:cubicBezTo>
                  <a:cubicBezTo>
                    <a:pt x="5269" y="7650"/>
                    <a:pt x="5586" y="7441"/>
                    <a:pt x="5894" y="7233"/>
                  </a:cubicBezTo>
                  <a:cubicBezTo>
                    <a:pt x="6319" y="6717"/>
                    <a:pt x="6709" y="6174"/>
                    <a:pt x="7089" y="5622"/>
                  </a:cubicBezTo>
                  <a:cubicBezTo>
                    <a:pt x="7161" y="5522"/>
                    <a:pt x="7234" y="5414"/>
                    <a:pt x="7306" y="5305"/>
                  </a:cubicBezTo>
                  <a:lnTo>
                    <a:pt x="6953" y="5287"/>
                  </a:lnTo>
                  <a:lnTo>
                    <a:pt x="5278" y="0"/>
                  </a:ln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9"/>
            <p:cNvSpPr/>
            <p:nvPr/>
          </p:nvSpPr>
          <p:spPr>
            <a:xfrm>
              <a:off x="215770" y="3356458"/>
              <a:ext cx="3055493" cy="1787034"/>
            </a:xfrm>
            <a:custGeom>
              <a:rect b="b" l="l" r="r" t="t"/>
              <a:pathLst>
                <a:path extrusionOk="0" h="16255" w="27793">
                  <a:moveTo>
                    <a:pt x="13573" y="1"/>
                  </a:moveTo>
                  <a:cubicBezTo>
                    <a:pt x="13418" y="1"/>
                    <a:pt x="13264" y="2"/>
                    <a:pt x="13109" y="5"/>
                  </a:cubicBezTo>
                  <a:cubicBezTo>
                    <a:pt x="10466" y="50"/>
                    <a:pt x="7732" y="521"/>
                    <a:pt x="5568" y="2051"/>
                  </a:cubicBezTo>
                  <a:cubicBezTo>
                    <a:pt x="3694" y="3373"/>
                    <a:pt x="2409" y="5382"/>
                    <a:pt x="1549" y="7510"/>
                  </a:cubicBezTo>
                  <a:cubicBezTo>
                    <a:pt x="444" y="10262"/>
                    <a:pt x="1" y="13330"/>
                    <a:pt x="453" y="16254"/>
                  </a:cubicBezTo>
                  <a:lnTo>
                    <a:pt x="27792" y="16254"/>
                  </a:lnTo>
                  <a:cubicBezTo>
                    <a:pt x="27765" y="14272"/>
                    <a:pt x="27684" y="12280"/>
                    <a:pt x="27313" y="10343"/>
                  </a:cubicBezTo>
                  <a:cubicBezTo>
                    <a:pt x="26878" y="8062"/>
                    <a:pt x="26000" y="5808"/>
                    <a:pt x="24452" y="4070"/>
                  </a:cubicBezTo>
                  <a:cubicBezTo>
                    <a:pt x="23076" y="2522"/>
                    <a:pt x="21220" y="1435"/>
                    <a:pt x="19247" y="802"/>
                  </a:cubicBezTo>
                  <a:cubicBezTo>
                    <a:pt x="17420" y="215"/>
                    <a:pt x="15493" y="1"/>
                    <a:pt x="13573" y="1"/>
                  </a:cubicBez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9"/>
            <p:cNvSpPr/>
            <p:nvPr/>
          </p:nvSpPr>
          <p:spPr>
            <a:xfrm>
              <a:off x="1198556" y="4011789"/>
              <a:ext cx="1237237" cy="625105"/>
            </a:xfrm>
            <a:custGeom>
              <a:rect b="b" l="l" r="r" t="t"/>
              <a:pathLst>
                <a:path extrusionOk="0" h="5686" w="11254">
                  <a:moveTo>
                    <a:pt x="2680" y="1"/>
                  </a:moveTo>
                  <a:lnTo>
                    <a:pt x="544" y="200"/>
                  </a:lnTo>
                  <a:cubicBezTo>
                    <a:pt x="481" y="879"/>
                    <a:pt x="408" y="1639"/>
                    <a:pt x="336" y="2418"/>
                  </a:cubicBezTo>
                  <a:cubicBezTo>
                    <a:pt x="227" y="3504"/>
                    <a:pt x="109" y="4636"/>
                    <a:pt x="1" y="5686"/>
                  </a:cubicBezTo>
                  <a:lnTo>
                    <a:pt x="10710" y="5686"/>
                  </a:lnTo>
                  <a:lnTo>
                    <a:pt x="11253" y="3097"/>
                  </a:lnTo>
                  <a:lnTo>
                    <a:pt x="3015" y="2155"/>
                  </a:lnTo>
                  <a:cubicBezTo>
                    <a:pt x="3015" y="2155"/>
                    <a:pt x="2870" y="1368"/>
                    <a:pt x="2680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9"/>
            <p:cNvSpPr/>
            <p:nvPr/>
          </p:nvSpPr>
          <p:spPr>
            <a:xfrm rot="252422">
              <a:off x="664110" y="2687103"/>
              <a:ext cx="405225" cy="248896"/>
            </a:xfrm>
            <a:custGeom>
              <a:rect b="b" l="l" r="r" t="t"/>
              <a:pathLst>
                <a:path extrusionOk="0" h="2264" w="3686">
                  <a:moveTo>
                    <a:pt x="28" y="0"/>
                  </a:moveTo>
                  <a:lnTo>
                    <a:pt x="1" y="136"/>
                  </a:lnTo>
                  <a:cubicBezTo>
                    <a:pt x="399" y="733"/>
                    <a:pt x="924" y="1258"/>
                    <a:pt x="1513" y="1593"/>
                  </a:cubicBezTo>
                  <a:lnTo>
                    <a:pt x="1513" y="1602"/>
                  </a:lnTo>
                  <a:cubicBezTo>
                    <a:pt x="1549" y="1621"/>
                    <a:pt x="1621" y="1657"/>
                    <a:pt x="1712" y="1702"/>
                  </a:cubicBezTo>
                  <a:cubicBezTo>
                    <a:pt x="1929" y="1811"/>
                    <a:pt x="2155" y="1901"/>
                    <a:pt x="2391" y="1955"/>
                  </a:cubicBezTo>
                  <a:cubicBezTo>
                    <a:pt x="2708" y="2064"/>
                    <a:pt x="3097" y="2173"/>
                    <a:pt x="3495" y="2263"/>
                  </a:cubicBezTo>
                  <a:lnTo>
                    <a:pt x="3685" y="1439"/>
                  </a:lnTo>
                  <a:cubicBezTo>
                    <a:pt x="2979" y="1358"/>
                    <a:pt x="2273" y="1168"/>
                    <a:pt x="1730" y="996"/>
                  </a:cubicBezTo>
                  <a:cubicBezTo>
                    <a:pt x="1495" y="933"/>
                    <a:pt x="1268" y="842"/>
                    <a:pt x="1051" y="733"/>
                  </a:cubicBezTo>
                  <a:cubicBezTo>
                    <a:pt x="961" y="697"/>
                    <a:pt x="888" y="661"/>
                    <a:pt x="852" y="634"/>
                  </a:cubicBezTo>
                  <a:cubicBezTo>
                    <a:pt x="562" y="462"/>
                    <a:pt x="273" y="235"/>
                    <a:pt x="28" y="0"/>
                  </a:cubicBez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9"/>
            <p:cNvSpPr/>
            <p:nvPr/>
          </p:nvSpPr>
          <p:spPr>
            <a:xfrm>
              <a:off x="575042" y="4274537"/>
              <a:ext cx="204154" cy="186234"/>
            </a:xfrm>
            <a:custGeom>
              <a:rect b="b" l="l" r="r" t="t"/>
              <a:pathLst>
                <a:path extrusionOk="0" h="1694" w="1857">
                  <a:moveTo>
                    <a:pt x="1621" y="1"/>
                  </a:moveTo>
                  <a:lnTo>
                    <a:pt x="1" y="1693"/>
                  </a:lnTo>
                  <a:lnTo>
                    <a:pt x="1857" y="815"/>
                  </a:lnTo>
                  <a:lnTo>
                    <a:pt x="1621" y="1"/>
                  </a:ln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9"/>
            <p:cNvSpPr/>
            <p:nvPr/>
          </p:nvSpPr>
          <p:spPr>
            <a:xfrm flipH="1">
              <a:off x="170493" y="3556126"/>
              <a:ext cx="1398215" cy="1344671"/>
            </a:xfrm>
            <a:custGeom>
              <a:rect b="b" l="l" r="r" t="t"/>
              <a:pathLst>
                <a:path extrusionOk="0" h="11075" w="11516">
                  <a:moveTo>
                    <a:pt x="10364" y="0"/>
                  </a:moveTo>
                  <a:cubicBezTo>
                    <a:pt x="10335" y="0"/>
                    <a:pt x="10305" y="3"/>
                    <a:pt x="10276" y="8"/>
                  </a:cubicBezTo>
                  <a:cubicBezTo>
                    <a:pt x="10031" y="54"/>
                    <a:pt x="9877" y="298"/>
                    <a:pt x="9760" y="524"/>
                  </a:cubicBezTo>
                  <a:cubicBezTo>
                    <a:pt x="9045" y="1991"/>
                    <a:pt x="8845" y="3693"/>
                    <a:pt x="7994" y="5078"/>
                  </a:cubicBezTo>
                  <a:cubicBezTo>
                    <a:pt x="7732" y="5503"/>
                    <a:pt x="7388" y="5911"/>
                    <a:pt x="6908" y="6038"/>
                  </a:cubicBezTo>
                  <a:cubicBezTo>
                    <a:pt x="6793" y="6070"/>
                    <a:pt x="6677" y="6084"/>
                    <a:pt x="6560" y="6084"/>
                  </a:cubicBezTo>
                  <a:cubicBezTo>
                    <a:pt x="6115" y="6084"/>
                    <a:pt x="5664" y="5876"/>
                    <a:pt x="5270" y="5639"/>
                  </a:cubicBezTo>
                  <a:cubicBezTo>
                    <a:pt x="3658" y="4680"/>
                    <a:pt x="2264" y="3249"/>
                    <a:pt x="436" y="2824"/>
                  </a:cubicBezTo>
                  <a:cubicBezTo>
                    <a:pt x="300" y="2788"/>
                    <a:pt x="155" y="2760"/>
                    <a:pt x="1" y="2760"/>
                  </a:cubicBezTo>
                  <a:cubicBezTo>
                    <a:pt x="481" y="4354"/>
                    <a:pt x="1169" y="6273"/>
                    <a:pt x="1540" y="7432"/>
                  </a:cubicBezTo>
                  <a:cubicBezTo>
                    <a:pt x="1630" y="7694"/>
                    <a:pt x="1694" y="7920"/>
                    <a:pt x="1739" y="8092"/>
                  </a:cubicBezTo>
                  <a:cubicBezTo>
                    <a:pt x="1821" y="8192"/>
                    <a:pt x="1893" y="8292"/>
                    <a:pt x="1974" y="8382"/>
                  </a:cubicBezTo>
                  <a:cubicBezTo>
                    <a:pt x="2780" y="9360"/>
                    <a:pt x="3776" y="10202"/>
                    <a:pt x="4944" y="10681"/>
                  </a:cubicBezTo>
                  <a:cubicBezTo>
                    <a:pt x="5559" y="10934"/>
                    <a:pt x="6228" y="11074"/>
                    <a:pt x="6892" y="11074"/>
                  </a:cubicBezTo>
                  <a:cubicBezTo>
                    <a:pt x="7488" y="11074"/>
                    <a:pt x="8080" y="10962"/>
                    <a:pt x="8628" y="10718"/>
                  </a:cubicBezTo>
                  <a:cubicBezTo>
                    <a:pt x="9660" y="10256"/>
                    <a:pt x="10421" y="9378"/>
                    <a:pt x="11244" y="8572"/>
                  </a:cubicBezTo>
                  <a:cubicBezTo>
                    <a:pt x="11253" y="7911"/>
                    <a:pt x="11344" y="3150"/>
                    <a:pt x="11516" y="1068"/>
                  </a:cubicBezTo>
                  <a:cubicBezTo>
                    <a:pt x="11362" y="832"/>
                    <a:pt x="11190" y="606"/>
                    <a:pt x="11000" y="389"/>
                  </a:cubicBezTo>
                  <a:cubicBezTo>
                    <a:pt x="10830" y="194"/>
                    <a:pt x="10609" y="0"/>
                    <a:pt x="10364" y="0"/>
                  </a:cubicBezTo>
                  <a:close/>
                </a:path>
              </a:pathLst>
            </a:custGeom>
            <a:solidFill>
              <a:srgbClr val="002D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9"/>
            <p:cNvSpPr/>
            <p:nvPr/>
          </p:nvSpPr>
          <p:spPr>
            <a:xfrm flipH="1">
              <a:off x="-98813" y="2970175"/>
              <a:ext cx="1737813" cy="2325826"/>
            </a:xfrm>
            <a:custGeom>
              <a:rect b="b" l="l" r="r" t="t"/>
              <a:pathLst>
                <a:path extrusionOk="0" h="19156" w="14313">
                  <a:moveTo>
                    <a:pt x="9272" y="0"/>
                  </a:moveTo>
                  <a:cubicBezTo>
                    <a:pt x="9271" y="0"/>
                    <a:pt x="9270" y="0"/>
                    <a:pt x="9270" y="0"/>
                  </a:cubicBezTo>
                  <a:cubicBezTo>
                    <a:pt x="9270" y="0"/>
                    <a:pt x="9252" y="9"/>
                    <a:pt x="9216" y="28"/>
                  </a:cubicBezTo>
                  <a:cubicBezTo>
                    <a:pt x="9207" y="37"/>
                    <a:pt x="9198" y="37"/>
                    <a:pt x="9180" y="46"/>
                  </a:cubicBezTo>
                  <a:cubicBezTo>
                    <a:pt x="8682" y="335"/>
                    <a:pt x="6048" y="1829"/>
                    <a:pt x="4418" y="2553"/>
                  </a:cubicBezTo>
                  <a:cubicBezTo>
                    <a:pt x="3871" y="2796"/>
                    <a:pt x="3441" y="2953"/>
                    <a:pt x="3236" y="2953"/>
                  </a:cubicBezTo>
                  <a:cubicBezTo>
                    <a:pt x="3173" y="2953"/>
                    <a:pt x="3132" y="2938"/>
                    <a:pt x="3115" y="2906"/>
                  </a:cubicBezTo>
                  <a:cubicBezTo>
                    <a:pt x="2952" y="2589"/>
                    <a:pt x="3848" y="1639"/>
                    <a:pt x="4527" y="978"/>
                  </a:cubicBezTo>
                  <a:cubicBezTo>
                    <a:pt x="4907" y="598"/>
                    <a:pt x="5224" y="317"/>
                    <a:pt x="5224" y="317"/>
                  </a:cubicBezTo>
                  <a:lnTo>
                    <a:pt x="5224" y="317"/>
                  </a:lnTo>
                  <a:lnTo>
                    <a:pt x="4726" y="372"/>
                  </a:lnTo>
                  <a:cubicBezTo>
                    <a:pt x="4518" y="399"/>
                    <a:pt x="4319" y="480"/>
                    <a:pt x="4156" y="607"/>
                  </a:cubicBezTo>
                  <a:cubicBezTo>
                    <a:pt x="4002" y="725"/>
                    <a:pt x="3830" y="869"/>
                    <a:pt x="3649" y="1023"/>
                  </a:cubicBezTo>
                  <a:lnTo>
                    <a:pt x="3640" y="1023"/>
                  </a:lnTo>
                  <a:cubicBezTo>
                    <a:pt x="3323" y="1295"/>
                    <a:pt x="2961" y="1603"/>
                    <a:pt x="2599" y="1938"/>
                  </a:cubicBezTo>
                  <a:cubicBezTo>
                    <a:pt x="1422" y="3015"/>
                    <a:pt x="200" y="4318"/>
                    <a:pt x="73" y="5061"/>
                  </a:cubicBezTo>
                  <a:cubicBezTo>
                    <a:pt x="1" y="5468"/>
                    <a:pt x="236" y="6446"/>
                    <a:pt x="580" y="7586"/>
                  </a:cubicBezTo>
                  <a:cubicBezTo>
                    <a:pt x="1060" y="9180"/>
                    <a:pt x="1748" y="11099"/>
                    <a:pt x="2119" y="12258"/>
                  </a:cubicBezTo>
                  <a:cubicBezTo>
                    <a:pt x="2209" y="12520"/>
                    <a:pt x="2273" y="12746"/>
                    <a:pt x="2318" y="12918"/>
                  </a:cubicBezTo>
                  <a:cubicBezTo>
                    <a:pt x="2345" y="13000"/>
                    <a:pt x="2363" y="13072"/>
                    <a:pt x="2372" y="13127"/>
                  </a:cubicBezTo>
                  <a:cubicBezTo>
                    <a:pt x="2553" y="14141"/>
                    <a:pt x="2010" y="19156"/>
                    <a:pt x="2010" y="19156"/>
                  </a:cubicBezTo>
                  <a:lnTo>
                    <a:pt x="14313" y="19156"/>
                  </a:lnTo>
                  <a:lnTo>
                    <a:pt x="11814" y="13480"/>
                  </a:lnTo>
                  <a:cubicBezTo>
                    <a:pt x="11814" y="13480"/>
                    <a:pt x="11814" y="13453"/>
                    <a:pt x="11823" y="13398"/>
                  </a:cubicBezTo>
                  <a:cubicBezTo>
                    <a:pt x="11832" y="12737"/>
                    <a:pt x="11923" y="7976"/>
                    <a:pt x="12095" y="5894"/>
                  </a:cubicBezTo>
                  <a:cubicBezTo>
                    <a:pt x="12104" y="5794"/>
                    <a:pt x="12113" y="5694"/>
                    <a:pt x="12122" y="5613"/>
                  </a:cubicBezTo>
                  <a:cubicBezTo>
                    <a:pt x="12122" y="5559"/>
                    <a:pt x="12131" y="5504"/>
                    <a:pt x="12140" y="5459"/>
                  </a:cubicBezTo>
                  <a:cubicBezTo>
                    <a:pt x="12140" y="5414"/>
                    <a:pt x="12149" y="5369"/>
                    <a:pt x="12158" y="5323"/>
                  </a:cubicBezTo>
                  <a:cubicBezTo>
                    <a:pt x="12158" y="5269"/>
                    <a:pt x="12167" y="5224"/>
                    <a:pt x="12176" y="5178"/>
                  </a:cubicBezTo>
                  <a:cubicBezTo>
                    <a:pt x="12185" y="5151"/>
                    <a:pt x="12185" y="5133"/>
                    <a:pt x="12185" y="5115"/>
                  </a:cubicBezTo>
                  <a:cubicBezTo>
                    <a:pt x="12439" y="3848"/>
                    <a:pt x="12412" y="1657"/>
                    <a:pt x="11506" y="824"/>
                  </a:cubicBezTo>
                  <a:cubicBezTo>
                    <a:pt x="10629" y="9"/>
                    <a:pt x="9327" y="0"/>
                    <a:pt x="92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9"/>
            <p:cNvSpPr/>
            <p:nvPr/>
          </p:nvSpPr>
          <p:spPr>
            <a:xfrm>
              <a:off x="141445" y="3141320"/>
              <a:ext cx="711312" cy="862961"/>
            </a:xfrm>
            <a:custGeom>
              <a:rect b="b" l="l" r="r" t="t"/>
              <a:pathLst>
                <a:path extrusionOk="0" h="7392" w="6093">
                  <a:moveTo>
                    <a:pt x="3033" y="0"/>
                  </a:moveTo>
                  <a:cubicBezTo>
                    <a:pt x="3033" y="0"/>
                    <a:pt x="625" y="145"/>
                    <a:pt x="290" y="1693"/>
                  </a:cubicBezTo>
                  <a:cubicBezTo>
                    <a:pt x="0" y="3006"/>
                    <a:pt x="824" y="7369"/>
                    <a:pt x="824" y="7369"/>
                  </a:cubicBezTo>
                  <a:cubicBezTo>
                    <a:pt x="824" y="7369"/>
                    <a:pt x="887" y="7378"/>
                    <a:pt x="996" y="7378"/>
                  </a:cubicBezTo>
                  <a:cubicBezTo>
                    <a:pt x="1120" y="7385"/>
                    <a:pt x="1310" y="7392"/>
                    <a:pt x="1545" y="7392"/>
                  </a:cubicBezTo>
                  <a:cubicBezTo>
                    <a:pt x="2649" y="7392"/>
                    <a:pt x="4764" y="7239"/>
                    <a:pt x="5921" y="6165"/>
                  </a:cubicBezTo>
                  <a:cubicBezTo>
                    <a:pt x="5975" y="6111"/>
                    <a:pt x="6038" y="6057"/>
                    <a:pt x="6093" y="5993"/>
                  </a:cubicBezTo>
                  <a:lnTo>
                    <a:pt x="4780" y="2300"/>
                  </a:lnTo>
                  <a:lnTo>
                    <a:pt x="30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9"/>
            <p:cNvSpPr/>
            <p:nvPr/>
          </p:nvSpPr>
          <p:spPr>
            <a:xfrm>
              <a:off x="257606" y="3766715"/>
              <a:ext cx="2076849" cy="979236"/>
            </a:xfrm>
            <a:custGeom>
              <a:rect b="b" l="l" r="r" t="t"/>
              <a:pathLst>
                <a:path extrusionOk="0" h="8388" w="17790">
                  <a:moveTo>
                    <a:pt x="15305" y="0"/>
                  </a:moveTo>
                  <a:cubicBezTo>
                    <a:pt x="15004" y="0"/>
                    <a:pt x="14219" y="329"/>
                    <a:pt x="14096" y="419"/>
                  </a:cubicBezTo>
                  <a:cubicBezTo>
                    <a:pt x="14032" y="473"/>
                    <a:pt x="13833" y="727"/>
                    <a:pt x="13670" y="953"/>
                  </a:cubicBezTo>
                  <a:cubicBezTo>
                    <a:pt x="13571" y="1071"/>
                    <a:pt x="13471" y="1216"/>
                    <a:pt x="13390" y="1342"/>
                  </a:cubicBezTo>
                  <a:cubicBezTo>
                    <a:pt x="13209" y="1632"/>
                    <a:pt x="13082" y="1885"/>
                    <a:pt x="13082" y="1885"/>
                  </a:cubicBezTo>
                  <a:lnTo>
                    <a:pt x="12910" y="2184"/>
                  </a:lnTo>
                  <a:lnTo>
                    <a:pt x="6030" y="4149"/>
                  </a:lnTo>
                  <a:cubicBezTo>
                    <a:pt x="6030" y="4149"/>
                    <a:pt x="5514" y="2583"/>
                    <a:pt x="4926" y="808"/>
                  </a:cubicBezTo>
                  <a:cubicBezTo>
                    <a:pt x="3769" y="1882"/>
                    <a:pt x="1654" y="2035"/>
                    <a:pt x="550" y="2035"/>
                  </a:cubicBezTo>
                  <a:cubicBezTo>
                    <a:pt x="315" y="2035"/>
                    <a:pt x="125" y="2028"/>
                    <a:pt x="1" y="2021"/>
                  </a:cubicBezTo>
                  <a:lnTo>
                    <a:pt x="1" y="2021"/>
                  </a:lnTo>
                  <a:cubicBezTo>
                    <a:pt x="1" y="2048"/>
                    <a:pt x="10" y="2067"/>
                    <a:pt x="10" y="2085"/>
                  </a:cubicBezTo>
                  <a:cubicBezTo>
                    <a:pt x="318" y="3180"/>
                    <a:pt x="1259" y="5153"/>
                    <a:pt x="1983" y="6611"/>
                  </a:cubicBezTo>
                  <a:cubicBezTo>
                    <a:pt x="2533" y="7709"/>
                    <a:pt x="3656" y="8388"/>
                    <a:pt x="4861" y="8388"/>
                  </a:cubicBezTo>
                  <a:cubicBezTo>
                    <a:pt x="5026" y="8388"/>
                    <a:pt x="5193" y="8375"/>
                    <a:pt x="5360" y="8349"/>
                  </a:cubicBezTo>
                  <a:cubicBezTo>
                    <a:pt x="9769" y="7661"/>
                    <a:pt x="13344" y="4366"/>
                    <a:pt x="13344" y="4366"/>
                  </a:cubicBezTo>
                  <a:cubicBezTo>
                    <a:pt x="13344" y="4366"/>
                    <a:pt x="16440" y="4103"/>
                    <a:pt x="16612" y="3931"/>
                  </a:cubicBezTo>
                  <a:cubicBezTo>
                    <a:pt x="16784" y="3750"/>
                    <a:pt x="16775" y="3433"/>
                    <a:pt x="16775" y="3433"/>
                  </a:cubicBezTo>
                  <a:cubicBezTo>
                    <a:pt x="16984" y="3352"/>
                    <a:pt x="17310" y="2836"/>
                    <a:pt x="17310" y="2836"/>
                  </a:cubicBezTo>
                  <a:cubicBezTo>
                    <a:pt x="17536" y="2700"/>
                    <a:pt x="17500" y="2211"/>
                    <a:pt x="17500" y="2211"/>
                  </a:cubicBezTo>
                  <a:cubicBezTo>
                    <a:pt x="17789" y="1949"/>
                    <a:pt x="17753" y="1532"/>
                    <a:pt x="17753" y="1532"/>
                  </a:cubicBezTo>
                  <a:cubicBezTo>
                    <a:pt x="17753" y="1532"/>
                    <a:pt x="15408" y="1351"/>
                    <a:pt x="14775" y="1297"/>
                  </a:cubicBezTo>
                  <a:cubicBezTo>
                    <a:pt x="14865" y="953"/>
                    <a:pt x="15562" y="84"/>
                    <a:pt x="15381" y="12"/>
                  </a:cubicBezTo>
                  <a:cubicBezTo>
                    <a:pt x="15362" y="4"/>
                    <a:pt x="15336" y="0"/>
                    <a:pt x="15305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9"/>
            <p:cNvSpPr/>
            <p:nvPr/>
          </p:nvSpPr>
          <p:spPr>
            <a:xfrm>
              <a:off x="818797" y="4164343"/>
              <a:ext cx="142776" cy="139624"/>
            </a:xfrm>
            <a:custGeom>
              <a:rect b="b" l="l" r="r" t="t"/>
              <a:pathLst>
                <a:path extrusionOk="0" h="1196" w="1223">
                  <a:moveTo>
                    <a:pt x="979" y="0"/>
                  </a:moveTo>
                  <a:lnTo>
                    <a:pt x="1" y="1195"/>
                  </a:lnTo>
                  <a:lnTo>
                    <a:pt x="1223" y="743"/>
                  </a:lnTo>
                  <a:lnTo>
                    <a:pt x="979" y="0"/>
                  </a:ln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9"/>
            <p:cNvSpPr/>
            <p:nvPr/>
          </p:nvSpPr>
          <p:spPr>
            <a:xfrm>
              <a:off x="404404" y="1668279"/>
              <a:ext cx="1110809" cy="1195680"/>
            </a:xfrm>
            <a:custGeom>
              <a:rect b="b" l="l" r="r" t="t"/>
              <a:pathLst>
                <a:path extrusionOk="0" h="10876" w="10104">
                  <a:moveTo>
                    <a:pt x="5240" y="0"/>
                  </a:moveTo>
                  <a:cubicBezTo>
                    <a:pt x="3056" y="0"/>
                    <a:pt x="1077" y="1493"/>
                    <a:pt x="544" y="3711"/>
                  </a:cubicBezTo>
                  <a:cubicBezTo>
                    <a:pt x="1" y="5965"/>
                    <a:pt x="987" y="8889"/>
                    <a:pt x="2961" y="10021"/>
                  </a:cubicBezTo>
                  <a:lnTo>
                    <a:pt x="2961" y="10030"/>
                  </a:lnTo>
                  <a:cubicBezTo>
                    <a:pt x="2988" y="10048"/>
                    <a:pt x="3060" y="10084"/>
                    <a:pt x="3151" y="10129"/>
                  </a:cubicBezTo>
                  <a:cubicBezTo>
                    <a:pt x="3368" y="10238"/>
                    <a:pt x="3595" y="10319"/>
                    <a:pt x="3839" y="10383"/>
                  </a:cubicBezTo>
                  <a:cubicBezTo>
                    <a:pt x="4562" y="10622"/>
                    <a:pt x="5603" y="10875"/>
                    <a:pt x="6506" y="10875"/>
                  </a:cubicBezTo>
                  <a:cubicBezTo>
                    <a:pt x="7039" y="10875"/>
                    <a:pt x="7524" y="10787"/>
                    <a:pt x="7867" y="10555"/>
                  </a:cubicBezTo>
                  <a:cubicBezTo>
                    <a:pt x="8211" y="10319"/>
                    <a:pt x="8555" y="9749"/>
                    <a:pt x="8854" y="9097"/>
                  </a:cubicBezTo>
                  <a:cubicBezTo>
                    <a:pt x="9162" y="8427"/>
                    <a:pt x="9433" y="7658"/>
                    <a:pt x="9624" y="7051"/>
                  </a:cubicBezTo>
                  <a:cubicBezTo>
                    <a:pt x="9723" y="6735"/>
                    <a:pt x="9805" y="6454"/>
                    <a:pt x="9859" y="6264"/>
                  </a:cubicBezTo>
                  <a:cubicBezTo>
                    <a:pt x="9877" y="6219"/>
                    <a:pt x="9886" y="6164"/>
                    <a:pt x="9904" y="6119"/>
                  </a:cubicBezTo>
                  <a:lnTo>
                    <a:pt x="9931" y="6001"/>
                  </a:lnTo>
                  <a:cubicBezTo>
                    <a:pt x="9940" y="5974"/>
                    <a:pt x="9940" y="5965"/>
                    <a:pt x="9940" y="5965"/>
                  </a:cubicBezTo>
                  <a:cubicBezTo>
                    <a:pt x="10067" y="5449"/>
                    <a:pt x="10103" y="4933"/>
                    <a:pt x="10067" y="4435"/>
                  </a:cubicBezTo>
                  <a:cubicBezTo>
                    <a:pt x="9895" y="2417"/>
                    <a:pt x="8456" y="642"/>
                    <a:pt x="6374" y="135"/>
                  </a:cubicBezTo>
                  <a:cubicBezTo>
                    <a:pt x="5994" y="44"/>
                    <a:pt x="5614" y="0"/>
                    <a:pt x="5240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9"/>
            <p:cNvSpPr/>
            <p:nvPr/>
          </p:nvSpPr>
          <p:spPr>
            <a:xfrm>
              <a:off x="1117011" y="2293157"/>
              <a:ext cx="95646" cy="168314"/>
            </a:xfrm>
            <a:custGeom>
              <a:rect b="b" l="l" r="r" t="t"/>
              <a:pathLst>
                <a:path extrusionOk="0" h="1531" w="870">
                  <a:moveTo>
                    <a:pt x="688" y="1"/>
                  </a:moveTo>
                  <a:lnTo>
                    <a:pt x="688" y="1"/>
                  </a:lnTo>
                  <a:cubicBezTo>
                    <a:pt x="625" y="145"/>
                    <a:pt x="562" y="281"/>
                    <a:pt x="525" y="435"/>
                  </a:cubicBezTo>
                  <a:cubicBezTo>
                    <a:pt x="471" y="580"/>
                    <a:pt x="444" y="734"/>
                    <a:pt x="417" y="888"/>
                  </a:cubicBezTo>
                  <a:cubicBezTo>
                    <a:pt x="417" y="888"/>
                    <a:pt x="417" y="888"/>
                    <a:pt x="417" y="897"/>
                  </a:cubicBezTo>
                  <a:cubicBezTo>
                    <a:pt x="426" y="915"/>
                    <a:pt x="444" y="933"/>
                    <a:pt x="462" y="933"/>
                  </a:cubicBezTo>
                  <a:cubicBezTo>
                    <a:pt x="470" y="932"/>
                    <a:pt x="478" y="932"/>
                    <a:pt x="486" y="932"/>
                  </a:cubicBezTo>
                  <a:cubicBezTo>
                    <a:pt x="586" y="932"/>
                    <a:pt x="683" y="985"/>
                    <a:pt x="725" y="1069"/>
                  </a:cubicBezTo>
                  <a:cubicBezTo>
                    <a:pt x="770" y="1150"/>
                    <a:pt x="734" y="1268"/>
                    <a:pt x="652" y="1349"/>
                  </a:cubicBezTo>
                  <a:cubicBezTo>
                    <a:pt x="580" y="1422"/>
                    <a:pt x="471" y="1467"/>
                    <a:pt x="353" y="1476"/>
                  </a:cubicBezTo>
                  <a:cubicBezTo>
                    <a:pt x="332" y="1478"/>
                    <a:pt x="310" y="1479"/>
                    <a:pt x="289" y="1479"/>
                  </a:cubicBezTo>
                  <a:cubicBezTo>
                    <a:pt x="193" y="1479"/>
                    <a:pt x="96" y="1464"/>
                    <a:pt x="0" y="1449"/>
                  </a:cubicBezTo>
                  <a:lnTo>
                    <a:pt x="0" y="1449"/>
                  </a:lnTo>
                  <a:cubicBezTo>
                    <a:pt x="118" y="1485"/>
                    <a:pt x="236" y="1521"/>
                    <a:pt x="353" y="1530"/>
                  </a:cubicBezTo>
                  <a:cubicBezTo>
                    <a:pt x="480" y="1530"/>
                    <a:pt x="616" y="1494"/>
                    <a:pt x="715" y="1404"/>
                  </a:cubicBezTo>
                  <a:cubicBezTo>
                    <a:pt x="806" y="1313"/>
                    <a:pt x="869" y="1159"/>
                    <a:pt x="797" y="1023"/>
                  </a:cubicBezTo>
                  <a:cubicBezTo>
                    <a:pt x="751" y="915"/>
                    <a:pt x="632" y="853"/>
                    <a:pt x="513" y="849"/>
                  </a:cubicBezTo>
                  <a:lnTo>
                    <a:pt x="513" y="849"/>
                  </a:lnTo>
                  <a:cubicBezTo>
                    <a:pt x="531" y="712"/>
                    <a:pt x="555" y="582"/>
                    <a:pt x="580" y="444"/>
                  </a:cubicBezTo>
                  <a:cubicBezTo>
                    <a:pt x="616" y="299"/>
                    <a:pt x="652" y="154"/>
                    <a:pt x="6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9"/>
            <p:cNvSpPr/>
            <p:nvPr/>
          </p:nvSpPr>
          <p:spPr>
            <a:xfrm>
              <a:off x="1091066" y="2422553"/>
              <a:ext cx="15061" cy="25945"/>
            </a:xfrm>
            <a:custGeom>
              <a:rect b="b" l="l" r="r" t="t"/>
              <a:pathLst>
                <a:path extrusionOk="0" h="236" w="137">
                  <a:moveTo>
                    <a:pt x="19" y="0"/>
                  </a:moveTo>
                  <a:lnTo>
                    <a:pt x="19" y="0"/>
                  </a:lnTo>
                  <a:cubicBezTo>
                    <a:pt x="1" y="55"/>
                    <a:pt x="10" y="100"/>
                    <a:pt x="28" y="136"/>
                  </a:cubicBezTo>
                  <a:cubicBezTo>
                    <a:pt x="46" y="172"/>
                    <a:pt x="73" y="209"/>
                    <a:pt x="128" y="236"/>
                  </a:cubicBezTo>
                  <a:cubicBezTo>
                    <a:pt x="137" y="181"/>
                    <a:pt x="128" y="136"/>
                    <a:pt x="110" y="100"/>
                  </a:cubicBezTo>
                  <a:cubicBezTo>
                    <a:pt x="91" y="64"/>
                    <a:pt x="64" y="28"/>
                    <a:pt x="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9"/>
            <p:cNvSpPr/>
            <p:nvPr/>
          </p:nvSpPr>
          <p:spPr>
            <a:xfrm>
              <a:off x="933857" y="2072185"/>
              <a:ext cx="165346" cy="56178"/>
            </a:xfrm>
            <a:custGeom>
              <a:rect b="b" l="l" r="r" t="t"/>
              <a:pathLst>
                <a:path extrusionOk="0" h="511" w="1504">
                  <a:moveTo>
                    <a:pt x="836" y="1"/>
                  </a:moveTo>
                  <a:cubicBezTo>
                    <a:pt x="792" y="1"/>
                    <a:pt x="749" y="4"/>
                    <a:pt x="707" y="10"/>
                  </a:cubicBezTo>
                  <a:cubicBezTo>
                    <a:pt x="571" y="19"/>
                    <a:pt x="444" y="55"/>
                    <a:pt x="327" y="109"/>
                  </a:cubicBezTo>
                  <a:cubicBezTo>
                    <a:pt x="209" y="164"/>
                    <a:pt x="91" y="236"/>
                    <a:pt x="10" y="336"/>
                  </a:cubicBezTo>
                  <a:cubicBezTo>
                    <a:pt x="1" y="345"/>
                    <a:pt x="1" y="354"/>
                    <a:pt x="1" y="372"/>
                  </a:cubicBezTo>
                  <a:cubicBezTo>
                    <a:pt x="1" y="399"/>
                    <a:pt x="19" y="417"/>
                    <a:pt x="46" y="417"/>
                  </a:cubicBezTo>
                  <a:cubicBezTo>
                    <a:pt x="173" y="426"/>
                    <a:pt x="290" y="426"/>
                    <a:pt x="399" y="426"/>
                  </a:cubicBezTo>
                  <a:cubicBezTo>
                    <a:pt x="499" y="435"/>
                    <a:pt x="607" y="444"/>
                    <a:pt x="707" y="453"/>
                  </a:cubicBezTo>
                  <a:lnTo>
                    <a:pt x="1005" y="490"/>
                  </a:lnTo>
                  <a:cubicBezTo>
                    <a:pt x="1086" y="497"/>
                    <a:pt x="1167" y="510"/>
                    <a:pt x="1257" y="510"/>
                  </a:cubicBezTo>
                  <a:cubicBezTo>
                    <a:pt x="1278" y="510"/>
                    <a:pt x="1300" y="510"/>
                    <a:pt x="1322" y="508"/>
                  </a:cubicBezTo>
                  <a:lnTo>
                    <a:pt x="1331" y="508"/>
                  </a:lnTo>
                  <a:cubicBezTo>
                    <a:pt x="1368" y="508"/>
                    <a:pt x="1404" y="490"/>
                    <a:pt x="1431" y="463"/>
                  </a:cubicBezTo>
                  <a:cubicBezTo>
                    <a:pt x="1494" y="408"/>
                    <a:pt x="1503" y="309"/>
                    <a:pt x="1440" y="245"/>
                  </a:cubicBezTo>
                  <a:cubicBezTo>
                    <a:pt x="1349" y="137"/>
                    <a:pt x="1232" y="82"/>
                    <a:pt x="1096" y="37"/>
                  </a:cubicBezTo>
                  <a:cubicBezTo>
                    <a:pt x="1012" y="13"/>
                    <a:pt x="923" y="1"/>
                    <a:pt x="8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9"/>
            <p:cNvSpPr/>
            <p:nvPr/>
          </p:nvSpPr>
          <p:spPr>
            <a:xfrm>
              <a:off x="1330947" y="2154857"/>
              <a:ext cx="150394" cy="92347"/>
            </a:xfrm>
            <a:custGeom>
              <a:rect b="b" l="l" r="r" t="t"/>
              <a:pathLst>
                <a:path extrusionOk="0" h="840" w="1368">
                  <a:moveTo>
                    <a:pt x="358" y="0"/>
                  </a:moveTo>
                  <a:cubicBezTo>
                    <a:pt x="279" y="0"/>
                    <a:pt x="202" y="14"/>
                    <a:pt x="127" y="45"/>
                  </a:cubicBezTo>
                  <a:cubicBezTo>
                    <a:pt x="91" y="55"/>
                    <a:pt x="64" y="82"/>
                    <a:pt x="46" y="109"/>
                  </a:cubicBezTo>
                  <a:cubicBezTo>
                    <a:pt x="1" y="190"/>
                    <a:pt x="28" y="281"/>
                    <a:pt x="100" y="326"/>
                  </a:cubicBezTo>
                  <a:lnTo>
                    <a:pt x="118" y="335"/>
                  </a:lnTo>
                  <a:cubicBezTo>
                    <a:pt x="218" y="389"/>
                    <a:pt x="308" y="426"/>
                    <a:pt x="408" y="462"/>
                  </a:cubicBezTo>
                  <a:lnTo>
                    <a:pt x="689" y="561"/>
                  </a:lnTo>
                  <a:cubicBezTo>
                    <a:pt x="779" y="598"/>
                    <a:pt x="879" y="643"/>
                    <a:pt x="978" y="679"/>
                  </a:cubicBezTo>
                  <a:cubicBezTo>
                    <a:pt x="1078" y="724"/>
                    <a:pt x="1177" y="779"/>
                    <a:pt x="1286" y="833"/>
                  </a:cubicBezTo>
                  <a:cubicBezTo>
                    <a:pt x="1291" y="838"/>
                    <a:pt x="1297" y="840"/>
                    <a:pt x="1304" y="840"/>
                  </a:cubicBezTo>
                  <a:cubicBezTo>
                    <a:pt x="1311" y="840"/>
                    <a:pt x="1318" y="838"/>
                    <a:pt x="1322" y="833"/>
                  </a:cubicBezTo>
                  <a:cubicBezTo>
                    <a:pt x="1349" y="833"/>
                    <a:pt x="1368" y="806"/>
                    <a:pt x="1359" y="779"/>
                  </a:cubicBezTo>
                  <a:cubicBezTo>
                    <a:pt x="1331" y="643"/>
                    <a:pt x="1268" y="534"/>
                    <a:pt x="1187" y="426"/>
                  </a:cubicBezTo>
                  <a:cubicBezTo>
                    <a:pt x="1105" y="326"/>
                    <a:pt x="1005" y="236"/>
                    <a:pt x="888" y="163"/>
                  </a:cubicBezTo>
                  <a:cubicBezTo>
                    <a:pt x="779" y="91"/>
                    <a:pt x="652" y="36"/>
                    <a:pt x="526" y="18"/>
                  </a:cubicBezTo>
                  <a:cubicBezTo>
                    <a:pt x="469" y="7"/>
                    <a:pt x="413" y="0"/>
                    <a:pt x="3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9"/>
            <p:cNvSpPr/>
            <p:nvPr/>
          </p:nvSpPr>
          <p:spPr>
            <a:xfrm>
              <a:off x="1292140" y="2294147"/>
              <a:ext cx="104660" cy="110707"/>
            </a:xfrm>
            <a:custGeom>
              <a:rect b="b" l="l" r="r" t="t"/>
              <a:pathLst>
                <a:path extrusionOk="0" h="1007" w="952">
                  <a:moveTo>
                    <a:pt x="508" y="0"/>
                  </a:moveTo>
                  <a:cubicBezTo>
                    <a:pt x="309" y="0"/>
                    <a:pt x="120" y="169"/>
                    <a:pt x="64" y="408"/>
                  </a:cubicBezTo>
                  <a:cubicBezTo>
                    <a:pt x="1" y="680"/>
                    <a:pt x="127" y="942"/>
                    <a:pt x="354" y="996"/>
                  </a:cubicBezTo>
                  <a:cubicBezTo>
                    <a:pt x="382" y="1003"/>
                    <a:pt x="410" y="1006"/>
                    <a:pt x="438" y="1006"/>
                  </a:cubicBezTo>
                  <a:cubicBezTo>
                    <a:pt x="636" y="1006"/>
                    <a:pt x="823" y="845"/>
                    <a:pt x="879" y="607"/>
                  </a:cubicBezTo>
                  <a:cubicBezTo>
                    <a:pt x="951" y="326"/>
                    <a:pt x="815" y="64"/>
                    <a:pt x="589" y="10"/>
                  </a:cubicBezTo>
                  <a:cubicBezTo>
                    <a:pt x="562" y="3"/>
                    <a:pt x="535" y="0"/>
                    <a:pt x="5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9"/>
            <p:cNvSpPr/>
            <p:nvPr/>
          </p:nvSpPr>
          <p:spPr>
            <a:xfrm>
              <a:off x="954745" y="2213454"/>
              <a:ext cx="104660" cy="110707"/>
            </a:xfrm>
            <a:custGeom>
              <a:rect b="b" l="l" r="r" t="t"/>
              <a:pathLst>
                <a:path extrusionOk="0" h="1007" w="952">
                  <a:moveTo>
                    <a:pt x="505" y="0"/>
                  </a:moveTo>
                  <a:cubicBezTo>
                    <a:pt x="307" y="0"/>
                    <a:pt x="120" y="163"/>
                    <a:pt x="64" y="409"/>
                  </a:cubicBezTo>
                  <a:cubicBezTo>
                    <a:pt x="1" y="680"/>
                    <a:pt x="128" y="943"/>
                    <a:pt x="354" y="997"/>
                  </a:cubicBezTo>
                  <a:cubicBezTo>
                    <a:pt x="381" y="1004"/>
                    <a:pt x="408" y="1007"/>
                    <a:pt x="435" y="1007"/>
                  </a:cubicBezTo>
                  <a:cubicBezTo>
                    <a:pt x="634" y="1007"/>
                    <a:pt x="823" y="838"/>
                    <a:pt x="879" y="599"/>
                  </a:cubicBezTo>
                  <a:cubicBezTo>
                    <a:pt x="951" y="327"/>
                    <a:pt x="815" y="65"/>
                    <a:pt x="589" y="10"/>
                  </a:cubicBezTo>
                  <a:cubicBezTo>
                    <a:pt x="561" y="4"/>
                    <a:pt x="533" y="0"/>
                    <a:pt x="5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9"/>
            <p:cNvSpPr/>
            <p:nvPr/>
          </p:nvSpPr>
          <p:spPr>
            <a:xfrm>
              <a:off x="1287193" y="2435305"/>
              <a:ext cx="175240" cy="233177"/>
            </a:xfrm>
            <a:custGeom>
              <a:rect b="b" l="l" r="r" t="t"/>
              <a:pathLst>
                <a:path extrusionOk="0" h="2121" w="1594">
                  <a:moveTo>
                    <a:pt x="1195" y="0"/>
                  </a:moveTo>
                  <a:cubicBezTo>
                    <a:pt x="700" y="0"/>
                    <a:pt x="251" y="331"/>
                    <a:pt x="127" y="835"/>
                  </a:cubicBezTo>
                  <a:cubicBezTo>
                    <a:pt x="0" y="1387"/>
                    <a:pt x="308" y="1939"/>
                    <a:pt x="824" y="2120"/>
                  </a:cubicBezTo>
                  <a:cubicBezTo>
                    <a:pt x="1132" y="1450"/>
                    <a:pt x="1403" y="681"/>
                    <a:pt x="1594" y="74"/>
                  </a:cubicBezTo>
                  <a:cubicBezTo>
                    <a:pt x="1548" y="56"/>
                    <a:pt x="1494" y="38"/>
                    <a:pt x="1449" y="29"/>
                  </a:cubicBezTo>
                  <a:cubicBezTo>
                    <a:pt x="1364" y="10"/>
                    <a:pt x="1279" y="0"/>
                    <a:pt x="1195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9"/>
            <p:cNvSpPr/>
            <p:nvPr/>
          </p:nvSpPr>
          <p:spPr>
            <a:xfrm>
              <a:off x="714974" y="2297995"/>
              <a:ext cx="264839" cy="240653"/>
            </a:xfrm>
            <a:custGeom>
              <a:rect b="b" l="l" r="r" t="t"/>
              <a:pathLst>
                <a:path extrusionOk="0" h="2189" w="2409">
                  <a:moveTo>
                    <a:pt x="1208" y="0"/>
                  </a:moveTo>
                  <a:cubicBezTo>
                    <a:pt x="711" y="0"/>
                    <a:pt x="260" y="339"/>
                    <a:pt x="136" y="844"/>
                  </a:cubicBezTo>
                  <a:cubicBezTo>
                    <a:pt x="0" y="1432"/>
                    <a:pt x="362" y="2021"/>
                    <a:pt x="951" y="2156"/>
                  </a:cubicBezTo>
                  <a:cubicBezTo>
                    <a:pt x="1038" y="2178"/>
                    <a:pt x="1126" y="2188"/>
                    <a:pt x="1212" y="2188"/>
                  </a:cubicBezTo>
                  <a:cubicBezTo>
                    <a:pt x="1704" y="2188"/>
                    <a:pt x="2148" y="1851"/>
                    <a:pt x="2263" y="1351"/>
                  </a:cubicBezTo>
                  <a:cubicBezTo>
                    <a:pt x="2408" y="762"/>
                    <a:pt x="2046" y="174"/>
                    <a:pt x="1458" y="29"/>
                  </a:cubicBezTo>
                  <a:cubicBezTo>
                    <a:pt x="1374" y="10"/>
                    <a:pt x="1291" y="0"/>
                    <a:pt x="1208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9"/>
            <p:cNvSpPr/>
            <p:nvPr/>
          </p:nvSpPr>
          <p:spPr>
            <a:xfrm>
              <a:off x="1052259" y="2579762"/>
              <a:ext cx="80804" cy="24626"/>
            </a:xfrm>
            <a:custGeom>
              <a:rect b="b" l="l" r="r" t="t"/>
              <a:pathLst>
                <a:path extrusionOk="0" h="224" w="735">
                  <a:moveTo>
                    <a:pt x="1" y="1"/>
                  </a:moveTo>
                  <a:cubicBezTo>
                    <a:pt x="91" y="100"/>
                    <a:pt x="209" y="164"/>
                    <a:pt x="336" y="200"/>
                  </a:cubicBezTo>
                  <a:cubicBezTo>
                    <a:pt x="409" y="214"/>
                    <a:pt x="481" y="224"/>
                    <a:pt x="552" y="224"/>
                  </a:cubicBezTo>
                  <a:cubicBezTo>
                    <a:pt x="614" y="224"/>
                    <a:pt x="675" y="217"/>
                    <a:pt x="734" y="200"/>
                  </a:cubicBezTo>
                  <a:cubicBezTo>
                    <a:pt x="598" y="173"/>
                    <a:pt x="481" y="155"/>
                    <a:pt x="363" y="127"/>
                  </a:cubicBezTo>
                  <a:cubicBezTo>
                    <a:pt x="236" y="91"/>
                    <a:pt x="119" y="46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9"/>
            <p:cNvSpPr/>
            <p:nvPr/>
          </p:nvSpPr>
          <p:spPr>
            <a:xfrm>
              <a:off x="1002568" y="2452345"/>
              <a:ext cx="233947" cy="128297"/>
            </a:xfrm>
            <a:custGeom>
              <a:rect b="b" l="l" r="r" t="t"/>
              <a:pathLst>
                <a:path extrusionOk="0" h="1167" w="2128">
                  <a:moveTo>
                    <a:pt x="0" y="1"/>
                  </a:moveTo>
                  <a:cubicBezTo>
                    <a:pt x="0" y="1"/>
                    <a:pt x="18" y="381"/>
                    <a:pt x="236" y="707"/>
                  </a:cubicBezTo>
                  <a:cubicBezTo>
                    <a:pt x="371" y="906"/>
                    <a:pt x="580" y="1087"/>
                    <a:pt x="896" y="1151"/>
                  </a:cubicBezTo>
                  <a:cubicBezTo>
                    <a:pt x="966" y="1162"/>
                    <a:pt x="1032" y="1167"/>
                    <a:pt x="1096" y="1167"/>
                  </a:cubicBezTo>
                  <a:cubicBezTo>
                    <a:pt x="1290" y="1167"/>
                    <a:pt x="1457" y="1119"/>
                    <a:pt x="1594" y="1051"/>
                  </a:cubicBezTo>
                  <a:cubicBezTo>
                    <a:pt x="1956" y="861"/>
                    <a:pt x="2128" y="526"/>
                    <a:pt x="2128" y="526"/>
                  </a:cubicBezTo>
                  <a:cubicBezTo>
                    <a:pt x="2128" y="526"/>
                    <a:pt x="1032" y="390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9"/>
            <p:cNvSpPr/>
            <p:nvPr/>
          </p:nvSpPr>
          <p:spPr>
            <a:xfrm>
              <a:off x="1028403" y="2524354"/>
              <a:ext cx="149405" cy="56288"/>
            </a:xfrm>
            <a:custGeom>
              <a:rect b="b" l="l" r="r" t="t"/>
              <a:pathLst>
                <a:path extrusionOk="0" h="512" w="1359">
                  <a:moveTo>
                    <a:pt x="390" y="0"/>
                  </a:moveTo>
                  <a:cubicBezTo>
                    <a:pt x="240" y="0"/>
                    <a:pt x="106" y="24"/>
                    <a:pt x="1" y="52"/>
                  </a:cubicBezTo>
                  <a:cubicBezTo>
                    <a:pt x="136" y="251"/>
                    <a:pt x="345" y="432"/>
                    <a:pt x="661" y="496"/>
                  </a:cubicBezTo>
                  <a:cubicBezTo>
                    <a:pt x="731" y="507"/>
                    <a:pt x="797" y="512"/>
                    <a:pt x="861" y="512"/>
                  </a:cubicBezTo>
                  <a:cubicBezTo>
                    <a:pt x="1055" y="512"/>
                    <a:pt x="1222" y="464"/>
                    <a:pt x="1359" y="396"/>
                  </a:cubicBezTo>
                  <a:cubicBezTo>
                    <a:pt x="1026" y="87"/>
                    <a:pt x="677" y="0"/>
                    <a:pt x="390" y="0"/>
                  </a:cubicBezTo>
                  <a:close/>
                </a:path>
              </a:pathLst>
            </a:custGeom>
            <a:solidFill>
              <a:srgbClr val="D45B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9"/>
            <p:cNvSpPr/>
            <p:nvPr/>
          </p:nvSpPr>
          <p:spPr>
            <a:xfrm>
              <a:off x="497959" y="2157386"/>
              <a:ext cx="127527" cy="222074"/>
            </a:xfrm>
            <a:custGeom>
              <a:rect b="b" l="l" r="r" t="t"/>
              <a:pathLst>
                <a:path extrusionOk="0" h="2020" w="1160">
                  <a:moveTo>
                    <a:pt x="904" y="683"/>
                  </a:moveTo>
                  <a:cubicBezTo>
                    <a:pt x="917" y="683"/>
                    <a:pt x="930" y="684"/>
                    <a:pt x="942" y="686"/>
                  </a:cubicBezTo>
                  <a:lnTo>
                    <a:pt x="942" y="686"/>
                  </a:lnTo>
                  <a:cubicBezTo>
                    <a:pt x="974" y="885"/>
                    <a:pt x="999" y="1091"/>
                    <a:pt x="1024" y="1290"/>
                  </a:cubicBezTo>
                  <a:cubicBezTo>
                    <a:pt x="1033" y="1408"/>
                    <a:pt x="1042" y="1516"/>
                    <a:pt x="1051" y="1625"/>
                  </a:cubicBezTo>
                  <a:cubicBezTo>
                    <a:pt x="1060" y="1733"/>
                    <a:pt x="1051" y="1842"/>
                    <a:pt x="978" y="1887"/>
                  </a:cubicBezTo>
                  <a:cubicBezTo>
                    <a:pt x="949" y="1912"/>
                    <a:pt x="911" y="1924"/>
                    <a:pt x="870" y="1924"/>
                  </a:cubicBezTo>
                  <a:cubicBezTo>
                    <a:pt x="821" y="1924"/>
                    <a:pt x="769" y="1908"/>
                    <a:pt x="725" y="1878"/>
                  </a:cubicBezTo>
                  <a:cubicBezTo>
                    <a:pt x="634" y="1824"/>
                    <a:pt x="562" y="1742"/>
                    <a:pt x="517" y="1652"/>
                  </a:cubicBezTo>
                  <a:cubicBezTo>
                    <a:pt x="417" y="1462"/>
                    <a:pt x="399" y="1226"/>
                    <a:pt x="480" y="1027"/>
                  </a:cubicBezTo>
                  <a:cubicBezTo>
                    <a:pt x="517" y="928"/>
                    <a:pt x="580" y="837"/>
                    <a:pt x="671" y="774"/>
                  </a:cubicBezTo>
                  <a:cubicBezTo>
                    <a:pt x="734" y="718"/>
                    <a:pt x="819" y="683"/>
                    <a:pt x="904" y="683"/>
                  </a:cubicBezTo>
                  <a:close/>
                  <a:moveTo>
                    <a:pt x="615" y="1"/>
                  </a:moveTo>
                  <a:cubicBezTo>
                    <a:pt x="521" y="1"/>
                    <a:pt x="431" y="40"/>
                    <a:pt x="363" y="95"/>
                  </a:cubicBezTo>
                  <a:cubicBezTo>
                    <a:pt x="263" y="158"/>
                    <a:pt x="191" y="258"/>
                    <a:pt x="145" y="357"/>
                  </a:cubicBezTo>
                  <a:cubicBezTo>
                    <a:pt x="37" y="566"/>
                    <a:pt x="1" y="801"/>
                    <a:pt x="55" y="1018"/>
                  </a:cubicBezTo>
                  <a:cubicBezTo>
                    <a:pt x="28" y="801"/>
                    <a:pt x="73" y="566"/>
                    <a:pt x="191" y="385"/>
                  </a:cubicBezTo>
                  <a:cubicBezTo>
                    <a:pt x="245" y="294"/>
                    <a:pt x="308" y="204"/>
                    <a:pt x="399" y="149"/>
                  </a:cubicBezTo>
                  <a:cubicBezTo>
                    <a:pt x="462" y="105"/>
                    <a:pt x="533" y="79"/>
                    <a:pt x="602" y="79"/>
                  </a:cubicBezTo>
                  <a:cubicBezTo>
                    <a:pt x="632" y="79"/>
                    <a:pt x="661" y="84"/>
                    <a:pt x="689" y="95"/>
                  </a:cubicBezTo>
                  <a:cubicBezTo>
                    <a:pt x="779" y="122"/>
                    <a:pt x="833" y="213"/>
                    <a:pt x="870" y="312"/>
                  </a:cubicBezTo>
                  <a:cubicBezTo>
                    <a:pt x="897" y="412"/>
                    <a:pt x="915" y="520"/>
                    <a:pt x="933" y="629"/>
                  </a:cubicBezTo>
                  <a:cubicBezTo>
                    <a:pt x="936" y="647"/>
                    <a:pt x="939" y="665"/>
                    <a:pt x="942" y="683"/>
                  </a:cubicBezTo>
                  <a:lnTo>
                    <a:pt x="942" y="683"/>
                  </a:lnTo>
                  <a:cubicBezTo>
                    <a:pt x="920" y="678"/>
                    <a:pt x="899" y="676"/>
                    <a:pt x="877" y="676"/>
                  </a:cubicBezTo>
                  <a:cubicBezTo>
                    <a:pt x="799" y="676"/>
                    <a:pt x="722" y="703"/>
                    <a:pt x="652" y="747"/>
                  </a:cubicBezTo>
                  <a:cubicBezTo>
                    <a:pt x="553" y="810"/>
                    <a:pt x="480" y="901"/>
                    <a:pt x="426" y="1009"/>
                  </a:cubicBezTo>
                  <a:cubicBezTo>
                    <a:pt x="336" y="1217"/>
                    <a:pt x="345" y="1471"/>
                    <a:pt x="444" y="1688"/>
                  </a:cubicBezTo>
                  <a:cubicBezTo>
                    <a:pt x="499" y="1788"/>
                    <a:pt x="571" y="1887"/>
                    <a:pt x="671" y="1960"/>
                  </a:cubicBezTo>
                  <a:cubicBezTo>
                    <a:pt x="726" y="1995"/>
                    <a:pt x="799" y="2019"/>
                    <a:pt x="873" y="2019"/>
                  </a:cubicBezTo>
                  <a:cubicBezTo>
                    <a:pt x="931" y="2019"/>
                    <a:pt x="990" y="2005"/>
                    <a:pt x="1042" y="1969"/>
                  </a:cubicBezTo>
                  <a:cubicBezTo>
                    <a:pt x="1096" y="1924"/>
                    <a:pt x="1132" y="1860"/>
                    <a:pt x="1141" y="1797"/>
                  </a:cubicBezTo>
                  <a:cubicBezTo>
                    <a:pt x="1159" y="1733"/>
                    <a:pt x="1159" y="1679"/>
                    <a:pt x="1150" y="1616"/>
                  </a:cubicBezTo>
                  <a:cubicBezTo>
                    <a:pt x="1150" y="1507"/>
                    <a:pt x="1141" y="1389"/>
                    <a:pt x="1123" y="1281"/>
                  </a:cubicBezTo>
                  <a:cubicBezTo>
                    <a:pt x="1105" y="1054"/>
                    <a:pt x="1069" y="837"/>
                    <a:pt x="1033" y="611"/>
                  </a:cubicBezTo>
                  <a:cubicBezTo>
                    <a:pt x="1005" y="502"/>
                    <a:pt x="996" y="394"/>
                    <a:pt x="951" y="285"/>
                  </a:cubicBezTo>
                  <a:cubicBezTo>
                    <a:pt x="915" y="167"/>
                    <a:pt x="843" y="50"/>
                    <a:pt x="707" y="13"/>
                  </a:cubicBezTo>
                  <a:cubicBezTo>
                    <a:pt x="676" y="5"/>
                    <a:pt x="645" y="1"/>
                    <a:pt x="6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9"/>
            <p:cNvSpPr/>
            <p:nvPr/>
          </p:nvSpPr>
          <p:spPr>
            <a:xfrm>
              <a:off x="368475" y="1379450"/>
              <a:ext cx="1237250" cy="1253974"/>
            </a:xfrm>
            <a:custGeom>
              <a:rect b="b" l="l" r="r" t="t"/>
              <a:pathLst>
                <a:path extrusionOk="0" h="11341" w="11190">
                  <a:moveTo>
                    <a:pt x="2752" y="1"/>
                  </a:moveTo>
                  <a:cubicBezTo>
                    <a:pt x="2553" y="1"/>
                    <a:pt x="2346" y="54"/>
                    <a:pt x="2155" y="106"/>
                  </a:cubicBezTo>
                  <a:cubicBezTo>
                    <a:pt x="2082" y="134"/>
                    <a:pt x="2010" y="161"/>
                    <a:pt x="1946" y="206"/>
                  </a:cubicBezTo>
                  <a:cubicBezTo>
                    <a:pt x="1892" y="251"/>
                    <a:pt x="1847" y="333"/>
                    <a:pt x="1865" y="405"/>
                  </a:cubicBezTo>
                  <a:cubicBezTo>
                    <a:pt x="1874" y="450"/>
                    <a:pt x="1901" y="487"/>
                    <a:pt x="1919" y="532"/>
                  </a:cubicBezTo>
                  <a:cubicBezTo>
                    <a:pt x="1937" y="568"/>
                    <a:pt x="1946" y="622"/>
                    <a:pt x="1910" y="650"/>
                  </a:cubicBezTo>
                  <a:cubicBezTo>
                    <a:pt x="1521" y="713"/>
                    <a:pt x="1168" y="976"/>
                    <a:pt x="996" y="1338"/>
                  </a:cubicBezTo>
                  <a:cubicBezTo>
                    <a:pt x="815" y="1691"/>
                    <a:pt x="833" y="2134"/>
                    <a:pt x="1023" y="2478"/>
                  </a:cubicBezTo>
                  <a:cubicBezTo>
                    <a:pt x="1159" y="2723"/>
                    <a:pt x="1394" y="2931"/>
                    <a:pt x="1602" y="3121"/>
                  </a:cubicBezTo>
                  <a:cubicBezTo>
                    <a:pt x="933" y="3782"/>
                    <a:pt x="471" y="4642"/>
                    <a:pt x="236" y="5556"/>
                  </a:cubicBezTo>
                  <a:cubicBezTo>
                    <a:pt x="9" y="6461"/>
                    <a:pt x="0" y="7430"/>
                    <a:pt x="172" y="8353"/>
                  </a:cubicBezTo>
                  <a:cubicBezTo>
                    <a:pt x="290" y="9005"/>
                    <a:pt x="498" y="9648"/>
                    <a:pt x="842" y="10218"/>
                  </a:cubicBezTo>
                  <a:cubicBezTo>
                    <a:pt x="1105" y="10653"/>
                    <a:pt x="1440" y="11042"/>
                    <a:pt x="1847" y="11341"/>
                  </a:cubicBezTo>
                  <a:cubicBezTo>
                    <a:pt x="2091" y="10952"/>
                    <a:pt x="2236" y="10354"/>
                    <a:pt x="2318" y="9720"/>
                  </a:cubicBezTo>
                  <a:lnTo>
                    <a:pt x="2318" y="9720"/>
                  </a:lnTo>
                  <a:cubicBezTo>
                    <a:pt x="2236" y="9732"/>
                    <a:pt x="2158" y="9737"/>
                    <a:pt x="2084" y="9737"/>
                  </a:cubicBezTo>
                  <a:cubicBezTo>
                    <a:pt x="509" y="9737"/>
                    <a:pt x="462" y="7285"/>
                    <a:pt x="1430" y="6887"/>
                  </a:cubicBezTo>
                  <a:cubicBezTo>
                    <a:pt x="1546" y="6840"/>
                    <a:pt x="1655" y="6821"/>
                    <a:pt x="1756" y="6821"/>
                  </a:cubicBezTo>
                  <a:cubicBezTo>
                    <a:pt x="2144" y="6821"/>
                    <a:pt x="2416" y="7109"/>
                    <a:pt x="2517" y="7231"/>
                  </a:cubicBezTo>
                  <a:cubicBezTo>
                    <a:pt x="2535" y="7294"/>
                    <a:pt x="2553" y="7358"/>
                    <a:pt x="2562" y="7421"/>
                  </a:cubicBezTo>
                  <a:cubicBezTo>
                    <a:pt x="2598" y="7656"/>
                    <a:pt x="2553" y="7892"/>
                    <a:pt x="2526" y="8118"/>
                  </a:cubicBezTo>
                  <a:cubicBezTo>
                    <a:pt x="2490" y="8353"/>
                    <a:pt x="2481" y="8598"/>
                    <a:pt x="2580" y="8806"/>
                  </a:cubicBezTo>
                  <a:cubicBezTo>
                    <a:pt x="2665" y="8983"/>
                    <a:pt x="2855" y="9128"/>
                    <a:pt x="3043" y="9128"/>
                  </a:cubicBezTo>
                  <a:cubicBezTo>
                    <a:pt x="3076" y="9128"/>
                    <a:pt x="3109" y="9123"/>
                    <a:pt x="3141" y="9114"/>
                  </a:cubicBezTo>
                  <a:cubicBezTo>
                    <a:pt x="3015" y="8996"/>
                    <a:pt x="3015" y="8743"/>
                    <a:pt x="3060" y="8580"/>
                  </a:cubicBezTo>
                  <a:cubicBezTo>
                    <a:pt x="3105" y="8408"/>
                    <a:pt x="3196" y="8263"/>
                    <a:pt x="3259" y="8100"/>
                  </a:cubicBezTo>
                  <a:cubicBezTo>
                    <a:pt x="3377" y="7819"/>
                    <a:pt x="3395" y="7502"/>
                    <a:pt x="3332" y="7204"/>
                  </a:cubicBezTo>
                  <a:cubicBezTo>
                    <a:pt x="3739" y="7095"/>
                    <a:pt x="4137" y="6905"/>
                    <a:pt x="4472" y="6642"/>
                  </a:cubicBezTo>
                  <a:cubicBezTo>
                    <a:pt x="4925" y="6298"/>
                    <a:pt x="5287" y="5837"/>
                    <a:pt x="5504" y="5312"/>
                  </a:cubicBezTo>
                  <a:cubicBezTo>
                    <a:pt x="5776" y="5429"/>
                    <a:pt x="6065" y="5520"/>
                    <a:pt x="6355" y="5574"/>
                  </a:cubicBezTo>
                  <a:cubicBezTo>
                    <a:pt x="6355" y="5574"/>
                    <a:pt x="7184" y="6084"/>
                    <a:pt x="8268" y="6084"/>
                  </a:cubicBezTo>
                  <a:cubicBezTo>
                    <a:pt x="8679" y="6084"/>
                    <a:pt x="9125" y="6011"/>
                    <a:pt x="9578" y="5810"/>
                  </a:cubicBezTo>
                  <a:cubicBezTo>
                    <a:pt x="9822" y="6280"/>
                    <a:pt x="10239" y="7222"/>
                    <a:pt x="10284" y="8154"/>
                  </a:cubicBezTo>
                  <a:cubicBezTo>
                    <a:pt x="10266" y="8245"/>
                    <a:pt x="10248" y="8344"/>
                    <a:pt x="10230" y="8444"/>
                  </a:cubicBezTo>
                  <a:cubicBezTo>
                    <a:pt x="10230" y="8444"/>
                    <a:pt x="10230" y="8453"/>
                    <a:pt x="10221" y="8480"/>
                  </a:cubicBezTo>
                  <a:cubicBezTo>
                    <a:pt x="10202" y="8562"/>
                    <a:pt x="10184" y="8652"/>
                    <a:pt x="10157" y="8743"/>
                  </a:cubicBezTo>
                  <a:cubicBezTo>
                    <a:pt x="10112" y="8933"/>
                    <a:pt x="10040" y="9213"/>
                    <a:pt x="9949" y="9539"/>
                  </a:cubicBezTo>
                  <a:cubicBezTo>
                    <a:pt x="9931" y="9594"/>
                    <a:pt x="9913" y="9648"/>
                    <a:pt x="9895" y="9702"/>
                  </a:cubicBezTo>
                  <a:cubicBezTo>
                    <a:pt x="10275" y="9213"/>
                    <a:pt x="10574" y="8679"/>
                    <a:pt x="10764" y="8100"/>
                  </a:cubicBezTo>
                  <a:cubicBezTo>
                    <a:pt x="11189" y="6842"/>
                    <a:pt x="11099" y="5393"/>
                    <a:pt x="10402" y="4271"/>
                  </a:cubicBezTo>
                  <a:cubicBezTo>
                    <a:pt x="9804" y="3320"/>
                    <a:pt x="8826" y="2659"/>
                    <a:pt x="7785" y="2270"/>
                  </a:cubicBezTo>
                  <a:cubicBezTo>
                    <a:pt x="7309" y="2094"/>
                    <a:pt x="6782" y="1972"/>
                    <a:pt x="6268" y="1972"/>
                  </a:cubicBezTo>
                  <a:cubicBezTo>
                    <a:pt x="5962" y="1972"/>
                    <a:pt x="5661" y="2015"/>
                    <a:pt x="5377" y="2116"/>
                  </a:cubicBezTo>
                  <a:cubicBezTo>
                    <a:pt x="5414" y="1636"/>
                    <a:pt x="5196" y="1138"/>
                    <a:pt x="4816" y="840"/>
                  </a:cubicBezTo>
                  <a:cubicBezTo>
                    <a:pt x="4555" y="635"/>
                    <a:pt x="4247" y="528"/>
                    <a:pt x="3933" y="528"/>
                  </a:cubicBezTo>
                  <a:cubicBezTo>
                    <a:pt x="3790" y="528"/>
                    <a:pt x="3645" y="550"/>
                    <a:pt x="3504" y="595"/>
                  </a:cubicBezTo>
                  <a:cubicBezTo>
                    <a:pt x="3494" y="315"/>
                    <a:pt x="3241" y="88"/>
                    <a:pt x="2969" y="25"/>
                  </a:cubicBezTo>
                  <a:cubicBezTo>
                    <a:pt x="2899" y="8"/>
                    <a:pt x="2826" y="1"/>
                    <a:pt x="275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2" name="Google Shape;562;p9"/>
            <p:cNvGrpSpPr/>
            <p:nvPr/>
          </p:nvGrpSpPr>
          <p:grpSpPr>
            <a:xfrm>
              <a:off x="1236532" y="3731122"/>
              <a:ext cx="1981507" cy="1412357"/>
              <a:chOff x="1236532" y="3731122"/>
              <a:chExt cx="1981507" cy="1412357"/>
            </a:xfrm>
          </p:grpSpPr>
          <p:sp>
            <p:nvSpPr>
              <p:cNvPr id="563" name="Google Shape;563;p9"/>
              <p:cNvSpPr/>
              <p:nvPr/>
            </p:nvSpPr>
            <p:spPr>
              <a:xfrm>
                <a:off x="1236532" y="4704499"/>
                <a:ext cx="1796489" cy="438980"/>
              </a:xfrm>
              <a:custGeom>
                <a:rect b="b" l="l" r="r" t="t"/>
                <a:pathLst>
                  <a:path extrusionOk="0" h="3993" w="16341">
                    <a:moveTo>
                      <a:pt x="0" y="0"/>
                    </a:moveTo>
                    <a:lnTo>
                      <a:pt x="0" y="3992"/>
                    </a:lnTo>
                    <a:lnTo>
                      <a:pt x="15734" y="3992"/>
                    </a:lnTo>
                    <a:cubicBezTo>
                      <a:pt x="16068" y="3992"/>
                      <a:pt x="16340" y="3721"/>
                      <a:pt x="16340" y="3377"/>
                    </a:cubicBezTo>
                    <a:lnTo>
                      <a:pt x="1634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4" name="Google Shape;564;p9"/>
              <p:cNvSpPr/>
              <p:nvPr/>
            </p:nvSpPr>
            <p:spPr>
              <a:xfrm>
                <a:off x="1337013" y="4633810"/>
                <a:ext cx="853005" cy="70800"/>
              </a:xfrm>
              <a:custGeom>
                <a:rect b="b" l="l" r="r" t="t"/>
                <a:pathLst>
                  <a:path extrusionOk="0" h="644" w="7759">
                    <a:moveTo>
                      <a:pt x="0" y="1"/>
                    </a:moveTo>
                    <a:lnTo>
                      <a:pt x="0" y="643"/>
                    </a:lnTo>
                    <a:lnTo>
                      <a:pt x="7758" y="643"/>
                    </a:lnTo>
                    <a:lnTo>
                      <a:pt x="77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5" name="Google Shape;565;p9"/>
              <p:cNvSpPr/>
              <p:nvPr/>
            </p:nvSpPr>
            <p:spPr>
              <a:xfrm>
                <a:off x="1837554" y="4633810"/>
                <a:ext cx="1213270" cy="70800"/>
              </a:xfrm>
              <a:custGeom>
                <a:rect b="b" l="l" r="r" t="t"/>
                <a:pathLst>
                  <a:path extrusionOk="0" h="644" w="11036">
                    <a:moveTo>
                      <a:pt x="1" y="1"/>
                    </a:moveTo>
                    <a:lnTo>
                      <a:pt x="1" y="643"/>
                    </a:lnTo>
                    <a:lnTo>
                      <a:pt x="11036" y="643"/>
                    </a:lnTo>
                    <a:lnTo>
                      <a:pt x="1103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6" name="Google Shape;566;p9"/>
              <p:cNvSpPr/>
              <p:nvPr/>
            </p:nvSpPr>
            <p:spPr>
              <a:xfrm>
                <a:off x="1837554" y="3731122"/>
                <a:ext cx="1380485" cy="902807"/>
              </a:xfrm>
              <a:custGeom>
                <a:rect b="b" l="l" r="r" t="t"/>
                <a:pathLst>
                  <a:path extrusionOk="0" h="8212" w="12557">
                    <a:moveTo>
                      <a:pt x="1848" y="1"/>
                    </a:moveTo>
                    <a:cubicBezTo>
                      <a:pt x="1685" y="1"/>
                      <a:pt x="1540" y="128"/>
                      <a:pt x="1504" y="291"/>
                    </a:cubicBezTo>
                    <a:lnTo>
                      <a:pt x="1" y="8212"/>
                    </a:lnTo>
                    <a:lnTo>
                      <a:pt x="11036" y="8212"/>
                    </a:lnTo>
                    <a:lnTo>
                      <a:pt x="12512" y="417"/>
                    </a:lnTo>
                    <a:cubicBezTo>
                      <a:pt x="12557" y="200"/>
                      <a:pt x="12394" y="1"/>
                      <a:pt x="1217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67" name="Google Shape;567;p9"/>
            <p:cNvSpPr/>
            <p:nvPr/>
          </p:nvSpPr>
          <p:spPr>
            <a:xfrm>
              <a:off x="434420" y="3141692"/>
              <a:ext cx="280500" cy="322100"/>
            </a:xfrm>
            <a:custGeom>
              <a:rect b="b" l="l" r="r" t="t"/>
              <a:pathLst>
                <a:path extrusionOk="0" h="12884" w="11220">
                  <a:moveTo>
                    <a:pt x="3459" y="86"/>
                  </a:moveTo>
                  <a:cubicBezTo>
                    <a:pt x="4665" y="375"/>
                    <a:pt x="5995" y="575"/>
                    <a:pt x="7276" y="2690"/>
                  </a:cubicBezTo>
                  <a:cubicBezTo>
                    <a:pt x="8557" y="4805"/>
                    <a:pt x="11741" y="11927"/>
                    <a:pt x="11147" y="12776"/>
                  </a:cubicBezTo>
                  <a:cubicBezTo>
                    <a:pt x="10553" y="13625"/>
                    <a:pt x="5289" y="9210"/>
                    <a:pt x="3710" y="7784"/>
                  </a:cubicBezTo>
                  <a:cubicBezTo>
                    <a:pt x="2131" y="6358"/>
                    <a:pt x="2284" y="5356"/>
                    <a:pt x="1673" y="4218"/>
                  </a:cubicBezTo>
                  <a:cubicBezTo>
                    <a:pt x="1062" y="3080"/>
                    <a:pt x="-255" y="1647"/>
                    <a:pt x="43" y="958"/>
                  </a:cubicBezTo>
                  <a:cubicBezTo>
                    <a:pt x="341" y="269"/>
                    <a:pt x="2254" y="-203"/>
                    <a:pt x="3459" y="8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1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Objective</a:t>
            </a:r>
            <a:endParaRPr/>
          </a:p>
        </p:txBody>
      </p:sp>
      <p:sp>
        <p:nvSpPr>
          <p:cNvPr id="573" name="Google Shape;573;p10"/>
          <p:cNvSpPr txBox="1"/>
          <p:nvPr/>
        </p:nvSpPr>
        <p:spPr>
          <a:xfrm>
            <a:off x="658100" y="1217868"/>
            <a:ext cx="7585788" cy="12524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Our goal is to develop a system that generates images from hand sketches using deep learning to make the process of concepts designing faster and less cost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4" name="Google Shape;574;p10"/>
          <p:cNvPicPr preferRelativeResize="0"/>
          <p:nvPr/>
        </p:nvPicPr>
        <p:blipFill rotWithShape="1">
          <a:blip r:embed="rId3">
            <a:alphaModFix/>
          </a:blip>
          <a:srcRect b="0" l="0" r="0" t="1985"/>
          <a:stretch/>
        </p:blipFill>
        <p:spPr>
          <a:xfrm>
            <a:off x="849290" y="2579123"/>
            <a:ext cx="1807263" cy="1782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6553" y="2648838"/>
            <a:ext cx="1627853" cy="1627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7864" y="2656212"/>
            <a:ext cx="1621756" cy="1627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9620" y="2656212"/>
            <a:ext cx="1609631" cy="1627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1"/>
          <p:cNvSpPr txBox="1"/>
          <p:nvPr>
            <p:ph type="title"/>
          </p:nvPr>
        </p:nvSpPr>
        <p:spPr>
          <a:xfrm flipH="1">
            <a:off x="2279082" y="2179350"/>
            <a:ext cx="6151693" cy="16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r>
              <a:rPr lang="en-US"/>
              <a:t>Survey</a:t>
            </a:r>
            <a:endParaRPr/>
          </a:p>
        </p:txBody>
      </p:sp>
      <p:sp>
        <p:nvSpPr>
          <p:cNvPr id="583" name="Google Shape;583;p11"/>
          <p:cNvSpPr txBox="1"/>
          <p:nvPr>
            <p:ph idx="2" type="title"/>
          </p:nvPr>
        </p:nvSpPr>
        <p:spPr>
          <a:xfrm flipH="1">
            <a:off x="6956275" y="1337550"/>
            <a:ext cx="1474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</a:pPr>
            <a:r>
              <a:rPr lang="en-US"/>
              <a:t>04</a:t>
            </a:r>
            <a:endParaRPr/>
          </a:p>
        </p:txBody>
      </p:sp>
      <p:grpSp>
        <p:nvGrpSpPr>
          <p:cNvPr id="584" name="Google Shape;584;p11"/>
          <p:cNvGrpSpPr/>
          <p:nvPr/>
        </p:nvGrpSpPr>
        <p:grpSpPr>
          <a:xfrm>
            <a:off x="-146050" y="1624305"/>
            <a:ext cx="3321050" cy="3519195"/>
            <a:chOff x="5701400" y="1624300"/>
            <a:chExt cx="3810739" cy="3519195"/>
          </a:xfrm>
        </p:grpSpPr>
        <p:sp>
          <p:nvSpPr>
            <p:cNvPr id="585" name="Google Shape;585;p11"/>
            <p:cNvSpPr/>
            <p:nvPr/>
          </p:nvSpPr>
          <p:spPr>
            <a:xfrm>
              <a:off x="6107395" y="3356458"/>
              <a:ext cx="3055493" cy="1787034"/>
            </a:xfrm>
            <a:custGeom>
              <a:rect b="b" l="l" r="r" t="t"/>
              <a:pathLst>
                <a:path extrusionOk="0" h="16255" w="27793">
                  <a:moveTo>
                    <a:pt x="13573" y="1"/>
                  </a:moveTo>
                  <a:cubicBezTo>
                    <a:pt x="13418" y="1"/>
                    <a:pt x="13264" y="2"/>
                    <a:pt x="13109" y="5"/>
                  </a:cubicBezTo>
                  <a:cubicBezTo>
                    <a:pt x="10466" y="50"/>
                    <a:pt x="7732" y="521"/>
                    <a:pt x="5568" y="2051"/>
                  </a:cubicBezTo>
                  <a:cubicBezTo>
                    <a:pt x="3694" y="3373"/>
                    <a:pt x="2409" y="5382"/>
                    <a:pt x="1549" y="7510"/>
                  </a:cubicBezTo>
                  <a:cubicBezTo>
                    <a:pt x="444" y="10262"/>
                    <a:pt x="1" y="13330"/>
                    <a:pt x="453" y="16254"/>
                  </a:cubicBezTo>
                  <a:lnTo>
                    <a:pt x="27792" y="16254"/>
                  </a:lnTo>
                  <a:cubicBezTo>
                    <a:pt x="27765" y="14272"/>
                    <a:pt x="27684" y="12280"/>
                    <a:pt x="27313" y="10343"/>
                  </a:cubicBezTo>
                  <a:cubicBezTo>
                    <a:pt x="26878" y="8062"/>
                    <a:pt x="26000" y="5808"/>
                    <a:pt x="24452" y="4070"/>
                  </a:cubicBezTo>
                  <a:cubicBezTo>
                    <a:pt x="23076" y="2522"/>
                    <a:pt x="21220" y="1435"/>
                    <a:pt x="19247" y="802"/>
                  </a:cubicBezTo>
                  <a:cubicBezTo>
                    <a:pt x="17420" y="215"/>
                    <a:pt x="15493" y="1"/>
                    <a:pt x="13573" y="1"/>
                  </a:cubicBez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11"/>
            <p:cNvSpPr/>
            <p:nvPr/>
          </p:nvSpPr>
          <p:spPr>
            <a:xfrm>
              <a:off x="7411131" y="4011789"/>
              <a:ext cx="1237237" cy="625105"/>
            </a:xfrm>
            <a:custGeom>
              <a:rect b="b" l="l" r="r" t="t"/>
              <a:pathLst>
                <a:path extrusionOk="0" h="5686" w="11254">
                  <a:moveTo>
                    <a:pt x="2680" y="1"/>
                  </a:moveTo>
                  <a:lnTo>
                    <a:pt x="544" y="200"/>
                  </a:lnTo>
                  <a:cubicBezTo>
                    <a:pt x="481" y="879"/>
                    <a:pt x="408" y="1639"/>
                    <a:pt x="336" y="2418"/>
                  </a:cubicBezTo>
                  <a:cubicBezTo>
                    <a:pt x="227" y="3504"/>
                    <a:pt x="109" y="4636"/>
                    <a:pt x="1" y="5686"/>
                  </a:cubicBezTo>
                  <a:lnTo>
                    <a:pt x="10710" y="5686"/>
                  </a:lnTo>
                  <a:lnTo>
                    <a:pt x="11253" y="3097"/>
                  </a:lnTo>
                  <a:lnTo>
                    <a:pt x="3015" y="2155"/>
                  </a:lnTo>
                  <a:cubicBezTo>
                    <a:pt x="3015" y="2155"/>
                    <a:pt x="2870" y="1368"/>
                    <a:pt x="2680" y="1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11"/>
            <p:cNvSpPr/>
            <p:nvPr/>
          </p:nvSpPr>
          <p:spPr>
            <a:xfrm>
              <a:off x="7046911" y="3213651"/>
              <a:ext cx="679854" cy="850037"/>
            </a:xfrm>
            <a:custGeom>
              <a:rect b="b" l="l" r="r" t="t"/>
              <a:pathLst>
                <a:path extrusionOk="0" h="7732" w="6184">
                  <a:moveTo>
                    <a:pt x="1195" y="0"/>
                  </a:moveTo>
                  <a:lnTo>
                    <a:pt x="0" y="1232"/>
                  </a:lnTo>
                  <a:lnTo>
                    <a:pt x="879" y="7731"/>
                  </a:lnTo>
                  <a:lnTo>
                    <a:pt x="1195" y="7704"/>
                  </a:lnTo>
                  <a:lnTo>
                    <a:pt x="3857" y="7460"/>
                  </a:lnTo>
                  <a:lnTo>
                    <a:pt x="5993" y="7261"/>
                  </a:lnTo>
                  <a:lnTo>
                    <a:pt x="6183" y="7243"/>
                  </a:lnTo>
                  <a:cubicBezTo>
                    <a:pt x="6183" y="7243"/>
                    <a:pt x="5984" y="4472"/>
                    <a:pt x="5731" y="3278"/>
                  </a:cubicBezTo>
                  <a:cubicBezTo>
                    <a:pt x="5477" y="2083"/>
                    <a:pt x="4047" y="698"/>
                    <a:pt x="3196" y="381"/>
                  </a:cubicBezTo>
                  <a:cubicBezTo>
                    <a:pt x="2608" y="154"/>
                    <a:pt x="1195" y="0"/>
                    <a:pt x="11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6477661" y="2654294"/>
              <a:ext cx="591244" cy="792320"/>
            </a:xfrm>
            <a:custGeom>
              <a:rect b="b" l="l" r="r" t="t"/>
              <a:pathLst>
                <a:path extrusionOk="0" h="7207" w="5378">
                  <a:moveTo>
                    <a:pt x="1395" y="1"/>
                  </a:moveTo>
                  <a:lnTo>
                    <a:pt x="670" y="3169"/>
                  </a:lnTo>
                  <a:cubicBezTo>
                    <a:pt x="670" y="3169"/>
                    <a:pt x="507" y="3857"/>
                    <a:pt x="0" y="4455"/>
                  </a:cubicBezTo>
                  <a:cubicBezTo>
                    <a:pt x="82" y="4654"/>
                    <a:pt x="154" y="4862"/>
                    <a:pt x="236" y="5061"/>
                  </a:cubicBezTo>
                  <a:lnTo>
                    <a:pt x="172" y="5360"/>
                  </a:lnTo>
                  <a:cubicBezTo>
                    <a:pt x="308" y="5487"/>
                    <a:pt x="453" y="5604"/>
                    <a:pt x="589" y="5740"/>
                  </a:cubicBezTo>
                  <a:cubicBezTo>
                    <a:pt x="851" y="6012"/>
                    <a:pt x="1087" y="6320"/>
                    <a:pt x="1404" y="6537"/>
                  </a:cubicBezTo>
                  <a:cubicBezTo>
                    <a:pt x="1871" y="6859"/>
                    <a:pt x="2397" y="7207"/>
                    <a:pt x="2971" y="7207"/>
                  </a:cubicBezTo>
                  <a:cubicBezTo>
                    <a:pt x="3075" y="7207"/>
                    <a:pt x="3180" y="7196"/>
                    <a:pt x="3287" y="7171"/>
                  </a:cubicBezTo>
                  <a:cubicBezTo>
                    <a:pt x="3929" y="7017"/>
                    <a:pt x="4554" y="6184"/>
                    <a:pt x="4907" y="5677"/>
                  </a:cubicBezTo>
                  <a:cubicBezTo>
                    <a:pt x="5079" y="5423"/>
                    <a:pt x="5242" y="5161"/>
                    <a:pt x="5378" y="4889"/>
                  </a:cubicBezTo>
                  <a:cubicBezTo>
                    <a:pt x="4961" y="4627"/>
                    <a:pt x="4672" y="4256"/>
                    <a:pt x="4481" y="3921"/>
                  </a:cubicBezTo>
                  <a:lnTo>
                    <a:pt x="5178" y="888"/>
                  </a:lnTo>
                  <a:lnTo>
                    <a:pt x="1395" y="1"/>
                  </a:lnTo>
                  <a:close/>
                </a:path>
              </a:pathLst>
            </a:custGeom>
            <a:solidFill>
              <a:srgbClr val="F59D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6601009" y="2771816"/>
              <a:ext cx="405230" cy="248899"/>
            </a:xfrm>
            <a:custGeom>
              <a:rect b="b" l="l" r="r" t="t"/>
              <a:pathLst>
                <a:path extrusionOk="0" h="2264" w="3686">
                  <a:moveTo>
                    <a:pt x="28" y="0"/>
                  </a:moveTo>
                  <a:lnTo>
                    <a:pt x="1" y="136"/>
                  </a:lnTo>
                  <a:cubicBezTo>
                    <a:pt x="399" y="733"/>
                    <a:pt x="924" y="1258"/>
                    <a:pt x="1513" y="1593"/>
                  </a:cubicBezTo>
                  <a:lnTo>
                    <a:pt x="1513" y="1602"/>
                  </a:lnTo>
                  <a:cubicBezTo>
                    <a:pt x="1549" y="1621"/>
                    <a:pt x="1621" y="1657"/>
                    <a:pt x="1712" y="1702"/>
                  </a:cubicBezTo>
                  <a:cubicBezTo>
                    <a:pt x="1929" y="1811"/>
                    <a:pt x="2155" y="1901"/>
                    <a:pt x="2391" y="1955"/>
                  </a:cubicBezTo>
                  <a:cubicBezTo>
                    <a:pt x="2708" y="2064"/>
                    <a:pt x="3097" y="2173"/>
                    <a:pt x="3495" y="2263"/>
                  </a:cubicBezTo>
                  <a:lnTo>
                    <a:pt x="3685" y="1439"/>
                  </a:lnTo>
                  <a:cubicBezTo>
                    <a:pt x="2979" y="1358"/>
                    <a:pt x="2273" y="1168"/>
                    <a:pt x="1730" y="996"/>
                  </a:cubicBezTo>
                  <a:cubicBezTo>
                    <a:pt x="1495" y="933"/>
                    <a:pt x="1268" y="842"/>
                    <a:pt x="1051" y="733"/>
                  </a:cubicBezTo>
                  <a:cubicBezTo>
                    <a:pt x="961" y="697"/>
                    <a:pt x="888" y="661"/>
                    <a:pt x="852" y="634"/>
                  </a:cubicBezTo>
                  <a:cubicBezTo>
                    <a:pt x="562" y="462"/>
                    <a:pt x="273" y="235"/>
                    <a:pt x="28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5975032" y="3085245"/>
              <a:ext cx="1518897" cy="2058250"/>
            </a:xfrm>
            <a:custGeom>
              <a:rect b="b" l="l" r="r" t="t"/>
              <a:pathLst>
                <a:path extrusionOk="0" h="18722" w="13816">
                  <a:moveTo>
                    <a:pt x="9053" y="1"/>
                  </a:moveTo>
                  <a:cubicBezTo>
                    <a:pt x="9053" y="1"/>
                    <a:pt x="9225" y="2282"/>
                    <a:pt x="7533" y="2508"/>
                  </a:cubicBezTo>
                  <a:cubicBezTo>
                    <a:pt x="7452" y="2519"/>
                    <a:pt x="7373" y="2524"/>
                    <a:pt x="7295" y="2524"/>
                  </a:cubicBezTo>
                  <a:cubicBezTo>
                    <a:pt x="5735" y="2524"/>
                    <a:pt x="4627" y="471"/>
                    <a:pt x="4627" y="471"/>
                  </a:cubicBezTo>
                  <a:cubicBezTo>
                    <a:pt x="4627" y="471"/>
                    <a:pt x="4319" y="671"/>
                    <a:pt x="3866" y="870"/>
                  </a:cubicBezTo>
                  <a:cubicBezTo>
                    <a:pt x="3396" y="1087"/>
                    <a:pt x="2753" y="1304"/>
                    <a:pt x="2110" y="1304"/>
                  </a:cubicBezTo>
                  <a:cubicBezTo>
                    <a:pt x="1286" y="1304"/>
                    <a:pt x="463" y="1612"/>
                    <a:pt x="1" y="1820"/>
                  </a:cubicBezTo>
                  <a:lnTo>
                    <a:pt x="1" y="18106"/>
                  </a:lnTo>
                  <a:cubicBezTo>
                    <a:pt x="1" y="18450"/>
                    <a:pt x="272" y="18721"/>
                    <a:pt x="616" y="18721"/>
                  </a:cubicBezTo>
                  <a:lnTo>
                    <a:pt x="12593" y="18721"/>
                  </a:lnTo>
                  <a:cubicBezTo>
                    <a:pt x="12602" y="18568"/>
                    <a:pt x="12711" y="17427"/>
                    <a:pt x="12846" y="16114"/>
                  </a:cubicBezTo>
                  <a:cubicBezTo>
                    <a:pt x="12910" y="15517"/>
                    <a:pt x="12991" y="14829"/>
                    <a:pt x="13064" y="14114"/>
                  </a:cubicBezTo>
                  <a:cubicBezTo>
                    <a:pt x="13172" y="13064"/>
                    <a:pt x="13290" y="11932"/>
                    <a:pt x="13390" y="10846"/>
                  </a:cubicBezTo>
                  <a:cubicBezTo>
                    <a:pt x="13471" y="10067"/>
                    <a:pt x="13544" y="9307"/>
                    <a:pt x="13607" y="8628"/>
                  </a:cubicBezTo>
                  <a:cubicBezTo>
                    <a:pt x="13734" y="7125"/>
                    <a:pt x="13815" y="5975"/>
                    <a:pt x="13788" y="5650"/>
                  </a:cubicBezTo>
                  <a:cubicBezTo>
                    <a:pt x="13697" y="4753"/>
                    <a:pt x="13082" y="2599"/>
                    <a:pt x="12222" y="1684"/>
                  </a:cubicBezTo>
                  <a:cubicBezTo>
                    <a:pt x="11986" y="1440"/>
                    <a:pt x="11742" y="1277"/>
                    <a:pt x="11480" y="1268"/>
                  </a:cubicBezTo>
                  <a:cubicBezTo>
                    <a:pt x="11298" y="1259"/>
                    <a:pt x="11117" y="1223"/>
                    <a:pt x="10945" y="1168"/>
                  </a:cubicBezTo>
                  <a:cubicBezTo>
                    <a:pt x="10592" y="1069"/>
                    <a:pt x="10266" y="897"/>
                    <a:pt x="9977" y="725"/>
                  </a:cubicBezTo>
                  <a:cubicBezTo>
                    <a:pt x="9434" y="381"/>
                    <a:pt x="9054" y="1"/>
                    <a:pt x="9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5975032" y="4152178"/>
              <a:ext cx="1472063" cy="904786"/>
            </a:xfrm>
            <a:custGeom>
              <a:rect b="b" l="l" r="r" t="t"/>
              <a:pathLst>
                <a:path extrusionOk="0" h="8230" w="13390">
                  <a:moveTo>
                    <a:pt x="1" y="0"/>
                  </a:moveTo>
                  <a:lnTo>
                    <a:pt x="1" y="3087"/>
                  </a:lnTo>
                  <a:cubicBezTo>
                    <a:pt x="616" y="4916"/>
                    <a:pt x="1739" y="7984"/>
                    <a:pt x="2436" y="8202"/>
                  </a:cubicBezTo>
                  <a:cubicBezTo>
                    <a:pt x="2497" y="8221"/>
                    <a:pt x="2595" y="8229"/>
                    <a:pt x="2723" y="8229"/>
                  </a:cubicBezTo>
                  <a:cubicBezTo>
                    <a:pt x="4264" y="8229"/>
                    <a:pt x="10298" y="6961"/>
                    <a:pt x="12846" y="6409"/>
                  </a:cubicBezTo>
                  <a:cubicBezTo>
                    <a:pt x="13009" y="4934"/>
                    <a:pt x="13218" y="2969"/>
                    <a:pt x="13390" y="1141"/>
                  </a:cubicBezTo>
                  <a:lnTo>
                    <a:pt x="13390" y="1141"/>
                  </a:lnTo>
                  <a:lnTo>
                    <a:pt x="6519" y="1340"/>
                  </a:lnTo>
                  <a:lnTo>
                    <a:pt x="5025" y="30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6400046" y="3085245"/>
              <a:ext cx="671828" cy="383022"/>
            </a:xfrm>
            <a:custGeom>
              <a:rect b="b" l="l" r="r" t="t"/>
              <a:pathLst>
                <a:path extrusionOk="0" h="3484" w="6111">
                  <a:moveTo>
                    <a:pt x="5187" y="1"/>
                  </a:moveTo>
                  <a:cubicBezTo>
                    <a:pt x="5187" y="1"/>
                    <a:pt x="5359" y="2282"/>
                    <a:pt x="3667" y="2508"/>
                  </a:cubicBezTo>
                  <a:cubicBezTo>
                    <a:pt x="3586" y="2519"/>
                    <a:pt x="3507" y="2524"/>
                    <a:pt x="3429" y="2524"/>
                  </a:cubicBezTo>
                  <a:cubicBezTo>
                    <a:pt x="1869" y="2524"/>
                    <a:pt x="761" y="471"/>
                    <a:pt x="761" y="471"/>
                  </a:cubicBezTo>
                  <a:cubicBezTo>
                    <a:pt x="761" y="471"/>
                    <a:pt x="462" y="671"/>
                    <a:pt x="0" y="870"/>
                  </a:cubicBezTo>
                  <a:cubicBezTo>
                    <a:pt x="308" y="1757"/>
                    <a:pt x="869" y="2554"/>
                    <a:pt x="1666" y="3033"/>
                  </a:cubicBezTo>
                  <a:cubicBezTo>
                    <a:pt x="2143" y="3325"/>
                    <a:pt x="2708" y="3484"/>
                    <a:pt x="3267" y="3484"/>
                  </a:cubicBezTo>
                  <a:cubicBezTo>
                    <a:pt x="3748" y="3484"/>
                    <a:pt x="4225" y="3366"/>
                    <a:pt x="4635" y="3115"/>
                  </a:cubicBezTo>
                  <a:cubicBezTo>
                    <a:pt x="5468" y="2608"/>
                    <a:pt x="5921" y="1684"/>
                    <a:pt x="6111" y="725"/>
                  </a:cubicBezTo>
                  <a:cubicBezTo>
                    <a:pt x="5568" y="381"/>
                    <a:pt x="5188" y="1"/>
                    <a:pt x="5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11"/>
            <p:cNvSpPr/>
            <p:nvPr/>
          </p:nvSpPr>
          <p:spPr>
            <a:xfrm>
              <a:off x="5995920" y="4138216"/>
              <a:ext cx="2282193" cy="811449"/>
            </a:xfrm>
            <a:custGeom>
              <a:rect b="b" l="l" r="r" t="t"/>
              <a:pathLst>
                <a:path extrusionOk="0" h="7381" w="20759">
                  <a:moveTo>
                    <a:pt x="5532" y="0"/>
                  </a:moveTo>
                  <a:lnTo>
                    <a:pt x="1" y="1965"/>
                  </a:lnTo>
                  <a:cubicBezTo>
                    <a:pt x="988" y="4382"/>
                    <a:pt x="2083" y="6690"/>
                    <a:pt x="2662" y="7215"/>
                  </a:cubicBezTo>
                  <a:cubicBezTo>
                    <a:pt x="2788" y="7329"/>
                    <a:pt x="3057" y="7380"/>
                    <a:pt x="3437" y="7380"/>
                  </a:cubicBezTo>
                  <a:cubicBezTo>
                    <a:pt x="6555" y="7380"/>
                    <a:pt x="17128" y="3956"/>
                    <a:pt x="17128" y="3956"/>
                  </a:cubicBezTo>
                  <a:cubicBezTo>
                    <a:pt x="17536" y="3902"/>
                    <a:pt x="18007" y="3812"/>
                    <a:pt x="18387" y="3739"/>
                  </a:cubicBezTo>
                  <a:cubicBezTo>
                    <a:pt x="18758" y="3667"/>
                    <a:pt x="19030" y="3603"/>
                    <a:pt x="19030" y="3603"/>
                  </a:cubicBezTo>
                  <a:lnTo>
                    <a:pt x="19573" y="4328"/>
                  </a:lnTo>
                  <a:lnTo>
                    <a:pt x="20152" y="4328"/>
                  </a:lnTo>
                  <a:cubicBezTo>
                    <a:pt x="20152" y="4328"/>
                    <a:pt x="20759" y="3259"/>
                    <a:pt x="20605" y="2481"/>
                  </a:cubicBezTo>
                  <a:cubicBezTo>
                    <a:pt x="20446" y="1722"/>
                    <a:pt x="19978" y="1230"/>
                    <a:pt x="19477" y="1230"/>
                  </a:cubicBezTo>
                  <a:cubicBezTo>
                    <a:pt x="19464" y="1230"/>
                    <a:pt x="19450" y="1231"/>
                    <a:pt x="19437" y="1232"/>
                  </a:cubicBezTo>
                  <a:cubicBezTo>
                    <a:pt x="19057" y="1250"/>
                    <a:pt x="17346" y="1630"/>
                    <a:pt x="16440" y="1829"/>
                  </a:cubicBezTo>
                  <a:lnTo>
                    <a:pt x="6139" y="2055"/>
                  </a:lnTo>
                  <a:lnTo>
                    <a:pt x="5532" y="0"/>
                  </a:lnTo>
                  <a:close/>
                </a:path>
              </a:pathLst>
            </a:custGeom>
            <a:solidFill>
              <a:srgbClr val="F59D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11"/>
            <p:cNvSpPr/>
            <p:nvPr/>
          </p:nvSpPr>
          <p:spPr>
            <a:xfrm>
              <a:off x="6466667" y="4274537"/>
              <a:ext cx="204154" cy="186234"/>
            </a:xfrm>
            <a:custGeom>
              <a:rect b="b" l="l" r="r" t="t"/>
              <a:pathLst>
                <a:path extrusionOk="0" h="1694" w="1857">
                  <a:moveTo>
                    <a:pt x="1621" y="1"/>
                  </a:moveTo>
                  <a:lnTo>
                    <a:pt x="1" y="1693"/>
                  </a:lnTo>
                  <a:lnTo>
                    <a:pt x="1857" y="815"/>
                  </a:lnTo>
                  <a:lnTo>
                    <a:pt x="1621" y="1"/>
                  </a:ln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5995920" y="4138216"/>
              <a:ext cx="637088" cy="322557"/>
            </a:xfrm>
            <a:custGeom>
              <a:rect b="b" l="l" r="r" t="t"/>
              <a:pathLst>
                <a:path extrusionOk="0" h="2934" w="5795">
                  <a:moveTo>
                    <a:pt x="5532" y="0"/>
                  </a:moveTo>
                  <a:lnTo>
                    <a:pt x="1" y="1965"/>
                  </a:lnTo>
                  <a:lnTo>
                    <a:pt x="408" y="2933"/>
                  </a:lnTo>
                  <a:lnTo>
                    <a:pt x="5795" y="878"/>
                  </a:lnTo>
                  <a:lnTo>
                    <a:pt x="5532" y="0"/>
                  </a:ln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5701400" y="3222996"/>
              <a:ext cx="928642" cy="1139282"/>
            </a:xfrm>
            <a:custGeom>
              <a:rect b="b" l="l" r="r" t="t"/>
              <a:pathLst>
                <a:path extrusionOk="0" h="10363" w="8447">
                  <a:moveTo>
                    <a:pt x="4876" y="0"/>
                  </a:moveTo>
                  <a:cubicBezTo>
                    <a:pt x="4165" y="0"/>
                    <a:pt x="2159" y="108"/>
                    <a:pt x="1186" y="1273"/>
                  </a:cubicBezTo>
                  <a:cubicBezTo>
                    <a:pt x="0" y="2704"/>
                    <a:pt x="372" y="4623"/>
                    <a:pt x="444" y="5039"/>
                  </a:cubicBezTo>
                  <a:cubicBezTo>
                    <a:pt x="516" y="5456"/>
                    <a:pt x="2472" y="10362"/>
                    <a:pt x="2472" y="10362"/>
                  </a:cubicBezTo>
                  <a:lnTo>
                    <a:pt x="2680" y="10290"/>
                  </a:lnTo>
                  <a:lnTo>
                    <a:pt x="8211" y="8325"/>
                  </a:lnTo>
                  <a:lnTo>
                    <a:pt x="8446" y="8244"/>
                  </a:lnTo>
                  <a:lnTo>
                    <a:pt x="5984" y="730"/>
                  </a:lnTo>
                  <a:lnTo>
                    <a:pt x="5133" y="6"/>
                  </a:lnTo>
                  <a:cubicBezTo>
                    <a:pt x="5133" y="6"/>
                    <a:pt x="5038" y="0"/>
                    <a:pt x="48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6369154" y="1738854"/>
              <a:ext cx="1110809" cy="1195680"/>
            </a:xfrm>
            <a:custGeom>
              <a:rect b="b" l="l" r="r" t="t"/>
              <a:pathLst>
                <a:path extrusionOk="0" h="10876" w="10104">
                  <a:moveTo>
                    <a:pt x="5240" y="0"/>
                  </a:moveTo>
                  <a:cubicBezTo>
                    <a:pt x="3056" y="0"/>
                    <a:pt x="1077" y="1493"/>
                    <a:pt x="544" y="3711"/>
                  </a:cubicBezTo>
                  <a:cubicBezTo>
                    <a:pt x="1" y="5965"/>
                    <a:pt x="987" y="8889"/>
                    <a:pt x="2961" y="10021"/>
                  </a:cubicBezTo>
                  <a:lnTo>
                    <a:pt x="2961" y="10030"/>
                  </a:lnTo>
                  <a:cubicBezTo>
                    <a:pt x="2988" y="10048"/>
                    <a:pt x="3060" y="10084"/>
                    <a:pt x="3151" y="10129"/>
                  </a:cubicBezTo>
                  <a:cubicBezTo>
                    <a:pt x="3368" y="10238"/>
                    <a:pt x="3595" y="10319"/>
                    <a:pt x="3839" y="10383"/>
                  </a:cubicBezTo>
                  <a:cubicBezTo>
                    <a:pt x="4562" y="10622"/>
                    <a:pt x="5603" y="10875"/>
                    <a:pt x="6506" y="10875"/>
                  </a:cubicBezTo>
                  <a:cubicBezTo>
                    <a:pt x="7039" y="10875"/>
                    <a:pt x="7524" y="10787"/>
                    <a:pt x="7867" y="10555"/>
                  </a:cubicBezTo>
                  <a:cubicBezTo>
                    <a:pt x="8211" y="10319"/>
                    <a:pt x="8555" y="9749"/>
                    <a:pt x="8854" y="9097"/>
                  </a:cubicBezTo>
                  <a:cubicBezTo>
                    <a:pt x="9162" y="8427"/>
                    <a:pt x="9433" y="7658"/>
                    <a:pt x="9624" y="7051"/>
                  </a:cubicBezTo>
                  <a:cubicBezTo>
                    <a:pt x="9723" y="6735"/>
                    <a:pt x="9805" y="6454"/>
                    <a:pt x="9859" y="6264"/>
                  </a:cubicBezTo>
                  <a:cubicBezTo>
                    <a:pt x="9877" y="6219"/>
                    <a:pt x="9886" y="6164"/>
                    <a:pt x="9904" y="6119"/>
                  </a:cubicBezTo>
                  <a:lnTo>
                    <a:pt x="9931" y="6001"/>
                  </a:lnTo>
                  <a:cubicBezTo>
                    <a:pt x="9940" y="5974"/>
                    <a:pt x="9940" y="5965"/>
                    <a:pt x="9940" y="5965"/>
                  </a:cubicBezTo>
                  <a:cubicBezTo>
                    <a:pt x="10067" y="5449"/>
                    <a:pt x="10103" y="4933"/>
                    <a:pt x="10067" y="4435"/>
                  </a:cubicBezTo>
                  <a:cubicBezTo>
                    <a:pt x="9895" y="2417"/>
                    <a:pt x="8456" y="642"/>
                    <a:pt x="6374" y="135"/>
                  </a:cubicBezTo>
                  <a:cubicBezTo>
                    <a:pt x="5994" y="44"/>
                    <a:pt x="5614" y="0"/>
                    <a:pt x="5240" y="0"/>
                  </a:cubicBezTo>
                  <a:close/>
                </a:path>
              </a:pathLst>
            </a:custGeom>
            <a:solidFill>
              <a:srgbClr val="F59D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11"/>
            <p:cNvSpPr/>
            <p:nvPr/>
          </p:nvSpPr>
          <p:spPr>
            <a:xfrm>
              <a:off x="6608045" y="1852638"/>
              <a:ext cx="871914" cy="559032"/>
            </a:xfrm>
            <a:custGeom>
              <a:rect b="b" l="l" r="r" t="t"/>
              <a:pathLst>
                <a:path extrusionOk="0" h="5085" w="7931">
                  <a:moveTo>
                    <a:pt x="2351" y="0"/>
                  </a:moveTo>
                  <a:cubicBezTo>
                    <a:pt x="2248" y="0"/>
                    <a:pt x="2146" y="12"/>
                    <a:pt x="2046" y="42"/>
                  </a:cubicBezTo>
                  <a:cubicBezTo>
                    <a:pt x="1711" y="132"/>
                    <a:pt x="1458" y="431"/>
                    <a:pt x="1250" y="712"/>
                  </a:cubicBezTo>
                  <a:cubicBezTo>
                    <a:pt x="842" y="1255"/>
                    <a:pt x="480" y="1825"/>
                    <a:pt x="281" y="2468"/>
                  </a:cubicBezTo>
                  <a:cubicBezTo>
                    <a:pt x="82" y="3111"/>
                    <a:pt x="0" y="3862"/>
                    <a:pt x="272" y="4478"/>
                  </a:cubicBezTo>
                  <a:cubicBezTo>
                    <a:pt x="1367" y="4043"/>
                    <a:pt x="2245" y="3102"/>
                    <a:pt x="2607" y="1979"/>
                  </a:cubicBezTo>
                  <a:cubicBezTo>
                    <a:pt x="3149" y="2404"/>
                    <a:pt x="3807" y="2636"/>
                    <a:pt x="4475" y="2636"/>
                  </a:cubicBezTo>
                  <a:cubicBezTo>
                    <a:pt x="4790" y="2636"/>
                    <a:pt x="5106" y="2584"/>
                    <a:pt x="5414" y="2477"/>
                  </a:cubicBezTo>
                  <a:lnTo>
                    <a:pt x="5414" y="2477"/>
                  </a:lnTo>
                  <a:cubicBezTo>
                    <a:pt x="5296" y="2721"/>
                    <a:pt x="5350" y="3083"/>
                    <a:pt x="5495" y="3301"/>
                  </a:cubicBezTo>
                  <a:cubicBezTo>
                    <a:pt x="5631" y="3527"/>
                    <a:pt x="5857" y="3690"/>
                    <a:pt x="6084" y="3826"/>
                  </a:cubicBezTo>
                  <a:cubicBezTo>
                    <a:pt x="6319" y="3952"/>
                    <a:pt x="6563" y="4061"/>
                    <a:pt x="6790" y="4197"/>
                  </a:cubicBezTo>
                  <a:cubicBezTo>
                    <a:pt x="7161" y="4423"/>
                    <a:pt x="7469" y="4740"/>
                    <a:pt x="7731" y="5084"/>
                  </a:cubicBezTo>
                  <a:lnTo>
                    <a:pt x="7758" y="4966"/>
                  </a:lnTo>
                  <a:cubicBezTo>
                    <a:pt x="7767" y="4939"/>
                    <a:pt x="7767" y="4930"/>
                    <a:pt x="7767" y="4930"/>
                  </a:cubicBezTo>
                  <a:cubicBezTo>
                    <a:pt x="7894" y="4414"/>
                    <a:pt x="7930" y="3898"/>
                    <a:pt x="7894" y="3400"/>
                  </a:cubicBezTo>
                  <a:cubicBezTo>
                    <a:pt x="7876" y="3382"/>
                    <a:pt x="7867" y="3355"/>
                    <a:pt x="7858" y="3337"/>
                  </a:cubicBezTo>
                  <a:cubicBezTo>
                    <a:pt x="7559" y="2803"/>
                    <a:pt x="7270" y="2269"/>
                    <a:pt x="6853" y="1816"/>
                  </a:cubicBezTo>
                  <a:cubicBezTo>
                    <a:pt x="6355" y="1282"/>
                    <a:pt x="5694" y="902"/>
                    <a:pt x="5006" y="630"/>
                  </a:cubicBezTo>
                  <a:cubicBezTo>
                    <a:pt x="4318" y="368"/>
                    <a:pt x="3594" y="214"/>
                    <a:pt x="2879" y="69"/>
                  </a:cubicBezTo>
                  <a:cubicBezTo>
                    <a:pt x="2707" y="35"/>
                    <a:pt x="2528" y="0"/>
                    <a:pt x="2351" y="0"/>
                  </a:cubicBez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11"/>
            <p:cNvSpPr/>
            <p:nvPr/>
          </p:nvSpPr>
          <p:spPr>
            <a:xfrm>
              <a:off x="7081761" y="2363732"/>
              <a:ext cx="95646" cy="168314"/>
            </a:xfrm>
            <a:custGeom>
              <a:rect b="b" l="l" r="r" t="t"/>
              <a:pathLst>
                <a:path extrusionOk="0" h="1531" w="870">
                  <a:moveTo>
                    <a:pt x="688" y="1"/>
                  </a:moveTo>
                  <a:lnTo>
                    <a:pt x="688" y="1"/>
                  </a:lnTo>
                  <a:cubicBezTo>
                    <a:pt x="625" y="145"/>
                    <a:pt x="562" y="281"/>
                    <a:pt x="525" y="435"/>
                  </a:cubicBezTo>
                  <a:cubicBezTo>
                    <a:pt x="471" y="580"/>
                    <a:pt x="444" y="734"/>
                    <a:pt x="417" y="888"/>
                  </a:cubicBezTo>
                  <a:cubicBezTo>
                    <a:pt x="417" y="888"/>
                    <a:pt x="417" y="888"/>
                    <a:pt x="417" y="897"/>
                  </a:cubicBezTo>
                  <a:cubicBezTo>
                    <a:pt x="426" y="915"/>
                    <a:pt x="444" y="933"/>
                    <a:pt x="462" y="933"/>
                  </a:cubicBezTo>
                  <a:cubicBezTo>
                    <a:pt x="470" y="932"/>
                    <a:pt x="478" y="932"/>
                    <a:pt x="486" y="932"/>
                  </a:cubicBezTo>
                  <a:cubicBezTo>
                    <a:pt x="586" y="932"/>
                    <a:pt x="683" y="985"/>
                    <a:pt x="725" y="1069"/>
                  </a:cubicBezTo>
                  <a:cubicBezTo>
                    <a:pt x="770" y="1150"/>
                    <a:pt x="734" y="1268"/>
                    <a:pt x="652" y="1349"/>
                  </a:cubicBezTo>
                  <a:cubicBezTo>
                    <a:pt x="580" y="1422"/>
                    <a:pt x="471" y="1467"/>
                    <a:pt x="353" y="1476"/>
                  </a:cubicBezTo>
                  <a:cubicBezTo>
                    <a:pt x="332" y="1478"/>
                    <a:pt x="310" y="1479"/>
                    <a:pt x="289" y="1479"/>
                  </a:cubicBezTo>
                  <a:cubicBezTo>
                    <a:pt x="193" y="1479"/>
                    <a:pt x="96" y="1464"/>
                    <a:pt x="0" y="1449"/>
                  </a:cubicBezTo>
                  <a:lnTo>
                    <a:pt x="0" y="1449"/>
                  </a:lnTo>
                  <a:cubicBezTo>
                    <a:pt x="118" y="1485"/>
                    <a:pt x="236" y="1521"/>
                    <a:pt x="353" y="1530"/>
                  </a:cubicBezTo>
                  <a:cubicBezTo>
                    <a:pt x="480" y="1530"/>
                    <a:pt x="616" y="1494"/>
                    <a:pt x="715" y="1404"/>
                  </a:cubicBezTo>
                  <a:cubicBezTo>
                    <a:pt x="806" y="1313"/>
                    <a:pt x="869" y="1159"/>
                    <a:pt x="797" y="1023"/>
                  </a:cubicBezTo>
                  <a:cubicBezTo>
                    <a:pt x="751" y="915"/>
                    <a:pt x="632" y="853"/>
                    <a:pt x="513" y="849"/>
                  </a:cubicBezTo>
                  <a:lnTo>
                    <a:pt x="513" y="849"/>
                  </a:lnTo>
                  <a:cubicBezTo>
                    <a:pt x="531" y="712"/>
                    <a:pt x="555" y="582"/>
                    <a:pt x="580" y="444"/>
                  </a:cubicBezTo>
                  <a:cubicBezTo>
                    <a:pt x="616" y="299"/>
                    <a:pt x="652" y="154"/>
                    <a:pt x="688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7055816" y="2493128"/>
              <a:ext cx="15061" cy="25945"/>
            </a:xfrm>
            <a:custGeom>
              <a:rect b="b" l="l" r="r" t="t"/>
              <a:pathLst>
                <a:path extrusionOk="0" h="236" w="137">
                  <a:moveTo>
                    <a:pt x="19" y="0"/>
                  </a:moveTo>
                  <a:lnTo>
                    <a:pt x="19" y="0"/>
                  </a:lnTo>
                  <a:cubicBezTo>
                    <a:pt x="1" y="55"/>
                    <a:pt x="10" y="100"/>
                    <a:pt x="28" y="136"/>
                  </a:cubicBezTo>
                  <a:cubicBezTo>
                    <a:pt x="46" y="172"/>
                    <a:pt x="73" y="209"/>
                    <a:pt x="128" y="236"/>
                  </a:cubicBezTo>
                  <a:cubicBezTo>
                    <a:pt x="137" y="181"/>
                    <a:pt x="128" y="136"/>
                    <a:pt x="110" y="100"/>
                  </a:cubicBezTo>
                  <a:cubicBezTo>
                    <a:pt x="91" y="64"/>
                    <a:pt x="64" y="28"/>
                    <a:pt x="19" y="0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6898607" y="2142760"/>
              <a:ext cx="165346" cy="56178"/>
            </a:xfrm>
            <a:custGeom>
              <a:rect b="b" l="l" r="r" t="t"/>
              <a:pathLst>
                <a:path extrusionOk="0" h="511" w="1504">
                  <a:moveTo>
                    <a:pt x="836" y="1"/>
                  </a:moveTo>
                  <a:cubicBezTo>
                    <a:pt x="792" y="1"/>
                    <a:pt x="749" y="4"/>
                    <a:pt x="707" y="10"/>
                  </a:cubicBezTo>
                  <a:cubicBezTo>
                    <a:pt x="571" y="19"/>
                    <a:pt x="444" y="55"/>
                    <a:pt x="327" y="109"/>
                  </a:cubicBezTo>
                  <a:cubicBezTo>
                    <a:pt x="209" y="164"/>
                    <a:pt x="91" y="236"/>
                    <a:pt x="10" y="336"/>
                  </a:cubicBezTo>
                  <a:cubicBezTo>
                    <a:pt x="1" y="345"/>
                    <a:pt x="1" y="354"/>
                    <a:pt x="1" y="372"/>
                  </a:cubicBezTo>
                  <a:cubicBezTo>
                    <a:pt x="1" y="399"/>
                    <a:pt x="19" y="417"/>
                    <a:pt x="46" y="417"/>
                  </a:cubicBezTo>
                  <a:cubicBezTo>
                    <a:pt x="173" y="426"/>
                    <a:pt x="290" y="426"/>
                    <a:pt x="399" y="426"/>
                  </a:cubicBezTo>
                  <a:cubicBezTo>
                    <a:pt x="499" y="435"/>
                    <a:pt x="607" y="444"/>
                    <a:pt x="707" y="453"/>
                  </a:cubicBezTo>
                  <a:lnTo>
                    <a:pt x="1005" y="490"/>
                  </a:lnTo>
                  <a:cubicBezTo>
                    <a:pt x="1086" y="497"/>
                    <a:pt x="1167" y="510"/>
                    <a:pt x="1257" y="510"/>
                  </a:cubicBezTo>
                  <a:cubicBezTo>
                    <a:pt x="1278" y="510"/>
                    <a:pt x="1300" y="510"/>
                    <a:pt x="1322" y="508"/>
                  </a:cubicBezTo>
                  <a:lnTo>
                    <a:pt x="1331" y="508"/>
                  </a:lnTo>
                  <a:cubicBezTo>
                    <a:pt x="1368" y="508"/>
                    <a:pt x="1404" y="490"/>
                    <a:pt x="1431" y="463"/>
                  </a:cubicBezTo>
                  <a:cubicBezTo>
                    <a:pt x="1494" y="408"/>
                    <a:pt x="1503" y="309"/>
                    <a:pt x="1440" y="245"/>
                  </a:cubicBezTo>
                  <a:cubicBezTo>
                    <a:pt x="1349" y="137"/>
                    <a:pt x="1232" y="82"/>
                    <a:pt x="1096" y="37"/>
                  </a:cubicBezTo>
                  <a:cubicBezTo>
                    <a:pt x="1012" y="13"/>
                    <a:pt x="923" y="1"/>
                    <a:pt x="8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7295697" y="2225432"/>
              <a:ext cx="150395" cy="92347"/>
            </a:xfrm>
            <a:custGeom>
              <a:rect b="b" l="l" r="r" t="t"/>
              <a:pathLst>
                <a:path extrusionOk="0" h="840" w="1368">
                  <a:moveTo>
                    <a:pt x="358" y="0"/>
                  </a:moveTo>
                  <a:cubicBezTo>
                    <a:pt x="279" y="0"/>
                    <a:pt x="202" y="14"/>
                    <a:pt x="127" y="45"/>
                  </a:cubicBezTo>
                  <a:cubicBezTo>
                    <a:pt x="91" y="55"/>
                    <a:pt x="64" y="82"/>
                    <a:pt x="46" y="109"/>
                  </a:cubicBezTo>
                  <a:cubicBezTo>
                    <a:pt x="1" y="190"/>
                    <a:pt x="28" y="281"/>
                    <a:pt x="100" y="326"/>
                  </a:cubicBezTo>
                  <a:lnTo>
                    <a:pt x="118" y="335"/>
                  </a:lnTo>
                  <a:cubicBezTo>
                    <a:pt x="218" y="389"/>
                    <a:pt x="308" y="426"/>
                    <a:pt x="408" y="462"/>
                  </a:cubicBezTo>
                  <a:lnTo>
                    <a:pt x="689" y="561"/>
                  </a:lnTo>
                  <a:cubicBezTo>
                    <a:pt x="779" y="598"/>
                    <a:pt x="879" y="643"/>
                    <a:pt x="978" y="679"/>
                  </a:cubicBezTo>
                  <a:cubicBezTo>
                    <a:pt x="1078" y="724"/>
                    <a:pt x="1177" y="779"/>
                    <a:pt x="1286" y="833"/>
                  </a:cubicBezTo>
                  <a:cubicBezTo>
                    <a:pt x="1291" y="838"/>
                    <a:pt x="1297" y="840"/>
                    <a:pt x="1304" y="840"/>
                  </a:cubicBezTo>
                  <a:cubicBezTo>
                    <a:pt x="1311" y="840"/>
                    <a:pt x="1318" y="838"/>
                    <a:pt x="1322" y="833"/>
                  </a:cubicBezTo>
                  <a:cubicBezTo>
                    <a:pt x="1349" y="833"/>
                    <a:pt x="1368" y="806"/>
                    <a:pt x="1359" y="779"/>
                  </a:cubicBezTo>
                  <a:cubicBezTo>
                    <a:pt x="1331" y="643"/>
                    <a:pt x="1268" y="534"/>
                    <a:pt x="1187" y="426"/>
                  </a:cubicBezTo>
                  <a:cubicBezTo>
                    <a:pt x="1105" y="326"/>
                    <a:pt x="1005" y="236"/>
                    <a:pt x="888" y="163"/>
                  </a:cubicBezTo>
                  <a:cubicBezTo>
                    <a:pt x="779" y="91"/>
                    <a:pt x="652" y="36"/>
                    <a:pt x="526" y="18"/>
                  </a:cubicBezTo>
                  <a:cubicBezTo>
                    <a:pt x="469" y="7"/>
                    <a:pt x="413" y="0"/>
                    <a:pt x="358" y="0"/>
                  </a:cubicBezTo>
                  <a:close/>
                </a:path>
              </a:pathLst>
            </a:custGeom>
            <a:solidFill>
              <a:srgbClr val="00244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11"/>
            <p:cNvSpPr/>
            <p:nvPr/>
          </p:nvSpPr>
          <p:spPr>
            <a:xfrm>
              <a:off x="7256890" y="2364722"/>
              <a:ext cx="104660" cy="110707"/>
            </a:xfrm>
            <a:custGeom>
              <a:rect b="b" l="l" r="r" t="t"/>
              <a:pathLst>
                <a:path extrusionOk="0" h="1007" w="952">
                  <a:moveTo>
                    <a:pt x="508" y="0"/>
                  </a:moveTo>
                  <a:cubicBezTo>
                    <a:pt x="309" y="0"/>
                    <a:pt x="120" y="169"/>
                    <a:pt x="64" y="408"/>
                  </a:cubicBezTo>
                  <a:cubicBezTo>
                    <a:pt x="1" y="680"/>
                    <a:pt x="127" y="942"/>
                    <a:pt x="354" y="996"/>
                  </a:cubicBezTo>
                  <a:cubicBezTo>
                    <a:pt x="382" y="1003"/>
                    <a:pt x="410" y="1006"/>
                    <a:pt x="438" y="1006"/>
                  </a:cubicBezTo>
                  <a:cubicBezTo>
                    <a:pt x="636" y="1006"/>
                    <a:pt x="823" y="845"/>
                    <a:pt x="879" y="607"/>
                  </a:cubicBezTo>
                  <a:cubicBezTo>
                    <a:pt x="951" y="326"/>
                    <a:pt x="815" y="64"/>
                    <a:pt x="589" y="10"/>
                  </a:cubicBezTo>
                  <a:cubicBezTo>
                    <a:pt x="562" y="3"/>
                    <a:pt x="535" y="0"/>
                    <a:pt x="5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11"/>
            <p:cNvSpPr/>
            <p:nvPr/>
          </p:nvSpPr>
          <p:spPr>
            <a:xfrm>
              <a:off x="6919495" y="2284029"/>
              <a:ext cx="104660" cy="110707"/>
            </a:xfrm>
            <a:custGeom>
              <a:rect b="b" l="l" r="r" t="t"/>
              <a:pathLst>
                <a:path extrusionOk="0" h="1007" w="952">
                  <a:moveTo>
                    <a:pt x="505" y="0"/>
                  </a:moveTo>
                  <a:cubicBezTo>
                    <a:pt x="307" y="0"/>
                    <a:pt x="120" y="163"/>
                    <a:pt x="64" y="409"/>
                  </a:cubicBezTo>
                  <a:cubicBezTo>
                    <a:pt x="1" y="680"/>
                    <a:pt x="128" y="943"/>
                    <a:pt x="354" y="997"/>
                  </a:cubicBezTo>
                  <a:cubicBezTo>
                    <a:pt x="381" y="1004"/>
                    <a:pt x="408" y="1007"/>
                    <a:pt x="435" y="1007"/>
                  </a:cubicBezTo>
                  <a:cubicBezTo>
                    <a:pt x="634" y="1007"/>
                    <a:pt x="823" y="838"/>
                    <a:pt x="879" y="599"/>
                  </a:cubicBezTo>
                  <a:cubicBezTo>
                    <a:pt x="951" y="327"/>
                    <a:pt x="815" y="65"/>
                    <a:pt x="589" y="10"/>
                  </a:cubicBezTo>
                  <a:cubicBezTo>
                    <a:pt x="561" y="4"/>
                    <a:pt x="533" y="0"/>
                    <a:pt x="5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11"/>
            <p:cNvSpPr/>
            <p:nvPr/>
          </p:nvSpPr>
          <p:spPr>
            <a:xfrm>
              <a:off x="7251943" y="2505880"/>
              <a:ext cx="175240" cy="233177"/>
            </a:xfrm>
            <a:custGeom>
              <a:rect b="b" l="l" r="r" t="t"/>
              <a:pathLst>
                <a:path extrusionOk="0" h="2121" w="1594">
                  <a:moveTo>
                    <a:pt x="1195" y="0"/>
                  </a:moveTo>
                  <a:cubicBezTo>
                    <a:pt x="700" y="0"/>
                    <a:pt x="251" y="331"/>
                    <a:pt x="127" y="835"/>
                  </a:cubicBezTo>
                  <a:cubicBezTo>
                    <a:pt x="0" y="1387"/>
                    <a:pt x="308" y="1939"/>
                    <a:pt x="824" y="2120"/>
                  </a:cubicBezTo>
                  <a:cubicBezTo>
                    <a:pt x="1132" y="1450"/>
                    <a:pt x="1403" y="681"/>
                    <a:pt x="1594" y="74"/>
                  </a:cubicBezTo>
                  <a:cubicBezTo>
                    <a:pt x="1548" y="56"/>
                    <a:pt x="1494" y="38"/>
                    <a:pt x="1449" y="29"/>
                  </a:cubicBezTo>
                  <a:cubicBezTo>
                    <a:pt x="1364" y="10"/>
                    <a:pt x="1279" y="0"/>
                    <a:pt x="1195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11"/>
            <p:cNvSpPr/>
            <p:nvPr/>
          </p:nvSpPr>
          <p:spPr>
            <a:xfrm>
              <a:off x="6679724" y="2368570"/>
              <a:ext cx="264839" cy="240653"/>
            </a:xfrm>
            <a:custGeom>
              <a:rect b="b" l="l" r="r" t="t"/>
              <a:pathLst>
                <a:path extrusionOk="0" h="2189" w="2409">
                  <a:moveTo>
                    <a:pt x="1208" y="0"/>
                  </a:moveTo>
                  <a:cubicBezTo>
                    <a:pt x="711" y="0"/>
                    <a:pt x="260" y="339"/>
                    <a:pt x="136" y="844"/>
                  </a:cubicBezTo>
                  <a:cubicBezTo>
                    <a:pt x="0" y="1432"/>
                    <a:pt x="362" y="2021"/>
                    <a:pt x="951" y="2156"/>
                  </a:cubicBezTo>
                  <a:cubicBezTo>
                    <a:pt x="1038" y="2178"/>
                    <a:pt x="1126" y="2188"/>
                    <a:pt x="1212" y="2188"/>
                  </a:cubicBezTo>
                  <a:cubicBezTo>
                    <a:pt x="1704" y="2188"/>
                    <a:pt x="2148" y="1851"/>
                    <a:pt x="2263" y="1351"/>
                  </a:cubicBezTo>
                  <a:cubicBezTo>
                    <a:pt x="2408" y="762"/>
                    <a:pt x="2046" y="174"/>
                    <a:pt x="1458" y="29"/>
                  </a:cubicBezTo>
                  <a:cubicBezTo>
                    <a:pt x="1374" y="10"/>
                    <a:pt x="1291" y="0"/>
                    <a:pt x="1208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11"/>
            <p:cNvSpPr/>
            <p:nvPr/>
          </p:nvSpPr>
          <p:spPr>
            <a:xfrm>
              <a:off x="7017009" y="2650337"/>
              <a:ext cx="80804" cy="24626"/>
            </a:xfrm>
            <a:custGeom>
              <a:rect b="b" l="l" r="r" t="t"/>
              <a:pathLst>
                <a:path extrusionOk="0" h="224" w="735">
                  <a:moveTo>
                    <a:pt x="1" y="1"/>
                  </a:moveTo>
                  <a:cubicBezTo>
                    <a:pt x="91" y="100"/>
                    <a:pt x="209" y="164"/>
                    <a:pt x="336" y="200"/>
                  </a:cubicBezTo>
                  <a:cubicBezTo>
                    <a:pt x="409" y="214"/>
                    <a:pt x="481" y="224"/>
                    <a:pt x="552" y="224"/>
                  </a:cubicBezTo>
                  <a:cubicBezTo>
                    <a:pt x="614" y="224"/>
                    <a:pt x="675" y="217"/>
                    <a:pt x="734" y="200"/>
                  </a:cubicBezTo>
                  <a:cubicBezTo>
                    <a:pt x="598" y="173"/>
                    <a:pt x="481" y="155"/>
                    <a:pt x="363" y="127"/>
                  </a:cubicBezTo>
                  <a:cubicBezTo>
                    <a:pt x="236" y="91"/>
                    <a:pt x="119" y="46"/>
                    <a:pt x="1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11"/>
            <p:cNvSpPr/>
            <p:nvPr/>
          </p:nvSpPr>
          <p:spPr>
            <a:xfrm>
              <a:off x="6967318" y="2522920"/>
              <a:ext cx="233947" cy="128297"/>
            </a:xfrm>
            <a:custGeom>
              <a:rect b="b" l="l" r="r" t="t"/>
              <a:pathLst>
                <a:path extrusionOk="0" h="1167" w="2128">
                  <a:moveTo>
                    <a:pt x="0" y="1"/>
                  </a:moveTo>
                  <a:cubicBezTo>
                    <a:pt x="0" y="1"/>
                    <a:pt x="18" y="381"/>
                    <a:pt x="236" y="707"/>
                  </a:cubicBezTo>
                  <a:cubicBezTo>
                    <a:pt x="371" y="906"/>
                    <a:pt x="580" y="1087"/>
                    <a:pt x="896" y="1151"/>
                  </a:cubicBezTo>
                  <a:cubicBezTo>
                    <a:pt x="966" y="1162"/>
                    <a:pt x="1032" y="1167"/>
                    <a:pt x="1096" y="1167"/>
                  </a:cubicBezTo>
                  <a:cubicBezTo>
                    <a:pt x="1290" y="1167"/>
                    <a:pt x="1457" y="1119"/>
                    <a:pt x="1594" y="1051"/>
                  </a:cubicBezTo>
                  <a:cubicBezTo>
                    <a:pt x="1956" y="861"/>
                    <a:pt x="2128" y="526"/>
                    <a:pt x="2128" y="526"/>
                  </a:cubicBezTo>
                  <a:cubicBezTo>
                    <a:pt x="2128" y="526"/>
                    <a:pt x="1032" y="390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11"/>
            <p:cNvSpPr/>
            <p:nvPr/>
          </p:nvSpPr>
          <p:spPr>
            <a:xfrm>
              <a:off x="6993153" y="2594929"/>
              <a:ext cx="149405" cy="56288"/>
            </a:xfrm>
            <a:custGeom>
              <a:rect b="b" l="l" r="r" t="t"/>
              <a:pathLst>
                <a:path extrusionOk="0" h="512" w="1359">
                  <a:moveTo>
                    <a:pt x="390" y="0"/>
                  </a:moveTo>
                  <a:cubicBezTo>
                    <a:pt x="240" y="0"/>
                    <a:pt x="106" y="24"/>
                    <a:pt x="1" y="52"/>
                  </a:cubicBezTo>
                  <a:cubicBezTo>
                    <a:pt x="136" y="251"/>
                    <a:pt x="345" y="432"/>
                    <a:pt x="661" y="496"/>
                  </a:cubicBezTo>
                  <a:cubicBezTo>
                    <a:pt x="731" y="507"/>
                    <a:pt x="797" y="512"/>
                    <a:pt x="861" y="512"/>
                  </a:cubicBezTo>
                  <a:cubicBezTo>
                    <a:pt x="1055" y="512"/>
                    <a:pt x="1222" y="464"/>
                    <a:pt x="1359" y="396"/>
                  </a:cubicBezTo>
                  <a:cubicBezTo>
                    <a:pt x="1026" y="87"/>
                    <a:pt x="677" y="0"/>
                    <a:pt x="390" y="0"/>
                  </a:cubicBezTo>
                  <a:close/>
                </a:path>
              </a:pathLst>
            </a:custGeom>
            <a:solidFill>
              <a:srgbClr val="D45B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11"/>
            <p:cNvSpPr/>
            <p:nvPr/>
          </p:nvSpPr>
          <p:spPr>
            <a:xfrm>
              <a:off x="6462709" y="2227961"/>
              <a:ext cx="127528" cy="222074"/>
            </a:xfrm>
            <a:custGeom>
              <a:rect b="b" l="l" r="r" t="t"/>
              <a:pathLst>
                <a:path extrusionOk="0" h="2020" w="1160">
                  <a:moveTo>
                    <a:pt x="904" y="683"/>
                  </a:moveTo>
                  <a:cubicBezTo>
                    <a:pt x="917" y="683"/>
                    <a:pt x="930" y="684"/>
                    <a:pt x="942" y="686"/>
                  </a:cubicBezTo>
                  <a:lnTo>
                    <a:pt x="942" y="686"/>
                  </a:lnTo>
                  <a:cubicBezTo>
                    <a:pt x="974" y="885"/>
                    <a:pt x="999" y="1091"/>
                    <a:pt x="1024" y="1290"/>
                  </a:cubicBezTo>
                  <a:cubicBezTo>
                    <a:pt x="1033" y="1408"/>
                    <a:pt x="1042" y="1516"/>
                    <a:pt x="1051" y="1625"/>
                  </a:cubicBezTo>
                  <a:cubicBezTo>
                    <a:pt x="1060" y="1733"/>
                    <a:pt x="1051" y="1842"/>
                    <a:pt x="978" y="1887"/>
                  </a:cubicBezTo>
                  <a:cubicBezTo>
                    <a:pt x="949" y="1912"/>
                    <a:pt x="911" y="1924"/>
                    <a:pt x="870" y="1924"/>
                  </a:cubicBezTo>
                  <a:cubicBezTo>
                    <a:pt x="821" y="1924"/>
                    <a:pt x="769" y="1908"/>
                    <a:pt x="725" y="1878"/>
                  </a:cubicBezTo>
                  <a:cubicBezTo>
                    <a:pt x="634" y="1824"/>
                    <a:pt x="562" y="1742"/>
                    <a:pt x="517" y="1652"/>
                  </a:cubicBezTo>
                  <a:cubicBezTo>
                    <a:pt x="417" y="1462"/>
                    <a:pt x="399" y="1226"/>
                    <a:pt x="480" y="1027"/>
                  </a:cubicBezTo>
                  <a:cubicBezTo>
                    <a:pt x="517" y="928"/>
                    <a:pt x="580" y="837"/>
                    <a:pt x="671" y="774"/>
                  </a:cubicBezTo>
                  <a:cubicBezTo>
                    <a:pt x="734" y="718"/>
                    <a:pt x="819" y="683"/>
                    <a:pt x="904" y="683"/>
                  </a:cubicBezTo>
                  <a:close/>
                  <a:moveTo>
                    <a:pt x="615" y="1"/>
                  </a:moveTo>
                  <a:cubicBezTo>
                    <a:pt x="521" y="1"/>
                    <a:pt x="431" y="40"/>
                    <a:pt x="363" y="95"/>
                  </a:cubicBezTo>
                  <a:cubicBezTo>
                    <a:pt x="263" y="158"/>
                    <a:pt x="191" y="258"/>
                    <a:pt x="145" y="357"/>
                  </a:cubicBezTo>
                  <a:cubicBezTo>
                    <a:pt x="37" y="566"/>
                    <a:pt x="1" y="801"/>
                    <a:pt x="55" y="1018"/>
                  </a:cubicBezTo>
                  <a:cubicBezTo>
                    <a:pt x="28" y="801"/>
                    <a:pt x="73" y="566"/>
                    <a:pt x="191" y="385"/>
                  </a:cubicBezTo>
                  <a:cubicBezTo>
                    <a:pt x="245" y="294"/>
                    <a:pt x="308" y="204"/>
                    <a:pt x="399" y="149"/>
                  </a:cubicBezTo>
                  <a:cubicBezTo>
                    <a:pt x="462" y="105"/>
                    <a:pt x="533" y="79"/>
                    <a:pt x="602" y="79"/>
                  </a:cubicBezTo>
                  <a:cubicBezTo>
                    <a:pt x="632" y="79"/>
                    <a:pt x="661" y="84"/>
                    <a:pt x="689" y="95"/>
                  </a:cubicBezTo>
                  <a:cubicBezTo>
                    <a:pt x="779" y="122"/>
                    <a:pt x="833" y="213"/>
                    <a:pt x="870" y="312"/>
                  </a:cubicBezTo>
                  <a:cubicBezTo>
                    <a:pt x="897" y="412"/>
                    <a:pt x="915" y="520"/>
                    <a:pt x="933" y="629"/>
                  </a:cubicBezTo>
                  <a:cubicBezTo>
                    <a:pt x="936" y="647"/>
                    <a:pt x="939" y="665"/>
                    <a:pt x="942" y="683"/>
                  </a:cubicBezTo>
                  <a:lnTo>
                    <a:pt x="942" y="683"/>
                  </a:lnTo>
                  <a:cubicBezTo>
                    <a:pt x="920" y="678"/>
                    <a:pt x="899" y="676"/>
                    <a:pt x="877" y="676"/>
                  </a:cubicBezTo>
                  <a:cubicBezTo>
                    <a:pt x="799" y="676"/>
                    <a:pt x="722" y="703"/>
                    <a:pt x="652" y="747"/>
                  </a:cubicBezTo>
                  <a:cubicBezTo>
                    <a:pt x="553" y="810"/>
                    <a:pt x="480" y="901"/>
                    <a:pt x="426" y="1009"/>
                  </a:cubicBezTo>
                  <a:cubicBezTo>
                    <a:pt x="336" y="1217"/>
                    <a:pt x="345" y="1471"/>
                    <a:pt x="444" y="1688"/>
                  </a:cubicBezTo>
                  <a:cubicBezTo>
                    <a:pt x="499" y="1788"/>
                    <a:pt x="571" y="1887"/>
                    <a:pt x="671" y="1960"/>
                  </a:cubicBezTo>
                  <a:cubicBezTo>
                    <a:pt x="726" y="1995"/>
                    <a:pt x="799" y="2019"/>
                    <a:pt x="873" y="2019"/>
                  </a:cubicBezTo>
                  <a:cubicBezTo>
                    <a:pt x="931" y="2019"/>
                    <a:pt x="990" y="2005"/>
                    <a:pt x="1042" y="1969"/>
                  </a:cubicBezTo>
                  <a:cubicBezTo>
                    <a:pt x="1096" y="1924"/>
                    <a:pt x="1132" y="1860"/>
                    <a:pt x="1141" y="1797"/>
                  </a:cubicBezTo>
                  <a:cubicBezTo>
                    <a:pt x="1159" y="1733"/>
                    <a:pt x="1159" y="1679"/>
                    <a:pt x="1150" y="1616"/>
                  </a:cubicBezTo>
                  <a:cubicBezTo>
                    <a:pt x="1150" y="1507"/>
                    <a:pt x="1141" y="1389"/>
                    <a:pt x="1123" y="1281"/>
                  </a:cubicBezTo>
                  <a:cubicBezTo>
                    <a:pt x="1105" y="1054"/>
                    <a:pt x="1069" y="837"/>
                    <a:pt x="1033" y="611"/>
                  </a:cubicBezTo>
                  <a:cubicBezTo>
                    <a:pt x="1005" y="502"/>
                    <a:pt x="996" y="394"/>
                    <a:pt x="951" y="285"/>
                  </a:cubicBezTo>
                  <a:cubicBezTo>
                    <a:pt x="915" y="167"/>
                    <a:pt x="843" y="50"/>
                    <a:pt x="707" y="13"/>
                  </a:cubicBezTo>
                  <a:cubicBezTo>
                    <a:pt x="676" y="5"/>
                    <a:pt x="645" y="1"/>
                    <a:pt x="615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6262735" y="1624300"/>
              <a:ext cx="1419293" cy="852016"/>
            </a:xfrm>
            <a:custGeom>
              <a:rect b="b" l="l" r="r" t="t"/>
              <a:pathLst>
                <a:path extrusionOk="0" h="7750" w="12910">
                  <a:moveTo>
                    <a:pt x="6144" y="0"/>
                  </a:moveTo>
                  <a:cubicBezTo>
                    <a:pt x="5449" y="0"/>
                    <a:pt x="4756" y="137"/>
                    <a:pt x="4119" y="417"/>
                  </a:cubicBezTo>
                  <a:cubicBezTo>
                    <a:pt x="3666" y="616"/>
                    <a:pt x="3286" y="924"/>
                    <a:pt x="3114" y="1385"/>
                  </a:cubicBezTo>
                  <a:cubicBezTo>
                    <a:pt x="2905" y="1170"/>
                    <a:pt x="2606" y="1054"/>
                    <a:pt x="2310" y="1054"/>
                  </a:cubicBezTo>
                  <a:cubicBezTo>
                    <a:pt x="2208" y="1054"/>
                    <a:pt x="2107" y="1068"/>
                    <a:pt x="2010" y="1096"/>
                  </a:cubicBezTo>
                  <a:cubicBezTo>
                    <a:pt x="1620" y="1213"/>
                    <a:pt x="1313" y="1548"/>
                    <a:pt x="1231" y="1938"/>
                  </a:cubicBezTo>
                  <a:cubicBezTo>
                    <a:pt x="1141" y="2354"/>
                    <a:pt x="1286" y="2798"/>
                    <a:pt x="1123" y="3187"/>
                  </a:cubicBezTo>
                  <a:cubicBezTo>
                    <a:pt x="978" y="3549"/>
                    <a:pt x="607" y="3757"/>
                    <a:pt x="371" y="4065"/>
                  </a:cubicBezTo>
                  <a:cubicBezTo>
                    <a:pt x="18" y="4518"/>
                    <a:pt x="0" y="5160"/>
                    <a:pt x="163" y="5713"/>
                  </a:cubicBezTo>
                  <a:cubicBezTo>
                    <a:pt x="163" y="5722"/>
                    <a:pt x="172" y="5722"/>
                    <a:pt x="172" y="5731"/>
                  </a:cubicBezTo>
                  <a:cubicBezTo>
                    <a:pt x="244" y="6147"/>
                    <a:pt x="426" y="6536"/>
                    <a:pt x="670" y="6880"/>
                  </a:cubicBezTo>
                  <a:cubicBezTo>
                    <a:pt x="824" y="7080"/>
                    <a:pt x="996" y="7270"/>
                    <a:pt x="1204" y="7405"/>
                  </a:cubicBezTo>
                  <a:cubicBezTo>
                    <a:pt x="1322" y="7532"/>
                    <a:pt x="1448" y="7641"/>
                    <a:pt x="1584" y="7722"/>
                  </a:cubicBezTo>
                  <a:cubicBezTo>
                    <a:pt x="1604" y="7727"/>
                    <a:pt x="1623" y="7728"/>
                    <a:pt x="1641" y="7728"/>
                  </a:cubicBezTo>
                  <a:cubicBezTo>
                    <a:pt x="1774" y="7728"/>
                    <a:pt x="1838" y="7623"/>
                    <a:pt x="1838" y="7623"/>
                  </a:cubicBezTo>
                  <a:cubicBezTo>
                    <a:pt x="1231" y="6899"/>
                    <a:pt x="1430" y="5441"/>
                    <a:pt x="2164" y="5169"/>
                  </a:cubicBezTo>
                  <a:cubicBezTo>
                    <a:pt x="2272" y="5130"/>
                    <a:pt x="2373" y="5113"/>
                    <a:pt x="2467" y="5113"/>
                  </a:cubicBezTo>
                  <a:cubicBezTo>
                    <a:pt x="2822" y="5113"/>
                    <a:pt x="3074" y="5352"/>
                    <a:pt x="3196" y="5495"/>
                  </a:cubicBezTo>
                  <a:cubicBezTo>
                    <a:pt x="3205" y="5830"/>
                    <a:pt x="3223" y="6727"/>
                    <a:pt x="3331" y="6772"/>
                  </a:cubicBezTo>
                  <a:cubicBezTo>
                    <a:pt x="3333" y="6773"/>
                    <a:pt x="3335" y="6773"/>
                    <a:pt x="3337" y="6773"/>
                  </a:cubicBezTo>
                  <a:cubicBezTo>
                    <a:pt x="3525" y="6773"/>
                    <a:pt x="5816" y="4303"/>
                    <a:pt x="5414" y="3033"/>
                  </a:cubicBezTo>
                  <a:lnTo>
                    <a:pt x="5414" y="3033"/>
                  </a:lnTo>
                  <a:cubicBezTo>
                    <a:pt x="5694" y="3612"/>
                    <a:pt x="6210" y="4065"/>
                    <a:pt x="6817" y="4282"/>
                  </a:cubicBezTo>
                  <a:cubicBezTo>
                    <a:pt x="7075" y="4371"/>
                    <a:pt x="7348" y="4415"/>
                    <a:pt x="7621" y="4415"/>
                  </a:cubicBezTo>
                  <a:cubicBezTo>
                    <a:pt x="7990" y="4415"/>
                    <a:pt x="8358" y="4335"/>
                    <a:pt x="8691" y="4174"/>
                  </a:cubicBezTo>
                  <a:lnTo>
                    <a:pt x="8691" y="4174"/>
                  </a:lnTo>
                  <a:cubicBezTo>
                    <a:pt x="8672" y="4825"/>
                    <a:pt x="9053" y="5441"/>
                    <a:pt x="9641" y="5722"/>
                  </a:cubicBezTo>
                  <a:cubicBezTo>
                    <a:pt x="9958" y="5867"/>
                    <a:pt x="10320" y="5921"/>
                    <a:pt x="10555" y="6183"/>
                  </a:cubicBezTo>
                  <a:cubicBezTo>
                    <a:pt x="10700" y="6346"/>
                    <a:pt x="10773" y="6564"/>
                    <a:pt x="10899" y="6745"/>
                  </a:cubicBezTo>
                  <a:cubicBezTo>
                    <a:pt x="10917" y="6763"/>
                    <a:pt x="10936" y="6781"/>
                    <a:pt x="10954" y="6799"/>
                  </a:cubicBezTo>
                  <a:cubicBezTo>
                    <a:pt x="10945" y="6871"/>
                    <a:pt x="10927" y="6935"/>
                    <a:pt x="10908" y="7007"/>
                  </a:cubicBezTo>
                  <a:cubicBezTo>
                    <a:pt x="10908" y="7007"/>
                    <a:pt x="10908" y="7016"/>
                    <a:pt x="10899" y="7043"/>
                  </a:cubicBezTo>
                  <a:cubicBezTo>
                    <a:pt x="10881" y="7125"/>
                    <a:pt x="10854" y="7215"/>
                    <a:pt x="10827" y="7306"/>
                  </a:cubicBezTo>
                  <a:cubicBezTo>
                    <a:pt x="10800" y="7424"/>
                    <a:pt x="10755" y="7577"/>
                    <a:pt x="10700" y="7749"/>
                  </a:cubicBezTo>
                  <a:cubicBezTo>
                    <a:pt x="11252" y="7523"/>
                    <a:pt x="11787" y="7215"/>
                    <a:pt x="12176" y="6772"/>
                  </a:cubicBezTo>
                  <a:cubicBezTo>
                    <a:pt x="12665" y="6220"/>
                    <a:pt x="12909" y="5396"/>
                    <a:pt x="12619" y="4717"/>
                  </a:cubicBezTo>
                  <a:cubicBezTo>
                    <a:pt x="12493" y="4436"/>
                    <a:pt x="12284" y="4174"/>
                    <a:pt x="12266" y="3866"/>
                  </a:cubicBezTo>
                  <a:cubicBezTo>
                    <a:pt x="12248" y="3558"/>
                    <a:pt x="12420" y="3277"/>
                    <a:pt x="12484" y="2970"/>
                  </a:cubicBezTo>
                  <a:cubicBezTo>
                    <a:pt x="12556" y="2562"/>
                    <a:pt x="12411" y="2119"/>
                    <a:pt x="12112" y="1829"/>
                  </a:cubicBezTo>
                  <a:cubicBezTo>
                    <a:pt x="11844" y="1560"/>
                    <a:pt x="11465" y="1416"/>
                    <a:pt x="11089" y="1416"/>
                  </a:cubicBezTo>
                  <a:cubicBezTo>
                    <a:pt x="11047" y="1416"/>
                    <a:pt x="11005" y="1418"/>
                    <a:pt x="10963" y="1422"/>
                  </a:cubicBezTo>
                  <a:cubicBezTo>
                    <a:pt x="10726" y="1437"/>
                    <a:pt x="10489" y="1506"/>
                    <a:pt x="10257" y="1506"/>
                  </a:cubicBezTo>
                  <a:cubicBezTo>
                    <a:pt x="10205" y="1506"/>
                    <a:pt x="10154" y="1502"/>
                    <a:pt x="10103" y="1494"/>
                  </a:cubicBezTo>
                  <a:cubicBezTo>
                    <a:pt x="9768" y="1440"/>
                    <a:pt x="9505" y="1204"/>
                    <a:pt x="9234" y="1005"/>
                  </a:cubicBezTo>
                  <a:cubicBezTo>
                    <a:pt x="8351" y="344"/>
                    <a:pt x="7246" y="0"/>
                    <a:pt x="61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6388063" y="1731818"/>
              <a:ext cx="1276045" cy="628073"/>
            </a:xfrm>
            <a:custGeom>
              <a:rect b="b" l="l" r="r" t="t"/>
              <a:pathLst>
                <a:path extrusionOk="0" h="5713" w="11607">
                  <a:moveTo>
                    <a:pt x="2210" y="0"/>
                  </a:moveTo>
                  <a:cubicBezTo>
                    <a:pt x="2110" y="118"/>
                    <a:pt x="2028" y="254"/>
                    <a:pt x="1974" y="407"/>
                  </a:cubicBezTo>
                  <a:cubicBezTo>
                    <a:pt x="1765" y="192"/>
                    <a:pt x="1466" y="76"/>
                    <a:pt x="1170" y="76"/>
                  </a:cubicBezTo>
                  <a:cubicBezTo>
                    <a:pt x="1068" y="76"/>
                    <a:pt x="967" y="90"/>
                    <a:pt x="870" y="118"/>
                  </a:cubicBezTo>
                  <a:cubicBezTo>
                    <a:pt x="480" y="235"/>
                    <a:pt x="173" y="570"/>
                    <a:pt x="91" y="960"/>
                  </a:cubicBezTo>
                  <a:cubicBezTo>
                    <a:pt x="1" y="1358"/>
                    <a:pt x="136" y="1793"/>
                    <a:pt x="1" y="2164"/>
                  </a:cubicBezTo>
                  <a:cubicBezTo>
                    <a:pt x="417" y="2327"/>
                    <a:pt x="843" y="2462"/>
                    <a:pt x="1150" y="2616"/>
                  </a:cubicBezTo>
                  <a:cubicBezTo>
                    <a:pt x="2038" y="3033"/>
                    <a:pt x="2952" y="3404"/>
                    <a:pt x="3866" y="3748"/>
                  </a:cubicBezTo>
                  <a:cubicBezTo>
                    <a:pt x="4210" y="3141"/>
                    <a:pt x="4418" y="2517"/>
                    <a:pt x="4274" y="2055"/>
                  </a:cubicBezTo>
                  <a:lnTo>
                    <a:pt x="4274" y="2055"/>
                  </a:lnTo>
                  <a:cubicBezTo>
                    <a:pt x="4554" y="2634"/>
                    <a:pt x="5070" y="3087"/>
                    <a:pt x="5677" y="3304"/>
                  </a:cubicBezTo>
                  <a:cubicBezTo>
                    <a:pt x="5935" y="3393"/>
                    <a:pt x="6208" y="3437"/>
                    <a:pt x="6481" y="3437"/>
                  </a:cubicBezTo>
                  <a:cubicBezTo>
                    <a:pt x="6850" y="3437"/>
                    <a:pt x="7218" y="3357"/>
                    <a:pt x="7551" y="3196"/>
                  </a:cubicBezTo>
                  <a:lnTo>
                    <a:pt x="7551" y="3196"/>
                  </a:lnTo>
                  <a:cubicBezTo>
                    <a:pt x="7532" y="3847"/>
                    <a:pt x="7913" y="4463"/>
                    <a:pt x="8501" y="4744"/>
                  </a:cubicBezTo>
                  <a:cubicBezTo>
                    <a:pt x="8818" y="4889"/>
                    <a:pt x="9180" y="4943"/>
                    <a:pt x="9415" y="5205"/>
                  </a:cubicBezTo>
                  <a:cubicBezTo>
                    <a:pt x="9479" y="5278"/>
                    <a:pt x="9533" y="5359"/>
                    <a:pt x="9578" y="5450"/>
                  </a:cubicBezTo>
                  <a:cubicBezTo>
                    <a:pt x="9705" y="5477"/>
                    <a:pt x="9841" y="5504"/>
                    <a:pt x="9968" y="5531"/>
                  </a:cubicBezTo>
                  <a:cubicBezTo>
                    <a:pt x="10348" y="5604"/>
                    <a:pt x="10728" y="5658"/>
                    <a:pt x="11108" y="5712"/>
                  </a:cubicBezTo>
                  <a:cubicBezTo>
                    <a:pt x="11389" y="5359"/>
                    <a:pt x="11579" y="4907"/>
                    <a:pt x="11606" y="4463"/>
                  </a:cubicBezTo>
                  <a:cubicBezTo>
                    <a:pt x="11525" y="4436"/>
                    <a:pt x="11434" y="4409"/>
                    <a:pt x="11362" y="4382"/>
                  </a:cubicBezTo>
                  <a:cubicBezTo>
                    <a:pt x="9877" y="3829"/>
                    <a:pt x="8429" y="3187"/>
                    <a:pt x="6971" y="2580"/>
                  </a:cubicBezTo>
                  <a:cubicBezTo>
                    <a:pt x="5523" y="1965"/>
                    <a:pt x="4083" y="1304"/>
                    <a:pt x="2789" y="398"/>
                  </a:cubicBezTo>
                  <a:cubicBezTo>
                    <a:pt x="2599" y="263"/>
                    <a:pt x="2400" y="136"/>
                    <a:pt x="2210" y="0"/>
                  </a:cubicBez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11"/>
            <p:cNvSpPr/>
            <p:nvPr/>
          </p:nvSpPr>
          <p:spPr>
            <a:xfrm>
              <a:off x="7530632" y="4704499"/>
              <a:ext cx="1796489" cy="438980"/>
            </a:xfrm>
            <a:custGeom>
              <a:rect b="b" l="l" r="r" t="t"/>
              <a:pathLst>
                <a:path extrusionOk="0" h="3993" w="16341">
                  <a:moveTo>
                    <a:pt x="0" y="0"/>
                  </a:moveTo>
                  <a:lnTo>
                    <a:pt x="0" y="3992"/>
                  </a:lnTo>
                  <a:lnTo>
                    <a:pt x="15734" y="3992"/>
                  </a:lnTo>
                  <a:cubicBezTo>
                    <a:pt x="16068" y="3992"/>
                    <a:pt x="16340" y="3721"/>
                    <a:pt x="16340" y="3377"/>
                  </a:cubicBezTo>
                  <a:lnTo>
                    <a:pt x="163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11"/>
            <p:cNvSpPr/>
            <p:nvPr/>
          </p:nvSpPr>
          <p:spPr>
            <a:xfrm>
              <a:off x="7631113" y="4633810"/>
              <a:ext cx="853005" cy="70800"/>
            </a:xfrm>
            <a:custGeom>
              <a:rect b="b" l="l" r="r" t="t"/>
              <a:pathLst>
                <a:path extrusionOk="0" h="644" w="7759">
                  <a:moveTo>
                    <a:pt x="0" y="1"/>
                  </a:moveTo>
                  <a:lnTo>
                    <a:pt x="0" y="643"/>
                  </a:lnTo>
                  <a:lnTo>
                    <a:pt x="7758" y="643"/>
                  </a:lnTo>
                  <a:lnTo>
                    <a:pt x="77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8131654" y="4633810"/>
              <a:ext cx="1213270" cy="70800"/>
            </a:xfrm>
            <a:custGeom>
              <a:rect b="b" l="l" r="r" t="t"/>
              <a:pathLst>
                <a:path extrusionOk="0" h="644" w="11036">
                  <a:moveTo>
                    <a:pt x="1" y="1"/>
                  </a:moveTo>
                  <a:lnTo>
                    <a:pt x="1" y="643"/>
                  </a:lnTo>
                  <a:lnTo>
                    <a:pt x="11036" y="643"/>
                  </a:lnTo>
                  <a:lnTo>
                    <a:pt x="110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8131654" y="3731122"/>
              <a:ext cx="1380485" cy="902807"/>
            </a:xfrm>
            <a:custGeom>
              <a:rect b="b" l="l" r="r" t="t"/>
              <a:pathLst>
                <a:path extrusionOk="0" h="8212" w="12557">
                  <a:moveTo>
                    <a:pt x="1848" y="1"/>
                  </a:moveTo>
                  <a:cubicBezTo>
                    <a:pt x="1685" y="1"/>
                    <a:pt x="1540" y="128"/>
                    <a:pt x="1504" y="291"/>
                  </a:cubicBezTo>
                  <a:lnTo>
                    <a:pt x="1" y="8212"/>
                  </a:lnTo>
                  <a:lnTo>
                    <a:pt x="11036" y="8212"/>
                  </a:lnTo>
                  <a:lnTo>
                    <a:pt x="12512" y="417"/>
                  </a:lnTo>
                  <a:cubicBezTo>
                    <a:pt x="12557" y="200"/>
                    <a:pt x="12394" y="1"/>
                    <a:pt x="121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12"/>
          <p:cNvSpPr txBox="1"/>
          <p:nvPr>
            <p:ph type="title"/>
          </p:nvPr>
        </p:nvSpPr>
        <p:spPr>
          <a:xfrm>
            <a:off x="720013" y="305747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Survey </a:t>
            </a:r>
            <a:endParaRPr/>
          </a:p>
        </p:txBody>
      </p:sp>
      <p:graphicFrame>
        <p:nvGraphicFramePr>
          <p:cNvPr id="622" name="Google Shape;622;p12"/>
          <p:cNvGraphicFramePr/>
          <p:nvPr/>
        </p:nvGraphicFramePr>
        <p:xfrm>
          <a:off x="641325" y="10830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{5B970EE1-3A0B-42FC-9527-CD1BF2297EF8}</a:tableStyleId>
              </a:tblPr>
              <a:tblGrid>
                <a:gridCol w="1448800"/>
                <a:gridCol w="1793625"/>
                <a:gridCol w="1571700"/>
                <a:gridCol w="1548850"/>
                <a:gridCol w="1498350"/>
              </a:tblGrid>
              <a:tr h="525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Author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Dataset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Preprocessing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Model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Evaluation 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821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Chengying Gao et al. [</a:t>
                      </a:r>
                      <a:r>
                        <a:rPr lang="en-US" sz="1200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</a:t>
                      </a: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]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[2020]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SketchyCOCO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Edge Detection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EdgeGAN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FID: 87.6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1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Xiaoyu Xiang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et al.</a:t>
                      </a: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[</a:t>
                      </a:r>
                      <a:r>
                        <a:rPr lang="en-US" sz="1200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2</a:t>
                      </a: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]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[2021]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Scribble</a:t>
                      </a:r>
                      <a:b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</a:b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QMUL-Sketch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SketchyCOCO 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-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AODA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FID: 114.8</a:t>
                      </a:r>
                      <a:b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</a:br>
                      <a:endParaRPr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1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Chengying Gao [</a:t>
                      </a:r>
                      <a:r>
                        <a:rPr lang="en-US" sz="1200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3</a:t>
                      </a: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] [2020]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Sketchy-COCO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28098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Sketch Segmentation</a:t>
                      </a:r>
                      <a:endParaRPr b="0" i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-171450" lvl="0" marL="28098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Edge extraction</a:t>
                      </a:r>
                      <a:endParaRPr b="0" i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-171450" lvl="0" marL="28098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Attribute vector Generation</a:t>
                      </a:r>
                      <a:endParaRPr b="0" i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-171450" lvl="0" marL="28098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Resized</a:t>
                      </a:r>
                      <a:endParaRPr b="0" i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Edge GAN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FID = 80.3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44"/>
          <p:cNvSpPr txBox="1"/>
          <p:nvPr>
            <p:ph type="title"/>
          </p:nvPr>
        </p:nvSpPr>
        <p:spPr>
          <a:xfrm>
            <a:off x="720000" y="295447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Survey cont.</a:t>
            </a:r>
            <a:endParaRPr/>
          </a:p>
        </p:txBody>
      </p:sp>
      <p:graphicFrame>
        <p:nvGraphicFramePr>
          <p:cNvPr id="628" name="Google Shape;628;p44"/>
          <p:cNvGraphicFramePr/>
          <p:nvPr/>
        </p:nvGraphicFramePr>
        <p:xfrm>
          <a:off x="641338" y="10069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{5B970EE1-3A0B-42FC-9527-CD1BF2297EF8}</a:tableStyleId>
              </a:tblPr>
              <a:tblGrid>
                <a:gridCol w="1671500"/>
                <a:gridCol w="1570925"/>
                <a:gridCol w="1571700"/>
                <a:gridCol w="1548850"/>
                <a:gridCol w="1498350"/>
              </a:tblGrid>
              <a:tr h="525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Author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Dataset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Preprocessing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Model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Evaluation 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821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Runtao Liu</a:t>
                      </a:r>
                      <a:b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</a:b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[</a:t>
                      </a:r>
                      <a:r>
                        <a:rPr lang="en-US" sz="1200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4</a:t>
                      </a: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] [2020]</a:t>
                      </a:r>
                      <a:endParaRPr sz="1400" u="none" cap="none" strike="noStrike"/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339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i="0" lang="en-US" sz="1200" u="none" cap="small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ShoeV2</a:t>
                      </a:r>
                      <a:endParaRPr b="0" i="0" sz="1200" u="none" cap="small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-171450" lvl="0" marL="339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i="0" lang="en-US" sz="1200" u="none" cap="small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ChairV2</a:t>
                      </a:r>
                      <a:endParaRPr b="0" i="0" sz="1200" u="none" cap="small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Resized</a:t>
                      </a:r>
                      <a:endParaRPr sz="14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2-stage model </a:t>
                      </a:r>
                      <a:endParaRPr sz="14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FID = 48.73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1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Subhadeep Koley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 et al. </a:t>
                      </a:r>
                      <a:b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</a:b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[</a:t>
                      </a:r>
                      <a:r>
                        <a:rPr lang="en-US" sz="1200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5</a:t>
                      </a: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] [2023]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5175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ShoeV2</a:t>
                      </a:r>
                      <a:endParaRPr b="0" i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-171450" lvl="0" marL="5175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Handbags</a:t>
                      </a:r>
                      <a:endParaRPr b="0" i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-171450" lvl="0" marL="5175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ChairV2</a:t>
                      </a:r>
                      <a:endParaRPr b="0" i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2889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Colorization</a:t>
                      </a:r>
                      <a:endParaRPr sz="1200" u="none" cap="none" strike="noStrike"/>
                    </a:p>
                    <a:p>
                      <a:pPr indent="-171450" lvl="0" marL="2889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Inpainting</a:t>
                      </a: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Enhancements</a:t>
                      </a:r>
                      <a:endParaRPr sz="1200" u="none" cap="none" strike="noStrike"/>
                    </a:p>
                    <a:p>
                      <a:pPr indent="-171450" lvl="0" marL="2889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Style-transfer </a:t>
                      </a:r>
                      <a:endParaRPr sz="1200" u="none" cap="none" strike="noStrike"/>
                    </a:p>
                    <a:p>
                      <a:pPr indent="-171450" lvl="0" marL="2889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Simple Arithmetic Operations</a:t>
                      </a:r>
                      <a:b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</a:br>
                      <a:endParaRPr b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StyleGAN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492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3492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FID=</a:t>
                      </a: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</a:rPr>
                        <a:t>35.85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3492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FID=</a:t>
                      </a: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</a:rPr>
                        <a:t>100.23 </a:t>
                      </a:r>
                      <a:endParaRPr/>
                    </a:p>
                    <a:p>
                      <a:pPr indent="0" lvl="0" marL="3492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FID=</a:t>
                      </a: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</a:rPr>
                        <a:t>90.21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34925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7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Ankan Kumar Bhunia 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et al.</a:t>
                      </a:r>
                      <a:b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</a:b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[</a:t>
                      </a:r>
                      <a:r>
                        <a:rPr lang="en-US" sz="1200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6</a:t>
                      </a: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] [2022]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339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i="0" lang="en-US" sz="1200" u="none" cap="small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Creative Birds</a:t>
                      </a:r>
                      <a:endParaRPr/>
                    </a:p>
                    <a:p>
                      <a:pPr indent="-171450" lvl="0" marL="339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i="0" lang="en-US" sz="1200" u="none" cap="small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Creative creatures</a:t>
                      </a:r>
                      <a:endParaRPr b="0" i="0" sz="1200" u="none" cap="small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280988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Resizing</a:t>
                      </a:r>
                      <a:endParaRPr b="0" i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-171450" lvl="0" marL="280988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Normalization</a:t>
                      </a:r>
                      <a:endParaRPr b="0" i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Doodler Former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 </a:t>
                      </a: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</a:t>
                      </a:r>
                      <a:r>
                        <a:rPr lang="en-US" sz="1200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ID</a:t>
                      </a: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 =16.45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</a:t>
                      </a:r>
                      <a:r>
                        <a:rPr lang="en-US" sz="1200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ID</a:t>
                      </a: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 =18.71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7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Yunji Kim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et al. </a:t>
                      </a:r>
                      <a:b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</a:b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[</a:t>
                      </a:r>
                      <a:r>
                        <a:rPr lang="en-US" sz="1200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7</a:t>
                      </a: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] [2023]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MS-COCO</a:t>
                      </a:r>
                      <a:endParaRPr b="0" i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-</a:t>
                      </a:r>
                      <a:endParaRPr b="0" i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Dense Diffusion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SOAI: 77.61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45"/>
          <p:cNvSpPr txBox="1"/>
          <p:nvPr>
            <p:ph type="title"/>
          </p:nvPr>
        </p:nvSpPr>
        <p:spPr>
          <a:xfrm>
            <a:off x="720000" y="31607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Survey cont. </a:t>
            </a:r>
            <a:endParaRPr/>
          </a:p>
        </p:txBody>
      </p:sp>
      <p:graphicFrame>
        <p:nvGraphicFramePr>
          <p:cNvPr id="634" name="Google Shape;634;p45"/>
          <p:cNvGraphicFramePr/>
          <p:nvPr/>
        </p:nvGraphicFramePr>
        <p:xfrm>
          <a:off x="641325" y="10625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{5B970EE1-3A0B-42FC-9527-CD1BF2297EF8}</a:tableStyleId>
              </a:tblPr>
              <a:tblGrid>
                <a:gridCol w="1671500"/>
                <a:gridCol w="1570925"/>
                <a:gridCol w="1571700"/>
                <a:gridCol w="1548850"/>
                <a:gridCol w="1498350"/>
              </a:tblGrid>
              <a:tr h="525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Author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Dataset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Preprocessing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Model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Evaluation 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6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Changqing Zou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et al. 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[</a:t>
                      </a:r>
                      <a:r>
                        <a:rPr lang="en-US" sz="1200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8</a:t>
                      </a: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] [2018]</a:t>
                      </a:r>
                      <a:endParaRPr sz="1200" u="none" cap="none" strike="noStrike"/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280988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QuickDraw</a:t>
                      </a:r>
                      <a:endParaRPr b="0" i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-171450" lvl="0" marL="280988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TU-Berlin</a:t>
                      </a:r>
                      <a:endParaRPr b="0" i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28098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semantic </a:t>
                      </a:r>
                      <a:endParaRPr/>
                    </a:p>
                    <a:p>
                      <a:pPr indent="-171450" lvl="0" marL="28098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Instance segmentation</a:t>
                      </a:r>
                      <a:endParaRPr b="0" i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DeepLab-v3 </a:t>
                      </a:r>
                      <a:endParaRPr sz="12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349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OV Acc=88.38</a:t>
                      </a:r>
                      <a:endParaRPr sz="12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5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Li Liu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et al. 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[</a:t>
                      </a:r>
                      <a:r>
                        <a:rPr lang="en-US" sz="1200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9</a:t>
                      </a: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] [2017]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5175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TU-Berlin</a:t>
                      </a:r>
                      <a:endParaRPr b="0" i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-171450" lvl="0" marL="5175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Sketchy</a:t>
                      </a:r>
                      <a:endParaRPr b="0" i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- </a:t>
                      </a:r>
                      <a:endParaRPr b="0" i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DSH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2889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MAP: 0.57</a:t>
                      </a:r>
                      <a:endParaRPr/>
                    </a:p>
                    <a:p>
                      <a:pPr indent="0" lvl="0" marL="2889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MAP: 0.783</a:t>
                      </a:r>
                      <a:endParaRPr sz="12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Sheng-Yu Wang et al. 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[</a:t>
                      </a:r>
                      <a:r>
                        <a:rPr lang="en-US" sz="1200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10</a:t>
                      </a: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] [2021]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LSUN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QuickDraw</a:t>
                      </a:r>
                      <a:endParaRPr b="0" i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-</a:t>
                      </a:r>
                      <a:endParaRPr b="0" i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Photosketch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FID: 19.94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46"/>
          <p:cNvSpPr txBox="1"/>
          <p:nvPr>
            <p:ph type="title"/>
          </p:nvPr>
        </p:nvSpPr>
        <p:spPr>
          <a:xfrm>
            <a:off x="720000" y="31607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Survey cont. </a:t>
            </a:r>
            <a:endParaRPr/>
          </a:p>
        </p:txBody>
      </p:sp>
      <p:graphicFrame>
        <p:nvGraphicFramePr>
          <p:cNvPr id="640" name="Google Shape;640;p46"/>
          <p:cNvGraphicFramePr/>
          <p:nvPr/>
        </p:nvGraphicFramePr>
        <p:xfrm>
          <a:off x="641338" y="11100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{5B970EE1-3A0B-42FC-9527-CD1BF2297EF8}</a:tableStyleId>
              </a:tblPr>
              <a:tblGrid>
                <a:gridCol w="1671500"/>
                <a:gridCol w="1570925"/>
                <a:gridCol w="1571700"/>
                <a:gridCol w="1548850"/>
                <a:gridCol w="1498350"/>
              </a:tblGrid>
              <a:tr h="525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Author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Dataset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Preprocessing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Model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Evaluation 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913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Wenjing Huang et al. [</a:t>
                      </a: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11</a:t>
                      </a: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] [2023]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COCO-Animals</a:t>
                      </a:r>
                      <a:endParaRPr b="0" i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04775" lvl="0" marL="339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EE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Augmentation</a:t>
                      </a:r>
                      <a:endParaRPr sz="1400" u="none" cap="none" strike="noStrike"/>
                    </a:p>
                    <a:p>
                      <a:pPr indent="-104775" lvl="0" marL="339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EE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Sampling</a:t>
                      </a:r>
                      <a:endParaRPr sz="1400" u="none" cap="none" strike="noStrike"/>
                    </a:p>
                    <a:p>
                      <a:pPr indent="-104775" lvl="0" marL="339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EE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Encoding </a:t>
                      </a:r>
                      <a:endParaRPr sz="1400" u="none" cap="none" strike="noStrike"/>
                    </a:p>
                    <a:p>
                      <a:pPr indent="-104775" lvl="0" marL="339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9EE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Adding Noise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17475" lvl="0" marL="5746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PFB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FID: 6.259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3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Ahmed Ramy</a:t>
                      </a: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[</a:t>
                      </a:r>
                      <a:r>
                        <a:rPr lang="en-US" sz="1200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12</a:t>
                      </a: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] [2022]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7620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Edges2shoes </a:t>
                      </a:r>
                      <a:endParaRPr/>
                    </a:p>
                    <a:p>
                      <a:pPr indent="-7620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Edges2</a:t>
                      </a: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Handbags 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28098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Resizing </a:t>
                      </a:r>
                      <a:endParaRPr b="0" i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-171450" lvl="0" marL="28098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Converting to arrays</a:t>
                      </a:r>
                      <a:endParaRPr b="0" i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-171450" lvl="0" marL="28098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Normalization</a:t>
                      </a:r>
                      <a:endParaRPr b="0" i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Conditional GAN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</a:t>
                      </a:r>
                      <a:r>
                        <a:rPr lang="en-US" sz="1200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ID</a:t>
                      </a: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 =96.514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</a:t>
                      </a:r>
                      <a:r>
                        <a:rPr lang="en-US" sz="1200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ID</a:t>
                      </a: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 =130.325</a:t>
                      </a:r>
                      <a:endParaRPr sz="12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3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81F50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Yongyi Lu</a:t>
                      </a:r>
                      <a:endParaRPr b="0" i="0" sz="1200" u="none" cap="none" strike="noStrike">
                        <a:solidFill>
                          <a:srgbClr val="081F50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81F50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 [</a:t>
                      </a:r>
                      <a:r>
                        <a:rPr lang="en-US" sz="1200">
                          <a:solidFill>
                            <a:srgbClr val="081F50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13</a:t>
                      </a:r>
                      <a:r>
                        <a:rPr b="0" i="0" lang="en-US" sz="1200" u="none" cap="none" strike="noStrike">
                          <a:solidFill>
                            <a:srgbClr val="081F50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] [2018] 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45725" marB="45725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339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i="0" lang="en-US" sz="1200" u="none" cap="small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CelebA </a:t>
                      </a:r>
                      <a:endParaRPr/>
                    </a:p>
                    <a:p>
                      <a:pPr indent="-171450" lvl="0" marL="339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i="0" lang="en-US" sz="1200" u="none" cap="small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CUB-200</a:t>
                      </a:r>
                      <a:endParaRPr/>
                    </a:p>
                    <a:p>
                      <a:pPr indent="-171450" lvl="0" marL="339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i="0" lang="en-US" sz="1200" u="none" cap="small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Stanford's Cars 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339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i="0" lang="en-US" sz="1200" u="none" cap="small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XDoG </a:t>
                      </a:r>
                      <a:endParaRPr/>
                    </a:p>
                    <a:p>
                      <a:pPr indent="-171450" lvl="0" marL="339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i="0" lang="en-US" sz="1200" u="none" cap="small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Photocopy </a:t>
                      </a:r>
                      <a:endParaRPr/>
                    </a:p>
                    <a:p>
                      <a:pPr indent="-171450" lvl="0" marL="3397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i="0" lang="en-US" sz="1200" u="none" cap="small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simplified </a:t>
                      </a:r>
                      <a:endParaRPr b="0" i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B2A6B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Contextual GAN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B2A6B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Accuracy = 99.8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29eb3a17349_1_1"/>
          <p:cNvSpPr txBox="1"/>
          <p:nvPr>
            <p:ph type="title"/>
          </p:nvPr>
        </p:nvSpPr>
        <p:spPr>
          <a:xfrm>
            <a:off x="720000" y="32637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Survey cont. </a:t>
            </a:r>
            <a:endParaRPr/>
          </a:p>
        </p:txBody>
      </p:sp>
      <p:graphicFrame>
        <p:nvGraphicFramePr>
          <p:cNvPr id="646" name="Google Shape;646;g29eb3a17349_1_1"/>
          <p:cNvGraphicFramePr/>
          <p:nvPr/>
        </p:nvGraphicFramePr>
        <p:xfrm>
          <a:off x="641338" y="10584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{5B970EE1-3A0B-42FC-9527-CD1BF2297EF8}</a:tableStyleId>
              </a:tblPr>
              <a:tblGrid>
                <a:gridCol w="1671500"/>
                <a:gridCol w="1570925"/>
                <a:gridCol w="1571700"/>
                <a:gridCol w="1548850"/>
                <a:gridCol w="1498350"/>
              </a:tblGrid>
              <a:tr h="525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Author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Dataset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Preprocessing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Model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Evaluation 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696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Wengling Chen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et al.</a:t>
                      </a:r>
                      <a:endParaRPr b="0" sz="11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 [1</a:t>
                      </a: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4</a:t>
                      </a:r>
                      <a:r>
                        <a:rPr b="0" lang="en-US" sz="11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] [2018]</a:t>
                      </a:r>
                      <a:endParaRPr b="0" sz="11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-171450" lvl="0" marL="517525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Char char="•"/>
                      </a:pPr>
                      <a:r>
                        <a:rPr lang="en-US" sz="1200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ImageNet</a:t>
                      </a:r>
                      <a:endParaRPr sz="1200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-171450" lvl="0" marL="517525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Char char="•"/>
                      </a:pPr>
                      <a:r>
                        <a:rPr lang="en-US" sz="1200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COCO</a:t>
                      </a:r>
                      <a:endParaRPr sz="1200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2889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Filter</a:t>
                      </a:r>
                      <a:endParaRPr b="0" i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-171450" lvl="0" marL="2889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Normalization</a:t>
                      </a:r>
                      <a:endParaRPr b="0" i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-171450" lvl="0" marL="2889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Resize</a:t>
                      </a:r>
                      <a:endParaRPr b="0" i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SketchyGAN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Inception Score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= 7.91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Wengling Chen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et al.</a:t>
                      </a: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[1</a:t>
                      </a:r>
                      <a:r>
                        <a:rPr lang="en-US" sz="1200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5</a:t>
                      </a:r>
                      <a:r>
                        <a:rPr b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] [2018]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>
                  <a:txBody>
                    <a:bodyPr/>
                    <a:lstStyle/>
                    <a:p>
                      <a:pPr indent="-171450" lvl="0" marL="28098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Normalization</a:t>
                      </a:r>
                      <a:endParaRPr b="0" i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-171450" lvl="0" marL="280987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200"/>
                        <a:buFont typeface="Arial"/>
                        <a:buChar char="•"/>
                      </a:pPr>
                      <a:r>
                        <a:rPr b="0" i="0"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Resizing</a:t>
                      </a:r>
                      <a:endParaRPr b="0" i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MRU</a:t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Insception Score=7.90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29dd93409d3_0_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Comments on survey</a:t>
            </a:r>
            <a:endParaRPr/>
          </a:p>
        </p:txBody>
      </p:sp>
      <p:sp>
        <p:nvSpPr>
          <p:cNvPr id="652" name="Google Shape;652;g29dd93409d3_0_9"/>
          <p:cNvSpPr txBox="1"/>
          <p:nvPr/>
        </p:nvSpPr>
        <p:spPr>
          <a:xfrm>
            <a:off x="560100" y="1391100"/>
            <a:ext cx="8023800" cy="3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most common architectures for this task are </a:t>
            </a:r>
            <a:r>
              <a:rPr b="1"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GANs</a:t>
            </a:r>
            <a:r>
              <a:rPr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b="1"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GANs</a:t>
            </a:r>
            <a:r>
              <a:rPr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are much limited to specific domains which gives </a:t>
            </a:r>
            <a:r>
              <a:rPr b="1"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advantage</a:t>
            </a:r>
            <a:r>
              <a:rPr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to </a:t>
            </a:r>
            <a:r>
              <a:rPr b="1"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Diffusion Models</a:t>
            </a:r>
            <a:r>
              <a:rPr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b="1"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Diffusion Models</a:t>
            </a:r>
            <a:r>
              <a:rPr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are more generalized which makes them suitable for non-domain-specific problems.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b="1"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Fréchet inception distance (FID score)</a:t>
            </a:r>
            <a:r>
              <a:rPr b="1" lang="en-U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score is the common measurement.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b="1"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Normalization</a:t>
            </a:r>
            <a:r>
              <a:rPr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b="1"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Resizing</a:t>
            </a:r>
            <a:r>
              <a:rPr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are necessary preprocessing steps.</a:t>
            </a:r>
            <a:br>
              <a:rPr b="0" i="0" lang="en-U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17"/>
          <p:cNvSpPr txBox="1"/>
          <p:nvPr>
            <p:ph type="title"/>
          </p:nvPr>
        </p:nvSpPr>
        <p:spPr>
          <a:xfrm flipH="1">
            <a:off x="2066549" y="2179350"/>
            <a:ext cx="6364226" cy="16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r>
              <a:rPr lang="en-US"/>
              <a:t>System Architecture</a:t>
            </a:r>
            <a:endParaRPr/>
          </a:p>
        </p:txBody>
      </p:sp>
      <p:sp>
        <p:nvSpPr>
          <p:cNvPr id="658" name="Google Shape;658;p17"/>
          <p:cNvSpPr txBox="1"/>
          <p:nvPr>
            <p:ph idx="2" type="title"/>
          </p:nvPr>
        </p:nvSpPr>
        <p:spPr>
          <a:xfrm flipH="1">
            <a:off x="6956275" y="1337550"/>
            <a:ext cx="1474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</a:pPr>
            <a:r>
              <a:rPr lang="en-US"/>
              <a:t>05</a:t>
            </a:r>
            <a:endParaRPr/>
          </a:p>
        </p:txBody>
      </p:sp>
      <p:grpSp>
        <p:nvGrpSpPr>
          <p:cNvPr id="659" name="Google Shape;659;p17"/>
          <p:cNvGrpSpPr/>
          <p:nvPr/>
        </p:nvGrpSpPr>
        <p:grpSpPr>
          <a:xfrm>
            <a:off x="-98813" y="1379450"/>
            <a:ext cx="3370076" cy="3916551"/>
            <a:chOff x="-98813" y="1379450"/>
            <a:chExt cx="3370076" cy="3916551"/>
          </a:xfrm>
        </p:grpSpPr>
        <p:sp>
          <p:nvSpPr>
            <p:cNvPr id="660" name="Google Shape;660;p17"/>
            <p:cNvSpPr/>
            <p:nvPr/>
          </p:nvSpPr>
          <p:spPr>
            <a:xfrm flipH="1" rot="-1738578">
              <a:off x="841101" y="3006392"/>
              <a:ext cx="711304" cy="862951"/>
            </a:xfrm>
            <a:custGeom>
              <a:rect b="b" l="l" r="r" t="t"/>
              <a:pathLst>
                <a:path extrusionOk="0" h="7392" w="6093">
                  <a:moveTo>
                    <a:pt x="3033" y="0"/>
                  </a:moveTo>
                  <a:cubicBezTo>
                    <a:pt x="3033" y="0"/>
                    <a:pt x="625" y="145"/>
                    <a:pt x="290" y="1693"/>
                  </a:cubicBezTo>
                  <a:cubicBezTo>
                    <a:pt x="0" y="3006"/>
                    <a:pt x="824" y="7369"/>
                    <a:pt x="824" y="7369"/>
                  </a:cubicBezTo>
                  <a:cubicBezTo>
                    <a:pt x="824" y="7369"/>
                    <a:pt x="887" y="7378"/>
                    <a:pt x="996" y="7378"/>
                  </a:cubicBezTo>
                  <a:cubicBezTo>
                    <a:pt x="1120" y="7385"/>
                    <a:pt x="1310" y="7392"/>
                    <a:pt x="1545" y="7392"/>
                  </a:cubicBezTo>
                  <a:cubicBezTo>
                    <a:pt x="2649" y="7392"/>
                    <a:pt x="4764" y="7239"/>
                    <a:pt x="5921" y="6165"/>
                  </a:cubicBezTo>
                  <a:cubicBezTo>
                    <a:pt x="5975" y="6111"/>
                    <a:pt x="6038" y="6057"/>
                    <a:pt x="6093" y="5993"/>
                  </a:cubicBezTo>
                  <a:lnTo>
                    <a:pt x="4780" y="2300"/>
                  </a:lnTo>
                  <a:lnTo>
                    <a:pt x="30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17"/>
            <p:cNvSpPr/>
            <p:nvPr/>
          </p:nvSpPr>
          <p:spPr>
            <a:xfrm flipH="1">
              <a:off x="494364" y="2338580"/>
              <a:ext cx="887179" cy="1103662"/>
            </a:xfrm>
            <a:custGeom>
              <a:rect b="b" l="l" r="r" t="t"/>
              <a:pathLst>
                <a:path extrusionOk="0" h="9090" w="7307">
                  <a:moveTo>
                    <a:pt x="5278" y="0"/>
                  </a:moveTo>
                  <a:lnTo>
                    <a:pt x="1603" y="1159"/>
                  </a:lnTo>
                  <a:lnTo>
                    <a:pt x="2979" y="5522"/>
                  </a:lnTo>
                  <a:cubicBezTo>
                    <a:pt x="2381" y="5767"/>
                    <a:pt x="1847" y="6156"/>
                    <a:pt x="1413" y="6663"/>
                  </a:cubicBezTo>
                  <a:cubicBezTo>
                    <a:pt x="996" y="7152"/>
                    <a:pt x="508" y="7686"/>
                    <a:pt x="1" y="8111"/>
                  </a:cubicBezTo>
                  <a:cubicBezTo>
                    <a:pt x="182" y="8265"/>
                    <a:pt x="372" y="8401"/>
                    <a:pt x="490" y="8510"/>
                  </a:cubicBezTo>
                  <a:cubicBezTo>
                    <a:pt x="915" y="8872"/>
                    <a:pt x="1331" y="9080"/>
                    <a:pt x="1893" y="9089"/>
                  </a:cubicBezTo>
                  <a:cubicBezTo>
                    <a:pt x="1900" y="9089"/>
                    <a:pt x="1908" y="9089"/>
                    <a:pt x="1915" y="9089"/>
                  </a:cubicBezTo>
                  <a:cubicBezTo>
                    <a:pt x="3072" y="9089"/>
                    <a:pt x="3990" y="8406"/>
                    <a:pt x="4943" y="7840"/>
                  </a:cubicBezTo>
                  <a:cubicBezTo>
                    <a:pt x="5269" y="7650"/>
                    <a:pt x="5586" y="7441"/>
                    <a:pt x="5894" y="7233"/>
                  </a:cubicBezTo>
                  <a:cubicBezTo>
                    <a:pt x="6319" y="6717"/>
                    <a:pt x="6709" y="6174"/>
                    <a:pt x="7089" y="5622"/>
                  </a:cubicBezTo>
                  <a:cubicBezTo>
                    <a:pt x="7161" y="5522"/>
                    <a:pt x="7234" y="5414"/>
                    <a:pt x="7306" y="5305"/>
                  </a:cubicBezTo>
                  <a:lnTo>
                    <a:pt x="6953" y="5287"/>
                  </a:lnTo>
                  <a:lnTo>
                    <a:pt x="5278" y="0"/>
                  </a:ln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17"/>
            <p:cNvSpPr/>
            <p:nvPr/>
          </p:nvSpPr>
          <p:spPr>
            <a:xfrm>
              <a:off x="215770" y="3356458"/>
              <a:ext cx="3055493" cy="1787034"/>
            </a:xfrm>
            <a:custGeom>
              <a:rect b="b" l="l" r="r" t="t"/>
              <a:pathLst>
                <a:path extrusionOk="0" h="16255" w="27793">
                  <a:moveTo>
                    <a:pt x="13573" y="1"/>
                  </a:moveTo>
                  <a:cubicBezTo>
                    <a:pt x="13418" y="1"/>
                    <a:pt x="13264" y="2"/>
                    <a:pt x="13109" y="5"/>
                  </a:cubicBezTo>
                  <a:cubicBezTo>
                    <a:pt x="10466" y="50"/>
                    <a:pt x="7732" y="521"/>
                    <a:pt x="5568" y="2051"/>
                  </a:cubicBezTo>
                  <a:cubicBezTo>
                    <a:pt x="3694" y="3373"/>
                    <a:pt x="2409" y="5382"/>
                    <a:pt x="1549" y="7510"/>
                  </a:cubicBezTo>
                  <a:cubicBezTo>
                    <a:pt x="444" y="10262"/>
                    <a:pt x="1" y="13330"/>
                    <a:pt x="453" y="16254"/>
                  </a:cubicBezTo>
                  <a:lnTo>
                    <a:pt x="27792" y="16254"/>
                  </a:lnTo>
                  <a:cubicBezTo>
                    <a:pt x="27765" y="14272"/>
                    <a:pt x="27684" y="12280"/>
                    <a:pt x="27313" y="10343"/>
                  </a:cubicBezTo>
                  <a:cubicBezTo>
                    <a:pt x="26878" y="8062"/>
                    <a:pt x="26000" y="5808"/>
                    <a:pt x="24452" y="4070"/>
                  </a:cubicBezTo>
                  <a:cubicBezTo>
                    <a:pt x="23076" y="2522"/>
                    <a:pt x="21220" y="1435"/>
                    <a:pt x="19247" y="802"/>
                  </a:cubicBezTo>
                  <a:cubicBezTo>
                    <a:pt x="17420" y="215"/>
                    <a:pt x="15493" y="1"/>
                    <a:pt x="13573" y="1"/>
                  </a:cubicBez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17"/>
            <p:cNvSpPr/>
            <p:nvPr/>
          </p:nvSpPr>
          <p:spPr>
            <a:xfrm>
              <a:off x="1198556" y="4011789"/>
              <a:ext cx="1237237" cy="625105"/>
            </a:xfrm>
            <a:custGeom>
              <a:rect b="b" l="l" r="r" t="t"/>
              <a:pathLst>
                <a:path extrusionOk="0" h="5686" w="11254">
                  <a:moveTo>
                    <a:pt x="2680" y="1"/>
                  </a:moveTo>
                  <a:lnTo>
                    <a:pt x="544" y="200"/>
                  </a:lnTo>
                  <a:cubicBezTo>
                    <a:pt x="481" y="879"/>
                    <a:pt x="408" y="1639"/>
                    <a:pt x="336" y="2418"/>
                  </a:cubicBezTo>
                  <a:cubicBezTo>
                    <a:pt x="227" y="3504"/>
                    <a:pt x="109" y="4636"/>
                    <a:pt x="1" y="5686"/>
                  </a:cubicBezTo>
                  <a:lnTo>
                    <a:pt x="10710" y="5686"/>
                  </a:lnTo>
                  <a:lnTo>
                    <a:pt x="11253" y="3097"/>
                  </a:lnTo>
                  <a:lnTo>
                    <a:pt x="3015" y="2155"/>
                  </a:lnTo>
                  <a:cubicBezTo>
                    <a:pt x="3015" y="2155"/>
                    <a:pt x="2870" y="1368"/>
                    <a:pt x="2680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17"/>
            <p:cNvSpPr/>
            <p:nvPr/>
          </p:nvSpPr>
          <p:spPr>
            <a:xfrm rot="252422">
              <a:off x="664110" y="2687103"/>
              <a:ext cx="405225" cy="248896"/>
            </a:xfrm>
            <a:custGeom>
              <a:rect b="b" l="l" r="r" t="t"/>
              <a:pathLst>
                <a:path extrusionOk="0" h="2264" w="3686">
                  <a:moveTo>
                    <a:pt x="28" y="0"/>
                  </a:moveTo>
                  <a:lnTo>
                    <a:pt x="1" y="136"/>
                  </a:lnTo>
                  <a:cubicBezTo>
                    <a:pt x="399" y="733"/>
                    <a:pt x="924" y="1258"/>
                    <a:pt x="1513" y="1593"/>
                  </a:cubicBezTo>
                  <a:lnTo>
                    <a:pt x="1513" y="1602"/>
                  </a:lnTo>
                  <a:cubicBezTo>
                    <a:pt x="1549" y="1621"/>
                    <a:pt x="1621" y="1657"/>
                    <a:pt x="1712" y="1702"/>
                  </a:cubicBezTo>
                  <a:cubicBezTo>
                    <a:pt x="1929" y="1811"/>
                    <a:pt x="2155" y="1901"/>
                    <a:pt x="2391" y="1955"/>
                  </a:cubicBezTo>
                  <a:cubicBezTo>
                    <a:pt x="2708" y="2064"/>
                    <a:pt x="3097" y="2173"/>
                    <a:pt x="3495" y="2263"/>
                  </a:cubicBezTo>
                  <a:lnTo>
                    <a:pt x="3685" y="1439"/>
                  </a:lnTo>
                  <a:cubicBezTo>
                    <a:pt x="2979" y="1358"/>
                    <a:pt x="2273" y="1168"/>
                    <a:pt x="1730" y="996"/>
                  </a:cubicBezTo>
                  <a:cubicBezTo>
                    <a:pt x="1495" y="933"/>
                    <a:pt x="1268" y="842"/>
                    <a:pt x="1051" y="733"/>
                  </a:cubicBezTo>
                  <a:cubicBezTo>
                    <a:pt x="961" y="697"/>
                    <a:pt x="888" y="661"/>
                    <a:pt x="852" y="634"/>
                  </a:cubicBezTo>
                  <a:cubicBezTo>
                    <a:pt x="562" y="462"/>
                    <a:pt x="273" y="235"/>
                    <a:pt x="28" y="0"/>
                  </a:cubicBez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17"/>
            <p:cNvSpPr/>
            <p:nvPr/>
          </p:nvSpPr>
          <p:spPr>
            <a:xfrm>
              <a:off x="575042" y="4274537"/>
              <a:ext cx="204154" cy="186234"/>
            </a:xfrm>
            <a:custGeom>
              <a:rect b="b" l="l" r="r" t="t"/>
              <a:pathLst>
                <a:path extrusionOk="0" h="1694" w="1857">
                  <a:moveTo>
                    <a:pt x="1621" y="1"/>
                  </a:moveTo>
                  <a:lnTo>
                    <a:pt x="1" y="1693"/>
                  </a:lnTo>
                  <a:lnTo>
                    <a:pt x="1857" y="815"/>
                  </a:lnTo>
                  <a:lnTo>
                    <a:pt x="1621" y="1"/>
                  </a:ln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17"/>
            <p:cNvSpPr/>
            <p:nvPr/>
          </p:nvSpPr>
          <p:spPr>
            <a:xfrm flipH="1">
              <a:off x="170493" y="3556126"/>
              <a:ext cx="1398215" cy="1344671"/>
            </a:xfrm>
            <a:custGeom>
              <a:rect b="b" l="l" r="r" t="t"/>
              <a:pathLst>
                <a:path extrusionOk="0" h="11075" w="11516">
                  <a:moveTo>
                    <a:pt x="10364" y="0"/>
                  </a:moveTo>
                  <a:cubicBezTo>
                    <a:pt x="10335" y="0"/>
                    <a:pt x="10305" y="3"/>
                    <a:pt x="10276" y="8"/>
                  </a:cubicBezTo>
                  <a:cubicBezTo>
                    <a:pt x="10031" y="54"/>
                    <a:pt x="9877" y="298"/>
                    <a:pt x="9760" y="524"/>
                  </a:cubicBezTo>
                  <a:cubicBezTo>
                    <a:pt x="9045" y="1991"/>
                    <a:pt x="8845" y="3693"/>
                    <a:pt x="7994" y="5078"/>
                  </a:cubicBezTo>
                  <a:cubicBezTo>
                    <a:pt x="7732" y="5503"/>
                    <a:pt x="7388" y="5911"/>
                    <a:pt x="6908" y="6038"/>
                  </a:cubicBezTo>
                  <a:cubicBezTo>
                    <a:pt x="6793" y="6070"/>
                    <a:pt x="6677" y="6084"/>
                    <a:pt x="6560" y="6084"/>
                  </a:cubicBezTo>
                  <a:cubicBezTo>
                    <a:pt x="6115" y="6084"/>
                    <a:pt x="5664" y="5876"/>
                    <a:pt x="5270" y="5639"/>
                  </a:cubicBezTo>
                  <a:cubicBezTo>
                    <a:pt x="3658" y="4680"/>
                    <a:pt x="2264" y="3249"/>
                    <a:pt x="436" y="2824"/>
                  </a:cubicBezTo>
                  <a:cubicBezTo>
                    <a:pt x="300" y="2788"/>
                    <a:pt x="155" y="2760"/>
                    <a:pt x="1" y="2760"/>
                  </a:cubicBezTo>
                  <a:cubicBezTo>
                    <a:pt x="481" y="4354"/>
                    <a:pt x="1169" y="6273"/>
                    <a:pt x="1540" y="7432"/>
                  </a:cubicBezTo>
                  <a:cubicBezTo>
                    <a:pt x="1630" y="7694"/>
                    <a:pt x="1694" y="7920"/>
                    <a:pt x="1739" y="8092"/>
                  </a:cubicBezTo>
                  <a:cubicBezTo>
                    <a:pt x="1821" y="8192"/>
                    <a:pt x="1893" y="8292"/>
                    <a:pt x="1974" y="8382"/>
                  </a:cubicBezTo>
                  <a:cubicBezTo>
                    <a:pt x="2780" y="9360"/>
                    <a:pt x="3776" y="10202"/>
                    <a:pt x="4944" y="10681"/>
                  </a:cubicBezTo>
                  <a:cubicBezTo>
                    <a:pt x="5559" y="10934"/>
                    <a:pt x="6228" y="11074"/>
                    <a:pt x="6892" y="11074"/>
                  </a:cubicBezTo>
                  <a:cubicBezTo>
                    <a:pt x="7488" y="11074"/>
                    <a:pt x="8080" y="10962"/>
                    <a:pt x="8628" y="10718"/>
                  </a:cubicBezTo>
                  <a:cubicBezTo>
                    <a:pt x="9660" y="10256"/>
                    <a:pt x="10421" y="9378"/>
                    <a:pt x="11244" y="8572"/>
                  </a:cubicBezTo>
                  <a:cubicBezTo>
                    <a:pt x="11253" y="7911"/>
                    <a:pt x="11344" y="3150"/>
                    <a:pt x="11516" y="1068"/>
                  </a:cubicBezTo>
                  <a:cubicBezTo>
                    <a:pt x="11362" y="832"/>
                    <a:pt x="11190" y="606"/>
                    <a:pt x="11000" y="389"/>
                  </a:cubicBezTo>
                  <a:cubicBezTo>
                    <a:pt x="10830" y="194"/>
                    <a:pt x="10609" y="0"/>
                    <a:pt x="10364" y="0"/>
                  </a:cubicBezTo>
                  <a:close/>
                </a:path>
              </a:pathLst>
            </a:custGeom>
            <a:solidFill>
              <a:srgbClr val="002D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17"/>
            <p:cNvSpPr/>
            <p:nvPr/>
          </p:nvSpPr>
          <p:spPr>
            <a:xfrm flipH="1">
              <a:off x="-98813" y="2970175"/>
              <a:ext cx="1737813" cy="2325826"/>
            </a:xfrm>
            <a:custGeom>
              <a:rect b="b" l="l" r="r" t="t"/>
              <a:pathLst>
                <a:path extrusionOk="0" h="19156" w="14313">
                  <a:moveTo>
                    <a:pt x="9272" y="0"/>
                  </a:moveTo>
                  <a:cubicBezTo>
                    <a:pt x="9271" y="0"/>
                    <a:pt x="9270" y="0"/>
                    <a:pt x="9270" y="0"/>
                  </a:cubicBezTo>
                  <a:cubicBezTo>
                    <a:pt x="9270" y="0"/>
                    <a:pt x="9252" y="9"/>
                    <a:pt x="9216" y="28"/>
                  </a:cubicBezTo>
                  <a:cubicBezTo>
                    <a:pt x="9207" y="37"/>
                    <a:pt x="9198" y="37"/>
                    <a:pt x="9180" y="46"/>
                  </a:cubicBezTo>
                  <a:cubicBezTo>
                    <a:pt x="8682" y="335"/>
                    <a:pt x="6048" y="1829"/>
                    <a:pt x="4418" y="2553"/>
                  </a:cubicBezTo>
                  <a:cubicBezTo>
                    <a:pt x="3871" y="2796"/>
                    <a:pt x="3441" y="2953"/>
                    <a:pt x="3236" y="2953"/>
                  </a:cubicBezTo>
                  <a:cubicBezTo>
                    <a:pt x="3173" y="2953"/>
                    <a:pt x="3132" y="2938"/>
                    <a:pt x="3115" y="2906"/>
                  </a:cubicBezTo>
                  <a:cubicBezTo>
                    <a:pt x="2952" y="2589"/>
                    <a:pt x="3848" y="1639"/>
                    <a:pt x="4527" y="978"/>
                  </a:cubicBezTo>
                  <a:cubicBezTo>
                    <a:pt x="4907" y="598"/>
                    <a:pt x="5224" y="317"/>
                    <a:pt x="5224" y="317"/>
                  </a:cubicBezTo>
                  <a:lnTo>
                    <a:pt x="5224" y="317"/>
                  </a:lnTo>
                  <a:lnTo>
                    <a:pt x="4726" y="372"/>
                  </a:lnTo>
                  <a:cubicBezTo>
                    <a:pt x="4518" y="399"/>
                    <a:pt x="4319" y="480"/>
                    <a:pt x="4156" y="607"/>
                  </a:cubicBezTo>
                  <a:cubicBezTo>
                    <a:pt x="4002" y="725"/>
                    <a:pt x="3830" y="869"/>
                    <a:pt x="3649" y="1023"/>
                  </a:cubicBezTo>
                  <a:lnTo>
                    <a:pt x="3640" y="1023"/>
                  </a:lnTo>
                  <a:cubicBezTo>
                    <a:pt x="3323" y="1295"/>
                    <a:pt x="2961" y="1603"/>
                    <a:pt x="2599" y="1938"/>
                  </a:cubicBezTo>
                  <a:cubicBezTo>
                    <a:pt x="1422" y="3015"/>
                    <a:pt x="200" y="4318"/>
                    <a:pt x="73" y="5061"/>
                  </a:cubicBezTo>
                  <a:cubicBezTo>
                    <a:pt x="1" y="5468"/>
                    <a:pt x="236" y="6446"/>
                    <a:pt x="580" y="7586"/>
                  </a:cubicBezTo>
                  <a:cubicBezTo>
                    <a:pt x="1060" y="9180"/>
                    <a:pt x="1748" y="11099"/>
                    <a:pt x="2119" y="12258"/>
                  </a:cubicBezTo>
                  <a:cubicBezTo>
                    <a:pt x="2209" y="12520"/>
                    <a:pt x="2273" y="12746"/>
                    <a:pt x="2318" y="12918"/>
                  </a:cubicBezTo>
                  <a:cubicBezTo>
                    <a:pt x="2345" y="13000"/>
                    <a:pt x="2363" y="13072"/>
                    <a:pt x="2372" y="13127"/>
                  </a:cubicBezTo>
                  <a:cubicBezTo>
                    <a:pt x="2553" y="14141"/>
                    <a:pt x="2010" y="19156"/>
                    <a:pt x="2010" y="19156"/>
                  </a:cubicBezTo>
                  <a:lnTo>
                    <a:pt x="14313" y="19156"/>
                  </a:lnTo>
                  <a:lnTo>
                    <a:pt x="11814" y="13480"/>
                  </a:lnTo>
                  <a:cubicBezTo>
                    <a:pt x="11814" y="13480"/>
                    <a:pt x="11814" y="13453"/>
                    <a:pt x="11823" y="13398"/>
                  </a:cubicBezTo>
                  <a:cubicBezTo>
                    <a:pt x="11832" y="12737"/>
                    <a:pt x="11923" y="7976"/>
                    <a:pt x="12095" y="5894"/>
                  </a:cubicBezTo>
                  <a:cubicBezTo>
                    <a:pt x="12104" y="5794"/>
                    <a:pt x="12113" y="5694"/>
                    <a:pt x="12122" y="5613"/>
                  </a:cubicBezTo>
                  <a:cubicBezTo>
                    <a:pt x="12122" y="5559"/>
                    <a:pt x="12131" y="5504"/>
                    <a:pt x="12140" y="5459"/>
                  </a:cubicBezTo>
                  <a:cubicBezTo>
                    <a:pt x="12140" y="5414"/>
                    <a:pt x="12149" y="5369"/>
                    <a:pt x="12158" y="5323"/>
                  </a:cubicBezTo>
                  <a:cubicBezTo>
                    <a:pt x="12158" y="5269"/>
                    <a:pt x="12167" y="5224"/>
                    <a:pt x="12176" y="5178"/>
                  </a:cubicBezTo>
                  <a:cubicBezTo>
                    <a:pt x="12185" y="5151"/>
                    <a:pt x="12185" y="5133"/>
                    <a:pt x="12185" y="5115"/>
                  </a:cubicBezTo>
                  <a:cubicBezTo>
                    <a:pt x="12439" y="3848"/>
                    <a:pt x="12412" y="1657"/>
                    <a:pt x="11506" y="824"/>
                  </a:cubicBezTo>
                  <a:cubicBezTo>
                    <a:pt x="10629" y="9"/>
                    <a:pt x="9327" y="0"/>
                    <a:pt x="92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17"/>
            <p:cNvSpPr/>
            <p:nvPr/>
          </p:nvSpPr>
          <p:spPr>
            <a:xfrm>
              <a:off x="141445" y="3141320"/>
              <a:ext cx="711312" cy="862961"/>
            </a:xfrm>
            <a:custGeom>
              <a:rect b="b" l="l" r="r" t="t"/>
              <a:pathLst>
                <a:path extrusionOk="0" h="7392" w="6093">
                  <a:moveTo>
                    <a:pt x="3033" y="0"/>
                  </a:moveTo>
                  <a:cubicBezTo>
                    <a:pt x="3033" y="0"/>
                    <a:pt x="625" y="145"/>
                    <a:pt x="290" y="1693"/>
                  </a:cubicBezTo>
                  <a:cubicBezTo>
                    <a:pt x="0" y="3006"/>
                    <a:pt x="824" y="7369"/>
                    <a:pt x="824" y="7369"/>
                  </a:cubicBezTo>
                  <a:cubicBezTo>
                    <a:pt x="824" y="7369"/>
                    <a:pt x="887" y="7378"/>
                    <a:pt x="996" y="7378"/>
                  </a:cubicBezTo>
                  <a:cubicBezTo>
                    <a:pt x="1120" y="7385"/>
                    <a:pt x="1310" y="7392"/>
                    <a:pt x="1545" y="7392"/>
                  </a:cubicBezTo>
                  <a:cubicBezTo>
                    <a:pt x="2649" y="7392"/>
                    <a:pt x="4764" y="7239"/>
                    <a:pt x="5921" y="6165"/>
                  </a:cubicBezTo>
                  <a:cubicBezTo>
                    <a:pt x="5975" y="6111"/>
                    <a:pt x="6038" y="6057"/>
                    <a:pt x="6093" y="5993"/>
                  </a:cubicBezTo>
                  <a:lnTo>
                    <a:pt x="4780" y="2300"/>
                  </a:lnTo>
                  <a:lnTo>
                    <a:pt x="30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17"/>
            <p:cNvSpPr/>
            <p:nvPr/>
          </p:nvSpPr>
          <p:spPr>
            <a:xfrm>
              <a:off x="257606" y="3766715"/>
              <a:ext cx="2076849" cy="979236"/>
            </a:xfrm>
            <a:custGeom>
              <a:rect b="b" l="l" r="r" t="t"/>
              <a:pathLst>
                <a:path extrusionOk="0" h="8388" w="17790">
                  <a:moveTo>
                    <a:pt x="15305" y="0"/>
                  </a:moveTo>
                  <a:cubicBezTo>
                    <a:pt x="15004" y="0"/>
                    <a:pt x="14219" y="329"/>
                    <a:pt x="14096" y="419"/>
                  </a:cubicBezTo>
                  <a:cubicBezTo>
                    <a:pt x="14032" y="473"/>
                    <a:pt x="13833" y="727"/>
                    <a:pt x="13670" y="953"/>
                  </a:cubicBezTo>
                  <a:cubicBezTo>
                    <a:pt x="13571" y="1071"/>
                    <a:pt x="13471" y="1216"/>
                    <a:pt x="13390" y="1342"/>
                  </a:cubicBezTo>
                  <a:cubicBezTo>
                    <a:pt x="13209" y="1632"/>
                    <a:pt x="13082" y="1885"/>
                    <a:pt x="13082" y="1885"/>
                  </a:cubicBezTo>
                  <a:lnTo>
                    <a:pt x="12910" y="2184"/>
                  </a:lnTo>
                  <a:lnTo>
                    <a:pt x="6030" y="4149"/>
                  </a:lnTo>
                  <a:cubicBezTo>
                    <a:pt x="6030" y="4149"/>
                    <a:pt x="5514" y="2583"/>
                    <a:pt x="4926" y="808"/>
                  </a:cubicBezTo>
                  <a:cubicBezTo>
                    <a:pt x="3769" y="1882"/>
                    <a:pt x="1654" y="2035"/>
                    <a:pt x="550" y="2035"/>
                  </a:cubicBezTo>
                  <a:cubicBezTo>
                    <a:pt x="315" y="2035"/>
                    <a:pt x="125" y="2028"/>
                    <a:pt x="1" y="2021"/>
                  </a:cubicBezTo>
                  <a:lnTo>
                    <a:pt x="1" y="2021"/>
                  </a:lnTo>
                  <a:cubicBezTo>
                    <a:pt x="1" y="2048"/>
                    <a:pt x="10" y="2067"/>
                    <a:pt x="10" y="2085"/>
                  </a:cubicBezTo>
                  <a:cubicBezTo>
                    <a:pt x="318" y="3180"/>
                    <a:pt x="1259" y="5153"/>
                    <a:pt x="1983" y="6611"/>
                  </a:cubicBezTo>
                  <a:cubicBezTo>
                    <a:pt x="2533" y="7709"/>
                    <a:pt x="3656" y="8388"/>
                    <a:pt x="4861" y="8388"/>
                  </a:cubicBezTo>
                  <a:cubicBezTo>
                    <a:pt x="5026" y="8388"/>
                    <a:pt x="5193" y="8375"/>
                    <a:pt x="5360" y="8349"/>
                  </a:cubicBezTo>
                  <a:cubicBezTo>
                    <a:pt x="9769" y="7661"/>
                    <a:pt x="13344" y="4366"/>
                    <a:pt x="13344" y="4366"/>
                  </a:cubicBezTo>
                  <a:cubicBezTo>
                    <a:pt x="13344" y="4366"/>
                    <a:pt x="16440" y="4103"/>
                    <a:pt x="16612" y="3931"/>
                  </a:cubicBezTo>
                  <a:cubicBezTo>
                    <a:pt x="16784" y="3750"/>
                    <a:pt x="16775" y="3433"/>
                    <a:pt x="16775" y="3433"/>
                  </a:cubicBezTo>
                  <a:cubicBezTo>
                    <a:pt x="16984" y="3352"/>
                    <a:pt x="17310" y="2836"/>
                    <a:pt x="17310" y="2836"/>
                  </a:cubicBezTo>
                  <a:cubicBezTo>
                    <a:pt x="17536" y="2700"/>
                    <a:pt x="17500" y="2211"/>
                    <a:pt x="17500" y="2211"/>
                  </a:cubicBezTo>
                  <a:cubicBezTo>
                    <a:pt x="17789" y="1949"/>
                    <a:pt x="17753" y="1532"/>
                    <a:pt x="17753" y="1532"/>
                  </a:cubicBezTo>
                  <a:cubicBezTo>
                    <a:pt x="17753" y="1532"/>
                    <a:pt x="15408" y="1351"/>
                    <a:pt x="14775" y="1297"/>
                  </a:cubicBezTo>
                  <a:cubicBezTo>
                    <a:pt x="14865" y="953"/>
                    <a:pt x="15562" y="84"/>
                    <a:pt x="15381" y="12"/>
                  </a:cubicBezTo>
                  <a:cubicBezTo>
                    <a:pt x="15362" y="4"/>
                    <a:pt x="15336" y="0"/>
                    <a:pt x="15305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17"/>
            <p:cNvSpPr/>
            <p:nvPr/>
          </p:nvSpPr>
          <p:spPr>
            <a:xfrm>
              <a:off x="818797" y="4164343"/>
              <a:ext cx="142776" cy="139624"/>
            </a:xfrm>
            <a:custGeom>
              <a:rect b="b" l="l" r="r" t="t"/>
              <a:pathLst>
                <a:path extrusionOk="0" h="1196" w="1223">
                  <a:moveTo>
                    <a:pt x="979" y="0"/>
                  </a:moveTo>
                  <a:lnTo>
                    <a:pt x="1" y="1195"/>
                  </a:lnTo>
                  <a:lnTo>
                    <a:pt x="1223" y="743"/>
                  </a:lnTo>
                  <a:lnTo>
                    <a:pt x="979" y="0"/>
                  </a:ln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17"/>
            <p:cNvSpPr/>
            <p:nvPr/>
          </p:nvSpPr>
          <p:spPr>
            <a:xfrm>
              <a:off x="404404" y="1668279"/>
              <a:ext cx="1110809" cy="1195680"/>
            </a:xfrm>
            <a:custGeom>
              <a:rect b="b" l="l" r="r" t="t"/>
              <a:pathLst>
                <a:path extrusionOk="0" h="10876" w="10104">
                  <a:moveTo>
                    <a:pt x="5240" y="0"/>
                  </a:moveTo>
                  <a:cubicBezTo>
                    <a:pt x="3056" y="0"/>
                    <a:pt x="1077" y="1493"/>
                    <a:pt x="544" y="3711"/>
                  </a:cubicBezTo>
                  <a:cubicBezTo>
                    <a:pt x="1" y="5965"/>
                    <a:pt x="987" y="8889"/>
                    <a:pt x="2961" y="10021"/>
                  </a:cubicBezTo>
                  <a:lnTo>
                    <a:pt x="2961" y="10030"/>
                  </a:lnTo>
                  <a:cubicBezTo>
                    <a:pt x="2988" y="10048"/>
                    <a:pt x="3060" y="10084"/>
                    <a:pt x="3151" y="10129"/>
                  </a:cubicBezTo>
                  <a:cubicBezTo>
                    <a:pt x="3368" y="10238"/>
                    <a:pt x="3595" y="10319"/>
                    <a:pt x="3839" y="10383"/>
                  </a:cubicBezTo>
                  <a:cubicBezTo>
                    <a:pt x="4562" y="10622"/>
                    <a:pt x="5603" y="10875"/>
                    <a:pt x="6506" y="10875"/>
                  </a:cubicBezTo>
                  <a:cubicBezTo>
                    <a:pt x="7039" y="10875"/>
                    <a:pt x="7524" y="10787"/>
                    <a:pt x="7867" y="10555"/>
                  </a:cubicBezTo>
                  <a:cubicBezTo>
                    <a:pt x="8211" y="10319"/>
                    <a:pt x="8555" y="9749"/>
                    <a:pt x="8854" y="9097"/>
                  </a:cubicBezTo>
                  <a:cubicBezTo>
                    <a:pt x="9162" y="8427"/>
                    <a:pt x="9433" y="7658"/>
                    <a:pt x="9624" y="7051"/>
                  </a:cubicBezTo>
                  <a:cubicBezTo>
                    <a:pt x="9723" y="6735"/>
                    <a:pt x="9805" y="6454"/>
                    <a:pt x="9859" y="6264"/>
                  </a:cubicBezTo>
                  <a:cubicBezTo>
                    <a:pt x="9877" y="6219"/>
                    <a:pt x="9886" y="6164"/>
                    <a:pt x="9904" y="6119"/>
                  </a:cubicBezTo>
                  <a:lnTo>
                    <a:pt x="9931" y="6001"/>
                  </a:lnTo>
                  <a:cubicBezTo>
                    <a:pt x="9940" y="5974"/>
                    <a:pt x="9940" y="5965"/>
                    <a:pt x="9940" y="5965"/>
                  </a:cubicBezTo>
                  <a:cubicBezTo>
                    <a:pt x="10067" y="5449"/>
                    <a:pt x="10103" y="4933"/>
                    <a:pt x="10067" y="4435"/>
                  </a:cubicBezTo>
                  <a:cubicBezTo>
                    <a:pt x="9895" y="2417"/>
                    <a:pt x="8456" y="642"/>
                    <a:pt x="6374" y="135"/>
                  </a:cubicBezTo>
                  <a:cubicBezTo>
                    <a:pt x="5994" y="44"/>
                    <a:pt x="5614" y="0"/>
                    <a:pt x="5240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17"/>
            <p:cNvSpPr/>
            <p:nvPr/>
          </p:nvSpPr>
          <p:spPr>
            <a:xfrm>
              <a:off x="1117011" y="2293157"/>
              <a:ext cx="95646" cy="168314"/>
            </a:xfrm>
            <a:custGeom>
              <a:rect b="b" l="l" r="r" t="t"/>
              <a:pathLst>
                <a:path extrusionOk="0" h="1531" w="870">
                  <a:moveTo>
                    <a:pt x="688" y="1"/>
                  </a:moveTo>
                  <a:lnTo>
                    <a:pt x="688" y="1"/>
                  </a:lnTo>
                  <a:cubicBezTo>
                    <a:pt x="625" y="145"/>
                    <a:pt x="562" y="281"/>
                    <a:pt x="525" y="435"/>
                  </a:cubicBezTo>
                  <a:cubicBezTo>
                    <a:pt x="471" y="580"/>
                    <a:pt x="444" y="734"/>
                    <a:pt x="417" y="888"/>
                  </a:cubicBezTo>
                  <a:cubicBezTo>
                    <a:pt x="417" y="888"/>
                    <a:pt x="417" y="888"/>
                    <a:pt x="417" y="897"/>
                  </a:cubicBezTo>
                  <a:cubicBezTo>
                    <a:pt x="426" y="915"/>
                    <a:pt x="444" y="933"/>
                    <a:pt x="462" y="933"/>
                  </a:cubicBezTo>
                  <a:cubicBezTo>
                    <a:pt x="470" y="932"/>
                    <a:pt x="478" y="932"/>
                    <a:pt x="486" y="932"/>
                  </a:cubicBezTo>
                  <a:cubicBezTo>
                    <a:pt x="586" y="932"/>
                    <a:pt x="683" y="985"/>
                    <a:pt x="725" y="1069"/>
                  </a:cubicBezTo>
                  <a:cubicBezTo>
                    <a:pt x="770" y="1150"/>
                    <a:pt x="734" y="1268"/>
                    <a:pt x="652" y="1349"/>
                  </a:cubicBezTo>
                  <a:cubicBezTo>
                    <a:pt x="580" y="1422"/>
                    <a:pt x="471" y="1467"/>
                    <a:pt x="353" y="1476"/>
                  </a:cubicBezTo>
                  <a:cubicBezTo>
                    <a:pt x="332" y="1478"/>
                    <a:pt x="310" y="1479"/>
                    <a:pt x="289" y="1479"/>
                  </a:cubicBezTo>
                  <a:cubicBezTo>
                    <a:pt x="193" y="1479"/>
                    <a:pt x="96" y="1464"/>
                    <a:pt x="0" y="1449"/>
                  </a:cubicBezTo>
                  <a:lnTo>
                    <a:pt x="0" y="1449"/>
                  </a:lnTo>
                  <a:cubicBezTo>
                    <a:pt x="118" y="1485"/>
                    <a:pt x="236" y="1521"/>
                    <a:pt x="353" y="1530"/>
                  </a:cubicBezTo>
                  <a:cubicBezTo>
                    <a:pt x="480" y="1530"/>
                    <a:pt x="616" y="1494"/>
                    <a:pt x="715" y="1404"/>
                  </a:cubicBezTo>
                  <a:cubicBezTo>
                    <a:pt x="806" y="1313"/>
                    <a:pt x="869" y="1159"/>
                    <a:pt x="797" y="1023"/>
                  </a:cubicBezTo>
                  <a:cubicBezTo>
                    <a:pt x="751" y="915"/>
                    <a:pt x="632" y="853"/>
                    <a:pt x="513" y="849"/>
                  </a:cubicBezTo>
                  <a:lnTo>
                    <a:pt x="513" y="849"/>
                  </a:lnTo>
                  <a:cubicBezTo>
                    <a:pt x="531" y="712"/>
                    <a:pt x="555" y="582"/>
                    <a:pt x="580" y="444"/>
                  </a:cubicBezTo>
                  <a:cubicBezTo>
                    <a:pt x="616" y="299"/>
                    <a:pt x="652" y="154"/>
                    <a:pt x="6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17"/>
            <p:cNvSpPr/>
            <p:nvPr/>
          </p:nvSpPr>
          <p:spPr>
            <a:xfrm>
              <a:off x="1091066" y="2422553"/>
              <a:ext cx="15061" cy="25945"/>
            </a:xfrm>
            <a:custGeom>
              <a:rect b="b" l="l" r="r" t="t"/>
              <a:pathLst>
                <a:path extrusionOk="0" h="236" w="137">
                  <a:moveTo>
                    <a:pt x="19" y="0"/>
                  </a:moveTo>
                  <a:lnTo>
                    <a:pt x="19" y="0"/>
                  </a:lnTo>
                  <a:cubicBezTo>
                    <a:pt x="1" y="55"/>
                    <a:pt x="10" y="100"/>
                    <a:pt x="28" y="136"/>
                  </a:cubicBezTo>
                  <a:cubicBezTo>
                    <a:pt x="46" y="172"/>
                    <a:pt x="73" y="209"/>
                    <a:pt x="128" y="236"/>
                  </a:cubicBezTo>
                  <a:cubicBezTo>
                    <a:pt x="137" y="181"/>
                    <a:pt x="128" y="136"/>
                    <a:pt x="110" y="100"/>
                  </a:cubicBezTo>
                  <a:cubicBezTo>
                    <a:pt x="91" y="64"/>
                    <a:pt x="64" y="28"/>
                    <a:pt x="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17"/>
            <p:cNvSpPr/>
            <p:nvPr/>
          </p:nvSpPr>
          <p:spPr>
            <a:xfrm>
              <a:off x="933857" y="2072185"/>
              <a:ext cx="165346" cy="56178"/>
            </a:xfrm>
            <a:custGeom>
              <a:rect b="b" l="l" r="r" t="t"/>
              <a:pathLst>
                <a:path extrusionOk="0" h="511" w="1504">
                  <a:moveTo>
                    <a:pt x="836" y="1"/>
                  </a:moveTo>
                  <a:cubicBezTo>
                    <a:pt x="792" y="1"/>
                    <a:pt x="749" y="4"/>
                    <a:pt x="707" y="10"/>
                  </a:cubicBezTo>
                  <a:cubicBezTo>
                    <a:pt x="571" y="19"/>
                    <a:pt x="444" y="55"/>
                    <a:pt x="327" y="109"/>
                  </a:cubicBezTo>
                  <a:cubicBezTo>
                    <a:pt x="209" y="164"/>
                    <a:pt x="91" y="236"/>
                    <a:pt x="10" y="336"/>
                  </a:cubicBezTo>
                  <a:cubicBezTo>
                    <a:pt x="1" y="345"/>
                    <a:pt x="1" y="354"/>
                    <a:pt x="1" y="372"/>
                  </a:cubicBezTo>
                  <a:cubicBezTo>
                    <a:pt x="1" y="399"/>
                    <a:pt x="19" y="417"/>
                    <a:pt x="46" y="417"/>
                  </a:cubicBezTo>
                  <a:cubicBezTo>
                    <a:pt x="173" y="426"/>
                    <a:pt x="290" y="426"/>
                    <a:pt x="399" y="426"/>
                  </a:cubicBezTo>
                  <a:cubicBezTo>
                    <a:pt x="499" y="435"/>
                    <a:pt x="607" y="444"/>
                    <a:pt x="707" y="453"/>
                  </a:cubicBezTo>
                  <a:lnTo>
                    <a:pt x="1005" y="490"/>
                  </a:lnTo>
                  <a:cubicBezTo>
                    <a:pt x="1086" y="497"/>
                    <a:pt x="1167" y="510"/>
                    <a:pt x="1257" y="510"/>
                  </a:cubicBezTo>
                  <a:cubicBezTo>
                    <a:pt x="1278" y="510"/>
                    <a:pt x="1300" y="510"/>
                    <a:pt x="1322" y="508"/>
                  </a:cubicBezTo>
                  <a:lnTo>
                    <a:pt x="1331" y="508"/>
                  </a:lnTo>
                  <a:cubicBezTo>
                    <a:pt x="1368" y="508"/>
                    <a:pt x="1404" y="490"/>
                    <a:pt x="1431" y="463"/>
                  </a:cubicBezTo>
                  <a:cubicBezTo>
                    <a:pt x="1494" y="408"/>
                    <a:pt x="1503" y="309"/>
                    <a:pt x="1440" y="245"/>
                  </a:cubicBezTo>
                  <a:cubicBezTo>
                    <a:pt x="1349" y="137"/>
                    <a:pt x="1232" y="82"/>
                    <a:pt x="1096" y="37"/>
                  </a:cubicBezTo>
                  <a:cubicBezTo>
                    <a:pt x="1012" y="13"/>
                    <a:pt x="923" y="1"/>
                    <a:pt x="8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17"/>
            <p:cNvSpPr/>
            <p:nvPr/>
          </p:nvSpPr>
          <p:spPr>
            <a:xfrm>
              <a:off x="1330947" y="2154857"/>
              <a:ext cx="150394" cy="92347"/>
            </a:xfrm>
            <a:custGeom>
              <a:rect b="b" l="l" r="r" t="t"/>
              <a:pathLst>
                <a:path extrusionOk="0" h="840" w="1368">
                  <a:moveTo>
                    <a:pt x="358" y="0"/>
                  </a:moveTo>
                  <a:cubicBezTo>
                    <a:pt x="279" y="0"/>
                    <a:pt x="202" y="14"/>
                    <a:pt x="127" y="45"/>
                  </a:cubicBezTo>
                  <a:cubicBezTo>
                    <a:pt x="91" y="55"/>
                    <a:pt x="64" y="82"/>
                    <a:pt x="46" y="109"/>
                  </a:cubicBezTo>
                  <a:cubicBezTo>
                    <a:pt x="1" y="190"/>
                    <a:pt x="28" y="281"/>
                    <a:pt x="100" y="326"/>
                  </a:cubicBezTo>
                  <a:lnTo>
                    <a:pt x="118" y="335"/>
                  </a:lnTo>
                  <a:cubicBezTo>
                    <a:pt x="218" y="389"/>
                    <a:pt x="308" y="426"/>
                    <a:pt x="408" y="462"/>
                  </a:cubicBezTo>
                  <a:lnTo>
                    <a:pt x="689" y="561"/>
                  </a:lnTo>
                  <a:cubicBezTo>
                    <a:pt x="779" y="598"/>
                    <a:pt x="879" y="643"/>
                    <a:pt x="978" y="679"/>
                  </a:cubicBezTo>
                  <a:cubicBezTo>
                    <a:pt x="1078" y="724"/>
                    <a:pt x="1177" y="779"/>
                    <a:pt x="1286" y="833"/>
                  </a:cubicBezTo>
                  <a:cubicBezTo>
                    <a:pt x="1291" y="838"/>
                    <a:pt x="1297" y="840"/>
                    <a:pt x="1304" y="840"/>
                  </a:cubicBezTo>
                  <a:cubicBezTo>
                    <a:pt x="1311" y="840"/>
                    <a:pt x="1318" y="838"/>
                    <a:pt x="1322" y="833"/>
                  </a:cubicBezTo>
                  <a:cubicBezTo>
                    <a:pt x="1349" y="833"/>
                    <a:pt x="1368" y="806"/>
                    <a:pt x="1359" y="779"/>
                  </a:cubicBezTo>
                  <a:cubicBezTo>
                    <a:pt x="1331" y="643"/>
                    <a:pt x="1268" y="534"/>
                    <a:pt x="1187" y="426"/>
                  </a:cubicBezTo>
                  <a:cubicBezTo>
                    <a:pt x="1105" y="326"/>
                    <a:pt x="1005" y="236"/>
                    <a:pt x="888" y="163"/>
                  </a:cubicBezTo>
                  <a:cubicBezTo>
                    <a:pt x="779" y="91"/>
                    <a:pt x="652" y="36"/>
                    <a:pt x="526" y="18"/>
                  </a:cubicBezTo>
                  <a:cubicBezTo>
                    <a:pt x="469" y="7"/>
                    <a:pt x="413" y="0"/>
                    <a:pt x="3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17"/>
            <p:cNvSpPr/>
            <p:nvPr/>
          </p:nvSpPr>
          <p:spPr>
            <a:xfrm>
              <a:off x="1292140" y="2294147"/>
              <a:ext cx="104660" cy="110707"/>
            </a:xfrm>
            <a:custGeom>
              <a:rect b="b" l="l" r="r" t="t"/>
              <a:pathLst>
                <a:path extrusionOk="0" h="1007" w="952">
                  <a:moveTo>
                    <a:pt x="508" y="0"/>
                  </a:moveTo>
                  <a:cubicBezTo>
                    <a:pt x="309" y="0"/>
                    <a:pt x="120" y="169"/>
                    <a:pt x="64" y="408"/>
                  </a:cubicBezTo>
                  <a:cubicBezTo>
                    <a:pt x="1" y="680"/>
                    <a:pt x="127" y="942"/>
                    <a:pt x="354" y="996"/>
                  </a:cubicBezTo>
                  <a:cubicBezTo>
                    <a:pt x="382" y="1003"/>
                    <a:pt x="410" y="1006"/>
                    <a:pt x="438" y="1006"/>
                  </a:cubicBezTo>
                  <a:cubicBezTo>
                    <a:pt x="636" y="1006"/>
                    <a:pt x="823" y="845"/>
                    <a:pt x="879" y="607"/>
                  </a:cubicBezTo>
                  <a:cubicBezTo>
                    <a:pt x="951" y="326"/>
                    <a:pt x="815" y="64"/>
                    <a:pt x="589" y="10"/>
                  </a:cubicBezTo>
                  <a:cubicBezTo>
                    <a:pt x="562" y="3"/>
                    <a:pt x="535" y="0"/>
                    <a:pt x="5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17"/>
            <p:cNvSpPr/>
            <p:nvPr/>
          </p:nvSpPr>
          <p:spPr>
            <a:xfrm>
              <a:off x="954745" y="2213454"/>
              <a:ext cx="104660" cy="110707"/>
            </a:xfrm>
            <a:custGeom>
              <a:rect b="b" l="l" r="r" t="t"/>
              <a:pathLst>
                <a:path extrusionOk="0" h="1007" w="952">
                  <a:moveTo>
                    <a:pt x="505" y="0"/>
                  </a:moveTo>
                  <a:cubicBezTo>
                    <a:pt x="307" y="0"/>
                    <a:pt x="120" y="163"/>
                    <a:pt x="64" y="409"/>
                  </a:cubicBezTo>
                  <a:cubicBezTo>
                    <a:pt x="1" y="680"/>
                    <a:pt x="128" y="943"/>
                    <a:pt x="354" y="997"/>
                  </a:cubicBezTo>
                  <a:cubicBezTo>
                    <a:pt x="381" y="1004"/>
                    <a:pt x="408" y="1007"/>
                    <a:pt x="435" y="1007"/>
                  </a:cubicBezTo>
                  <a:cubicBezTo>
                    <a:pt x="634" y="1007"/>
                    <a:pt x="823" y="838"/>
                    <a:pt x="879" y="599"/>
                  </a:cubicBezTo>
                  <a:cubicBezTo>
                    <a:pt x="951" y="327"/>
                    <a:pt x="815" y="65"/>
                    <a:pt x="589" y="10"/>
                  </a:cubicBezTo>
                  <a:cubicBezTo>
                    <a:pt x="561" y="4"/>
                    <a:pt x="533" y="0"/>
                    <a:pt x="5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17"/>
            <p:cNvSpPr/>
            <p:nvPr/>
          </p:nvSpPr>
          <p:spPr>
            <a:xfrm>
              <a:off x="1287193" y="2435305"/>
              <a:ext cx="175240" cy="233177"/>
            </a:xfrm>
            <a:custGeom>
              <a:rect b="b" l="l" r="r" t="t"/>
              <a:pathLst>
                <a:path extrusionOk="0" h="2121" w="1594">
                  <a:moveTo>
                    <a:pt x="1195" y="0"/>
                  </a:moveTo>
                  <a:cubicBezTo>
                    <a:pt x="700" y="0"/>
                    <a:pt x="251" y="331"/>
                    <a:pt x="127" y="835"/>
                  </a:cubicBezTo>
                  <a:cubicBezTo>
                    <a:pt x="0" y="1387"/>
                    <a:pt x="308" y="1939"/>
                    <a:pt x="824" y="2120"/>
                  </a:cubicBezTo>
                  <a:cubicBezTo>
                    <a:pt x="1132" y="1450"/>
                    <a:pt x="1403" y="681"/>
                    <a:pt x="1594" y="74"/>
                  </a:cubicBezTo>
                  <a:cubicBezTo>
                    <a:pt x="1548" y="56"/>
                    <a:pt x="1494" y="38"/>
                    <a:pt x="1449" y="29"/>
                  </a:cubicBezTo>
                  <a:cubicBezTo>
                    <a:pt x="1364" y="10"/>
                    <a:pt x="1279" y="0"/>
                    <a:pt x="1195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17"/>
            <p:cNvSpPr/>
            <p:nvPr/>
          </p:nvSpPr>
          <p:spPr>
            <a:xfrm>
              <a:off x="714974" y="2297995"/>
              <a:ext cx="264839" cy="240653"/>
            </a:xfrm>
            <a:custGeom>
              <a:rect b="b" l="l" r="r" t="t"/>
              <a:pathLst>
                <a:path extrusionOk="0" h="2189" w="2409">
                  <a:moveTo>
                    <a:pt x="1208" y="0"/>
                  </a:moveTo>
                  <a:cubicBezTo>
                    <a:pt x="711" y="0"/>
                    <a:pt x="260" y="339"/>
                    <a:pt x="136" y="844"/>
                  </a:cubicBezTo>
                  <a:cubicBezTo>
                    <a:pt x="0" y="1432"/>
                    <a:pt x="362" y="2021"/>
                    <a:pt x="951" y="2156"/>
                  </a:cubicBezTo>
                  <a:cubicBezTo>
                    <a:pt x="1038" y="2178"/>
                    <a:pt x="1126" y="2188"/>
                    <a:pt x="1212" y="2188"/>
                  </a:cubicBezTo>
                  <a:cubicBezTo>
                    <a:pt x="1704" y="2188"/>
                    <a:pt x="2148" y="1851"/>
                    <a:pt x="2263" y="1351"/>
                  </a:cubicBezTo>
                  <a:cubicBezTo>
                    <a:pt x="2408" y="762"/>
                    <a:pt x="2046" y="174"/>
                    <a:pt x="1458" y="29"/>
                  </a:cubicBezTo>
                  <a:cubicBezTo>
                    <a:pt x="1374" y="10"/>
                    <a:pt x="1291" y="0"/>
                    <a:pt x="1208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17"/>
            <p:cNvSpPr/>
            <p:nvPr/>
          </p:nvSpPr>
          <p:spPr>
            <a:xfrm>
              <a:off x="1052259" y="2579762"/>
              <a:ext cx="80804" cy="24626"/>
            </a:xfrm>
            <a:custGeom>
              <a:rect b="b" l="l" r="r" t="t"/>
              <a:pathLst>
                <a:path extrusionOk="0" h="224" w="735">
                  <a:moveTo>
                    <a:pt x="1" y="1"/>
                  </a:moveTo>
                  <a:cubicBezTo>
                    <a:pt x="91" y="100"/>
                    <a:pt x="209" y="164"/>
                    <a:pt x="336" y="200"/>
                  </a:cubicBezTo>
                  <a:cubicBezTo>
                    <a:pt x="409" y="214"/>
                    <a:pt x="481" y="224"/>
                    <a:pt x="552" y="224"/>
                  </a:cubicBezTo>
                  <a:cubicBezTo>
                    <a:pt x="614" y="224"/>
                    <a:pt x="675" y="217"/>
                    <a:pt x="734" y="200"/>
                  </a:cubicBezTo>
                  <a:cubicBezTo>
                    <a:pt x="598" y="173"/>
                    <a:pt x="481" y="155"/>
                    <a:pt x="363" y="127"/>
                  </a:cubicBezTo>
                  <a:cubicBezTo>
                    <a:pt x="236" y="91"/>
                    <a:pt x="119" y="46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17"/>
            <p:cNvSpPr/>
            <p:nvPr/>
          </p:nvSpPr>
          <p:spPr>
            <a:xfrm>
              <a:off x="1002568" y="2452345"/>
              <a:ext cx="233947" cy="128297"/>
            </a:xfrm>
            <a:custGeom>
              <a:rect b="b" l="l" r="r" t="t"/>
              <a:pathLst>
                <a:path extrusionOk="0" h="1167" w="2128">
                  <a:moveTo>
                    <a:pt x="0" y="1"/>
                  </a:moveTo>
                  <a:cubicBezTo>
                    <a:pt x="0" y="1"/>
                    <a:pt x="18" y="381"/>
                    <a:pt x="236" y="707"/>
                  </a:cubicBezTo>
                  <a:cubicBezTo>
                    <a:pt x="371" y="906"/>
                    <a:pt x="580" y="1087"/>
                    <a:pt x="896" y="1151"/>
                  </a:cubicBezTo>
                  <a:cubicBezTo>
                    <a:pt x="966" y="1162"/>
                    <a:pt x="1032" y="1167"/>
                    <a:pt x="1096" y="1167"/>
                  </a:cubicBezTo>
                  <a:cubicBezTo>
                    <a:pt x="1290" y="1167"/>
                    <a:pt x="1457" y="1119"/>
                    <a:pt x="1594" y="1051"/>
                  </a:cubicBezTo>
                  <a:cubicBezTo>
                    <a:pt x="1956" y="861"/>
                    <a:pt x="2128" y="526"/>
                    <a:pt x="2128" y="526"/>
                  </a:cubicBezTo>
                  <a:cubicBezTo>
                    <a:pt x="2128" y="526"/>
                    <a:pt x="1032" y="390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17"/>
            <p:cNvSpPr/>
            <p:nvPr/>
          </p:nvSpPr>
          <p:spPr>
            <a:xfrm>
              <a:off x="1028403" y="2524354"/>
              <a:ext cx="149405" cy="56288"/>
            </a:xfrm>
            <a:custGeom>
              <a:rect b="b" l="l" r="r" t="t"/>
              <a:pathLst>
                <a:path extrusionOk="0" h="512" w="1359">
                  <a:moveTo>
                    <a:pt x="390" y="0"/>
                  </a:moveTo>
                  <a:cubicBezTo>
                    <a:pt x="240" y="0"/>
                    <a:pt x="106" y="24"/>
                    <a:pt x="1" y="52"/>
                  </a:cubicBezTo>
                  <a:cubicBezTo>
                    <a:pt x="136" y="251"/>
                    <a:pt x="345" y="432"/>
                    <a:pt x="661" y="496"/>
                  </a:cubicBezTo>
                  <a:cubicBezTo>
                    <a:pt x="731" y="507"/>
                    <a:pt x="797" y="512"/>
                    <a:pt x="861" y="512"/>
                  </a:cubicBezTo>
                  <a:cubicBezTo>
                    <a:pt x="1055" y="512"/>
                    <a:pt x="1222" y="464"/>
                    <a:pt x="1359" y="396"/>
                  </a:cubicBezTo>
                  <a:cubicBezTo>
                    <a:pt x="1026" y="87"/>
                    <a:pt x="677" y="0"/>
                    <a:pt x="390" y="0"/>
                  </a:cubicBezTo>
                  <a:close/>
                </a:path>
              </a:pathLst>
            </a:custGeom>
            <a:solidFill>
              <a:srgbClr val="D45B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17"/>
            <p:cNvSpPr/>
            <p:nvPr/>
          </p:nvSpPr>
          <p:spPr>
            <a:xfrm>
              <a:off x="497959" y="2157386"/>
              <a:ext cx="127527" cy="222074"/>
            </a:xfrm>
            <a:custGeom>
              <a:rect b="b" l="l" r="r" t="t"/>
              <a:pathLst>
                <a:path extrusionOk="0" h="2020" w="1160">
                  <a:moveTo>
                    <a:pt x="904" y="683"/>
                  </a:moveTo>
                  <a:cubicBezTo>
                    <a:pt x="917" y="683"/>
                    <a:pt x="930" y="684"/>
                    <a:pt x="942" y="686"/>
                  </a:cubicBezTo>
                  <a:lnTo>
                    <a:pt x="942" y="686"/>
                  </a:lnTo>
                  <a:cubicBezTo>
                    <a:pt x="974" y="885"/>
                    <a:pt x="999" y="1091"/>
                    <a:pt x="1024" y="1290"/>
                  </a:cubicBezTo>
                  <a:cubicBezTo>
                    <a:pt x="1033" y="1408"/>
                    <a:pt x="1042" y="1516"/>
                    <a:pt x="1051" y="1625"/>
                  </a:cubicBezTo>
                  <a:cubicBezTo>
                    <a:pt x="1060" y="1733"/>
                    <a:pt x="1051" y="1842"/>
                    <a:pt x="978" y="1887"/>
                  </a:cubicBezTo>
                  <a:cubicBezTo>
                    <a:pt x="949" y="1912"/>
                    <a:pt x="911" y="1924"/>
                    <a:pt x="870" y="1924"/>
                  </a:cubicBezTo>
                  <a:cubicBezTo>
                    <a:pt x="821" y="1924"/>
                    <a:pt x="769" y="1908"/>
                    <a:pt x="725" y="1878"/>
                  </a:cubicBezTo>
                  <a:cubicBezTo>
                    <a:pt x="634" y="1824"/>
                    <a:pt x="562" y="1742"/>
                    <a:pt x="517" y="1652"/>
                  </a:cubicBezTo>
                  <a:cubicBezTo>
                    <a:pt x="417" y="1462"/>
                    <a:pt x="399" y="1226"/>
                    <a:pt x="480" y="1027"/>
                  </a:cubicBezTo>
                  <a:cubicBezTo>
                    <a:pt x="517" y="928"/>
                    <a:pt x="580" y="837"/>
                    <a:pt x="671" y="774"/>
                  </a:cubicBezTo>
                  <a:cubicBezTo>
                    <a:pt x="734" y="718"/>
                    <a:pt x="819" y="683"/>
                    <a:pt x="904" y="683"/>
                  </a:cubicBezTo>
                  <a:close/>
                  <a:moveTo>
                    <a:pt x="615" y="1"/>
                  </a:moveTo>
                  <a:cubicBezTo>
                    <a:pt x="521" y="1"/>
                    <a:pt x="431" y="40"/>
                    <a:pt x="363" y="95"/>
                  </a:cubicBezTo>
                  <a:cubicBezTo>
                    <a:pt x="263" y="158"/>
                    <a:pt x="191" y="258"/>
                    <a:pt x="145" y="357"/>
                  </a:cubicBezTo>
                  <a:cubicBezTo>
                    <a:pt x="37" y="566"/>
                    <a:pt x="1" y="801"/>
                    <a:pt x="55" y="1018"/>
                  </a:cubicBezTo>
                  <a:cubicBezTo>
                    <a:pt x="28" y="801"/>
                    <a:pt x="73" y="566"/>
                    <a:pt x="191" y="385"/>
                  </a:cubicBezTo>
                  <a:cubicBezTo>
                    <a:pt x="245" y="294"/>
                    <a:pt x="308" y="204"/>
                    <a:pt x="399" y="149"/>
                  </a:cubicBezTo>
                  <a:cubicBezTo>
                    <a:pt x="462" y="105"/>
                    <a:pt x="533" y="79"/>
                    <a:pt x="602" y="79"/>
                  </a:cubicBezTo>
                  <a:cubicBezTo>
                    <a:pt x="632" y="79"/>
                    <a:pt x="661" y="84"/>
                    <a:pt x="689" y="95"/>
                  </a:cubicBezTo>
                  <a:cubicBezTo>
                    <a:pt x="779" y="122"/>
                    <a:pt x="833" y="213"/>
                    <a:pt x="870" y="312"/>
                  </a:cubicBezTo>
                  <a:cubicBezTo>
                    <a:pt x="897" y="412"/>
                    <a:pt x="915" y="520"/>
                    <a:pt x="933" y="629"/>
                  </a:cubicBezTo>
                  <a:cubicBezTo>
                    <a:pt x="936" y="647"/>
                    <a:pt x="939" y="665"/>
                    <a:pt x="942" y="683"/>
                  </a:cubicBezTo>
                  <a:lnTo>
                    <a:pt x="942" y="683"/>
                  </a:lnTo>
                  <a:cubicBezTo>
                    <a:pt x="920" y="678"/>
                    <a:pt x="899" y="676"/>
                    <a:pt x="877" y="676"/>
                  </a:cubicBezTo>
                  <a:cubicBezTo>
                    <a:pt x="799" y="676"/>
                    <a:pt x="722" y="703"/>
                    <a:pt x="652" y="747"/>
                  </a:cubicBezTo>
                  <a:cubicBezTo>
                    <a:pt x="553" y="810"/>
                    <a:pt x="480" y="901"/>
                    <a:pt x="426" y="1009"/>
                  </a:cubicBezTo>
                  <a:cubicBezTo>
                    <a:pt x="336" y="1217"/>
                    <a:pt x="345" y="1471"/>
                    <a:pt x="444" y="1688"/>
                  </a:cubicBezTo>
                  <a:cubicBezTo>
                    <a:pt x="499" y="1788"/>
                    <a:pt x="571" y="1887"/>
                    <a:pt x="671" y="1960"/>
                  </a:cubicBezTo>
                  <a:cubicBezTo>
                    <a:pt x="726" y="1995"/>
                    <a:pt x="799" y="2019"/>
                    <a:pt x="873" y="2019"/>
                  </a:cubicBezTo>
                  <a:cubicBezTo>
                    <a:pt x="931" y="2019"/>
                    <a:pt x="990" y="2005"/>
                    <a:pt x="1042" y="1969"/>
                  </a:cubicBezTo>
                  <a:cubicBezTo>
                    <a:pt x="1096" y="1924"/>
                    <a:pt x="1132" y="1860"/>
                    <a:pt x="1141" y="1797"/>
                  </a:cubicBezTo>
                  <a:cubicBezTo>
                    <a:pt x="1159" y="1733"/>
                    <a:pt x="1159" y="1679"/>
                    <a:pt x="1150" y="1616"/>
                  </a:cubicBezTo>
                  <a:cubicBezTo>
                    <a:pt x="1150" y="1507"/>
                    <a:pt x="1141" y="1389"/>
                    <a:pt x="1123" y="1281"/>
                  </a:cubicBezTo>
                  <a:cubicBezTo>
                    <a:pt x="1105" y="1054"/>
                    <a:pt x="1069" y="837"/>
                    <a:pt x="1033" y="611"/>
                  </a:cubicBezTo>
                  <a:cubicBezTo>
                    <a:pt x="1005" y="502"/>
                    <a:pt x="996" y="394"/>
                    <a:pt x="951" y="285"/>
                  </a:cubicBezTo>
                  <a:cubicBezTo>
                    <a:pt x="915" y="167"/>
                    <a:pt x="843" y="50"/>
                    <a:pt x="707" y="13"/>
                  </a:cubicBezTo>
                  <a:cubicBezTo>
                    <a:pt x="676" y="5"/>
                    <a:pt x="645" y="1"/>
                    <a:pt x="6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17"/>
            <p:cNvSpPr/>
            <p:nvPr/>
          </p:nvSpPr>
          <p:spPr>
            <a:xfrm>
              <a:off x="368475" y="1379450"/>
              <a:ext cx="1237250" cy="1253974"/>
            </a:xfrm>
            <a:custGeom>
              <a:rect b="b" l="l" r="r" t="t"/>
              <a:pathLst>
                <a:path extrusionOk="0" h="11341" w="11190">
                  <a:moveTo>
                    <a:pt x="2752" y="1"/>
                  </a:moveTo>
                  <a:cubicBezTo>
                    <a:pt x="2553" y="1"/>
                    <a:pt x="2346" y="54"/>
                    <a:pt x="2155" y="106"/>
                  </a:cubicBezTo>
                  <a:cubicBezTo>
                    <a:pt x="2082" y="134"/>
                    <a:pt x="2010" y="161"/>
                    <a:pt x="1946" y="206"/>
                  </a:cubicBezTo>
                  <a:cubicBezTo>
                    <a:pt x="1892" y="251"/>
                    <a:pt x="1847" y="333"/>
                    <a:pt x="1865" y="405"/>
                  </a:cubicBezTo>
                  <a:cubicBezTo>
                    <a:pt x="1874" y="450"/>
                    <a:pt x="1901" y="487"/>
                    <a:pt x="1919" y="532"/>
                  </a:cubicBezTo>
                  <a:cubicBezTo>
                    <a:pt x="1937" y="568"/>
                    <a:pt x="1946" y="622"/>
                    <a:pt x="1910" y="650"/>
                  </a:cubicBezTo>
                  <a:cubicBezTo>
                    <a:pt x="1521" y="713"/>
                    <a:pt x="1168" y="976"/>
                    <a:pt x="996" y="1338"/>
                  </a:cubicBezTo>
                  <a:cubicBezTo>
                    <a:pt x="815" y="1691"/>
                    <a:pt x="833" y="2134"/>
                    <a:pt x="1023" y="2478"/>
                  </a:cubicBezTo>
                  <a:cubicBezTo>
                    <a:pt x="1159" y="2723"/>
                    <a:pt x="1394" y="2931"/>
                    <a:pt x="1602" y="3121"/>
                  </a:cubicBezTo>
                  <a:cubicBezTo>
                    <a:pt x="933" y="3782"/>
                    <a:pt x="471" y="4642"/>
                    <a:pt x="236" y="5556"/>
                  </a:cubicBezTo>
                  <a:cubicBezTo>
                    <a:pt x="9" y="6461"/>
                    <a:pt x="0" y="7430"/>
                    <a:pt x="172" y="8353"/>
                  </a:cubicBezTo>
                  <a:cubicBezTo>
                    <a:pt x="290" y="9005"/>
                    <a:pt x="498" y="9648"/>
                    <a:pt x="842" y="10218"/>
                  </a:cubicBezTo>
                  <a:cubicBezTo>
                    <a:pt x="1105" y="10653"/>
                    <a:pt x="1440" y="11042"/>
                    <a:pt x="1847" y="11341"/>
                  </a:cubicBezTo>
                  <a:cubicBezTo>
                    <a:pt x="2091" y="10952"/>
                    <a:pt x="2236" y="10354"/>
                    <a:pt x="2318" y="9720"/>
                  </a:cubicBezTo>
                  <a:lnTo>
                    <a:pt x="2318" y="9720"/>
                  </a:lnTo>
                  <a:cubicBezTo>
                    <a:pt x="2236" y="9732"/>
                    <a:pt x="2158" y="9737"/>
                    <a:pt x="2084" y="9737"/>
                  </a:cubicBezTo>
                  <a:cubicBezTo>
                    <a:pt x="509" y="9737"/>
                    <a:pt x="462" y="7285"/>
                    <a:pt x="1430" y="6887"/>
                  </a:cubicBezTo>
                  <a:cubicBezTo>
                    <a:pt x="1546" y="6840"/>
                    <a:pt x="1655" y="6821"/>
                    <a:pt x="1756" y="6821"/>
                  </a:cubicBezTo>
                  <a:cubicBezTo>
                    <a:pt x="2144" y="6821"/>
                    <a:pt x="2416" y="7109"/>
                    <a:pt x="2517" y="7231"/>
                  </a:cubicBezTo>
                  <a:cubicBezTo>
                    <a:pt x="2535" y="7294"/>
                    <a:pt x="2553" y="7358"/>
                    <a:pt x="2562" y="7421"/>
                  </a:cubicBezTo>
                  <a:cubicBezTo>
                    <a:pt x="2598" y="7656"/>
                    <a:pt x="2553" y="7892"/>
                    <a:pt x="2526" y="8118"/>
                  </a:cubicBezTo>
                  <a:cubicBezTo>
                    <a:pt x="2490" y="8353"/>
                    <a:pt x="2481" y="8598"/>
                    <a:pt x="2580" y="8806"/>
                  </a:cubicBezTo>
                  <a:cubicBezTo>
                    <a:pt x="2665" y="8983"/>
                    <a:pt x="2855" y="9128"/>
                    <a:pt x="3043" y="9128"/>
                  </a:cubicBezTo>
                  <a:cubicBezTo>
                    <a:pt x="3076" y="9128"/>
                    <a:pt x="3109" y="9123"/>
                    <a:pt x="3141" y="9114"/>
                  </a:cubicBezTo>
                  <a:cubicBezTo>
                    <a:pt x="3015" y="8996"/>
                    <a:pt x="3015" y="8743"/>
                    <a:pt x="3060" y="8580"/>
                  </a:cubicBezTo>
                  <a:cubicBezTo>
                    <a:pt x="3105" y="8408"/>
                    <a:pt x="3196" y="8263"/>
                    <a:pt x="3259" y="8100"/>
                  </a:cubicBezTo>
                  <a:cubicBezTo>
                    <a:pt x="3377" y="7819"/>
                    <a:pt x="3395" y="7502"/>
                    <a:pt x="3332" y="7204"/>
                  </a:cubicBezTo>
                  <a:cubicBezTo>
                    <a:pt x="3739" y="7095"/>
                    <a:pt x="4137" y="6905"/>
                    <a:pt x="4472" y="6642"/>
                  </a:cubicBezTo>
                  <a:cubicBezTo>
                    <a:pt x="4925" y="6298"/>
                    <a:pt x="5287" y="5837"/>
                    <a:pt x="5504" y="5312"/>
                  </a:cubicBezTo>
                  <a:cubicBezTo>
                    <a:pt x="5776" y="5429"/>
                    <a:pt x="6065" y="5520"/>
                    <a:pt x="6355" y="5574"/>
                  </a:cubicBezTo>
                  <a:cubicBezTo>
                    <a:pt x="6355" y="5574"/>
                    <a:pt x="7184" y="6084"/>
                    <a:pt x="8268" y="6084"/>
                  </a:cubicBezTo>
                  <a:cubicBezTo>
                    <a:pt x="8679" y="6084"/>
                    <a:pt x="9125" y="6011"/>
                    <a:pt x="9578" y="5810"/>
                  </a:cubicBezTo>
                  <a:cubicBezTo>
                    <a:pt x="9822" y="6280"/>
                    <a:pt x="10239" y="7222"/>
                    <a:pt x="10284" y="8154"/>
                  </a:cubicBezTo>
                  <a:cubicBezTo>
                    <a:pt x="10266" y="8245"/>
                    <a:pt x="10248" y="8344"/>
                    <a:pt x="10230" y="8444"/>
                  </a:cubicBezTo>
                  <a:cubicBezTo>
                    <a:pt x="10230" y="8444"/>
                    <a:pt x="10230" y="8453"/>
                    <a:pt x="10221" y="8480"/>
                  </a:cubicBezTo>
                  <a:cubicBezTo>
                    <a:pt x="10202" y="8562"/>
                    <a:pt x="10184" y="8652"/>
                    <a:pt x="10157" y="8743"/>
                  </a:cubicBezTo>
                  <a:cubicBezTo>
                    <a:pt x="10112" y="8933"/>
                    <a:pt x="10040" y="9213"/>
                    <a:pt x="9949" y="9539"/>
                  </a:cubicBezTo>
                  <a:cubicBezTo>
                    <a:pt x="9931" y="9594"/>
                    <a:pt x="9913" y="9648"/>
                    <a:pt x="9895" y="9702"/>
                  </a:cubicBezTo>
                  <a:cubicBezTo>
                    <a:pt x="10275" y="9213"/>
                    <a:pt x="10574" y="8679"/>
                    <a:pt x="10764" y="8100"/>
                  </a:cubicBezTo>
                  <a:cubicBezTo>
                    <a:pt x="11189" y="6842"/>
                    <a:pt x="11099" y="5393"/>
                    <a:pt x="10402" y="4271"/>
                  </a:cubicBezTo>
                  <a:cubicBezTo>
                    <a:pt x="9804" y="3320"/>
                    <a:pt x="8826" y="2659"/>
                    <a:pt x="7785" y="2270"/>
                  </a:cubicBezTo>
                  <a:cubicBezTo>
                    <a:pt x="7309" y="2094"/>
                    <a:pt x="6782" y="1972"/>
                    <a:pt x="6268" y="1972"/>
                  </a:cubicBezTo>
                  <a:cubicBezTo>
                    <a:pt x="5962" y="1972"/>
                    <a:pt x="5661" y="2015"/>
                    <a:pt x="5377" y="2116"/>
                  </a:cubicBezTo>
                  <a:cubicBezTo>
                    <a:pt x="5414" y="1636"/>
                    <a:pt x="5196" y="1138"/>
                    <a:pt x="4816" y="840"/>
                  </a:cubicBezTo>
                  <a:cubicBezTo>
                    <a:pt x="4555" y="635"/>
                    <a:pt x="4247" y="528"/>
                    <a:pt x="3933" y="528"/>
                  </a:cubicBezTo>
                  <a:cubicBezTo>
                    <a:pt x="3790" y="528"/>
                    <a:pt x="3645" y="550"/>
                    <a:pt x="3504" y="595"/>
                  </a:cubicBezTo>
                  <a:cubicBezTo>
                    <a:pt x="3494" y="315"/>
                    <a:pt x="3241" y="88"/>
                    <a:pt x="2969" y="25"/>
                  </a:cubicBezTo>
                  <a:cubicBezTo>
                    <a:pt x="2899" y="8"/>
                    <a:pt x="2826" y="1"/>
                    <a:pt x="275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5" name="Google Shape;685;p17"/>
            <p:cNvGrpSpPr/>
            <p:nvPr/>
          </p:nvGrpSpPr>
          <p:grpSpPr>
            <a:xfrm>
              <a:off x="1236532" y="3731122"/>
              <a:ext cx="1981507" cy="1412357"/>
              <a:chOff x="1236532" y="3731122"/>
              <a:chExt cx="1981507" cy="1412357"/>
            </a:xfrm>
          </p:grpSpPr>
          <p:sp>
            <p:nvSpPr>
              <p:cNvPr id="686" name="Google Shape;686;p17"/>
              <p:cNvSpPr/>
              <p:nvPr/>
            </p:nvSpPr>
            <p:spPr>
              <a:xfrm>
                <a:off x="1236532" y="4704499"/>
                <a:ext cx="1796489" cy="438980"/>
              </a:xfrm>
              <a:custGeom>
                <a:rect b="b" l="l" r="r" t="t"/>
                <a:pathLst>
                  <a:path extrusionOk="0" h="3993" w="16341">
                    <a:moveTo>
                      <a:pt x="0" y="0"/>
                    </a:moveTo>
                    <a:lnTo>
                      <a:pt x="0" y="3992"/>
                    </a:lnTo>
                    <a:lnTo>
                      <a:pt x="15734" y="3992"/>
                    </a:lnTo>
                    <a:cubicBezTo>
                      <a:pt x="16068" y="3992"/>
                      <a:pt x="16340" y="3721"/>
                      <a:pt x="16340" y="3377"/>
                    </a:cubicBezTo>
                    <a:lnTo>
                      <a:pt x="1634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7" name="Google Shape;687;p17"/>
              <p:cNvSpPr/>
              <p:nvPr/>
            </p:nvSpPr>
            <p:spPr>
              <a:xfrm>
                <a:off x="1337013" y="4633810"/>
                <a:ext cx="853005" cy="70800"/>
              </a:xfrm>
              <a:custGeom>
                <a:rect b="b" l="l" r="r" t="t"/>
                <a:pathLst>
                  <a:path extrusionOk="0" h="644" w="7759">
                    <a:moveTo>
                      <a:pt x="0" y="1"/>
                    </a:moveTo>
                    <a:lnTo>
                      <a:pt x="0" y="643"/>
                    </a:lnTo>
                    <a:lnTo>
                      <a:pt x="7758" y="643"/>
                    </a:lnTo>
                    <a:lnTo>
                      <a:pt x="77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8" name="Google Shape;688;p17"/>
              <p:cNvSpPr/>
              <p:nvPr/>
            </p:nvSpPr>
            <p:spPr>
              <a:xfrm>
                <a:off x="1837554" y="4633810"/>
                <a:ext cx="1213270" cy="70800"/>
              </a:xfrm>
              <a:custGeom>
                <a:rect b="b" l="l" r="r" t="t"/>
                <a:pathLst>
                  <a:path extrusionOk="0" h="644" w="11036">
                    <a:moveTo>
                      <a:pt x="1" y="1"/>
                    </a:moveTo>
                    <a:lnTo>
                      <a:pt x="1" y="643"/>
                    </a:lnTo>
                    <a:lnTo>
                      <a:pt x="11036" y="643"/>
                    </a:lnTo>
                    <a:lnTo>
                      <a:pt x="1103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9" name="Google Shape;689;p17"/>
              <p:cNvSpPr/>
              <p:nvPr/>
            </p:nvSpPr>
            <p:spPr>
              <a:xfrm>
                <a:off x="1837554" y="3731122"/>
                <a:ext cx="1380485" cy="902807"/>
              </a:xfrm>
              <a:custGeom>
                <a:rect b="b" l="l" r="r" t="t"/>
                <a:pathLst>
                  <a:path extrusionOk="0" h="8212" w="12557">
                    <a:moveTo>
                      <a:pt x="1848" y="1"/>
                    </a:moveTo>
                    <a:cubicBezTo>
                      <a:pt x="1685" y="1"/>
                      <a:pt x="1540" y="128"/>
                      <a:pt x="1504" y="291"/>
                    </a:cubicBezTo>
                    <a:lnTo>
                      <a:pt x="1" y="8212"/>
                    </a:lnTo>
                    <a:lnTo>
                      <a:pt x="11036" y="8212"/>
                    </a:lnTo>
                    <a:lnTo>
                      <a:pt x="12512" y="417"/>
                    </a:lnTo>
                    <a:cubicBezTo>
                      <a:pt x="12557" y="200"/>
                      <a:pt x="12394" y="1"/>
                      <a:pt x="1217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90" name="Google Shape;690;p17"/>
            <p:cNvSpPr/>
            <p:nvPr/>
          </p:nvSpPr>
          <p:spPr>
            <a:xfrm>
              <a:off x="434420" y="3141692"/>
              <a:ext cx="280500" cy="322100"/>
            </a:xfrm>
            <a:custGeom>
              <a:rect b="b" l="l" r="r" t="t"/>
              <a:pathLst>
                <a:path extrusionOk="0" h="12884" w="11220">
                  <a:moveTo>
                    <a:pt x="3459" y="86"/>
                  </a:moveTo>
                  <a:cubicBezTo>
                    <a:pt x="4665" y="375"/>
                    <a:pt x="5995" y="575"/>
                    <a:pt x="7276" y="2690"/>
                  </a:cubicBezTo>
                  <a:cubicBezTo>
                    <a:pt x="8557" y="4805"/>
                    <a:pt x="11741" y="11927"/>
                    <a:pt x="11147" y="12776"/>
                  </a:cubicBezTo>
                  <a:cubicBezTo>
                    <a:pt x="10553" y="13625"/>
                    <a:pt x="5289" y="9210"/>
                    <a:pt x="3710" y="7784"/>
                  </a:cubicBezTo>
                  <a:cubicBezTo>
                    <a:pt x="2131" y="6358"/>
                    <a:pt x="2284" y="5356"/>
                    <a:pt x="1673" y="4218"/>
                  </a:cubicBezTo>
                  <a:cubicBezTo>
                    <a:pt x="1062" y="3080"/>
                    <a:pt x="-255" y="1647"/>
                    <a:pt x="43" y="958"/>
                  </a:cubicBezTo>
                  <a:cubicBezTo>
                    <a:pt x="341" y="269"/>
                    <a:pt x="2254" y="-203"/>
                    <a:pt x="3459" y="8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System Architecture </a:t>
            </a:r>
            <a:endParaRPr/>
          </a:p>
        </p:txBody>
      </p:sp>
      <p:cxnSp>
        <p:nvCxnSpPr>
          <p:cNvPr id="696" name="Google Shape;696;p18"/>
          <p:cNvCxnSpPr/>
          <p:nvPr/>
        </p:nvCxnSpPr>
        <p:spPr>
          <a:xfrm>
            <a:off x="1981475" y="2964325"/>
            <a:ext cx="7035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pic>
        <p:nvPicPr>
          <p:cNvPr id="697" name="Google Shape;697;p18"/>
          <p:cNvPicPr preferRelativeResize="0"/>
          <p:nvPr/>
        </p:nvPicPr>
        <p:blipFill rotWithShape="1">
          <a:blip r:embed="rId3">
            <a:alphaModFix/>
          </a:blip>
          <a:srcRect b="0" l="0" r="0" t="1985"/>
          <a:stretch/>
        </p:blipFill>
        <p:spPr>
          <a:xfrm>
            <a:off x="935236" y="2424080"/>
            <a:ext cx="1065853" cy="1050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0442" y="2313655"/>
            <a:ext cx="1148940" cy="11489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9" name="Google Shape;699;p18"/>
          <p:cNvGrpSpPr/>
          <p:nvPr/>
        </p:nvGrpSpPr>
        <p:grpSpPr>
          <a:xfrm>
            <a:off x="2661083" y="1580107"/>
            <a:ext cx="3929359" cy="2616035"/>
            <a:chOff x="3891569" y="1496185"/>
            <a:chExt cx="1061100" cy="706731"/>
          </a:xfrm>
        </p:grpSpPr>
        <p:cxnSp>
          <p:nvCxnSpPr>
            <p:cNvPr id="700" name="Google Shape;700;p18"/>
            <p:cNvCxnSpPr>
              <a:stCxn id="701" idx="2"/>
            </p:cNvCxnSpPr>
            <p:nvPr/>
          </p:nvCxnSpPr>
          <p:spPr>
            <a:xfrm flipH="1" rot="10800000">
              <a:off x="3891569" y="1857509"/>
              <a:ext cx="1061100" cy="1560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</p:cxnSp>
        <p:grpSp>
          <p:nvGrpSpPr>
            <p:cNvPr id="702" name="Google Shape;702;p18"/>
            <p:cNvGrpSpPr/>
            <p:nvPr/>
          </p:nvGrpSpPr>
          <p:grpSpPr>
            <a:xfrm>
              <a:off x="3891569" y="1779209"/>
              <a:ext cx="477245" cy="423707"/>
              <a:chOff x="3891569" y="1779209"/>
              <a:chExt cx="477245" cy="423707"/>
            </a:xfrm>
          </p:grpSpPr>
          <p:grpSp>
            <p:nvGrpSpPr>
              <p:cNvPr id="703" name="Google Shape;703;p18"/>
              <p:cNvGrpSpPr/>
              <p:nvPr/>
            </p:nvGrpSpPr>
            <p:grpSpPr>
              <a:xfrm>
                <a:off x="3929014" y="1881638"/>
                <a:ext cx="439800" cy="321278"/>
                <a:chOff x="3929014" y="1881638"/>
                <a:chExt cx="439800" cy="321278"/>
              </a:xfrm>
            </p:grpSpPr>
            <p:cxnSp>
              <p:nvCxnSpPr>
                <p:cNvPr id="704" name="Google Shape;704;p18"/>
                <p:cNvCxnSpPr/>
                <p:nvPr/>
              </p:nvCxnSpPr>
              <p:spPr>
                <a:xfrm rot="10800000">
                  <a:off x="3988388" y="1881638"/>
                  <a:ext cx="0" cy="2919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509"/>
                    </a:srgbClr>
                  </a:outerShdw>
                </a:effectLst>
              </p:spPr>
            </p:cxnSp>
            <p:sp>
              <p:nvSpPr>
                <p:cNvPr id="705" name="Google Shape;705;p18"/>
                <p:cNvSpPr/>
                <p:nvPr/>
              </p:nvSpPr>
              <p:spPr>
                <a:xfrm>
                  <a:off x="3929014" y="2103016"/>
                  <a:ext cx="439800" cy="999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Preprocessing</a:t>
                  </a:r>
                  <a:endParaRPr b="0" i="0" sz="1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01" name="Google Shape;701;p18"/>
              <p:cNvSpPr/>
              <p:nvPr/>
            </p:nvSpPr>
            <p:spPr>
              <a:xfrm>
                <a:off x="3891569" y="1779209"/>
                <a:ext cx="187800" cy="187800"/>
              </a:xfrm>
              <a:prstGeom prst="ellipse">
                <a:avLst/>
              </a:prstGeom>
              <a:solidFill>
                <a:srgbClr val="99C7F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b="1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06" name="Google Shape;706;p18"/>
            <p:cNvGrpSpPr/>
            <p:nvPr/>
          </p:nvGrpSpPr>
          <p:grpSpPr>
            <a:xfrm>
              <a:off x="4252606" y="1496185"/>
              <a:ext cx="605822" cy="463587"/>
              <a:chOff x="4252606" y="1496185"/>
              <a:chExt cx="605822" cy="463587"/>
            </a:xfrm>
          </p:grpSpPr>
          <p:grpSp>
            <p:nvGrpSpPr>
              <p:cNvPr id="707" name="Google Shape;707;p18"/>
              <p:cNvGrpSpPr/>
              <p:nvPr/>
            </p:nvGrpSpPr>
            <p:grpSpPr>
              <a:xfrm>
                <a:off x="4290828" y="1496185"/>
                <a:ext cx="567600" cy="361376"/>
                <a:chOff x="4290828" y="1496185"/>
                <a:chExt cx="567600" cy="361376"/>
              </a:xfrm>
            </p:grpSpPr>
            <p:cxnSp>
              <p:nvCxnSpPr>
                <p:cNvPr id="708" name="Google Shape;708;p18"/>
                <p:cNvCxnSpPr/>
                <p:nvPr/>
              </p:nvCxnSpPr>
              <p:spPr>
                <a:xfrm rot="10800000">
                  <a:off x="4349995" y="1565661"/>
                  <a:ext cx="0" cy="2919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509"/>
                    </a:srgbClr>
                  </a:outerShdw>
                </a:effectLst>
              </p:spPr>
            </p:cxnSp>
            <p:sp>
              <p:nvSpPr>
                <p:cNvPr id="709" name="Google Shape;709;p18"/>
                <p:cNvSpPr/>
                <p:nvPr/>
              </p:nvSpPr>
              <p:spPr>
                <a:xfrm>
                  <a:off x="4290828" y="1496185"/>
                  <a:ext cx="567600" cy="999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Generative Model</a:t>
                  </a:r>
                  <a:endParaRPr b="0" i="0" sz="1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10" name="Google Shape;710;p18"/>
              <p:cNvSpPr/>
              <p:nvPr/>
            </p:nvSpPr>
            <p:spPr>
              <a:xfrm>
                <a:off x="4252606" y="1771972"/>
                <a:ext cx="187800" cy="187800"/>
              </a:xfrm>
              <a:prstGeom prst="ellipse">
                <a:avLst/>
              </a:prstGeom>
              <a:solidFill>
                <a:srgbClr val="99C7F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b="1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11" name="Google Shape;711;p18"/>
            <p:cNvGrpSpPr/>
            <p:nvPr/>
          </p:nvGrpSpPr>
          <p:grpSpPr>
            <a:xfrm>
              <a:off x="4613643" y="1763716"/>
              <a:ext cx="325308" cy="439200"/>
              <a:chOff x="4613643" y="1763716"/>
              <a:chExt cx="325308" cy="439200"/>
            </a:xfrm>
          </p:grpSpPr>
          <p:grpSp>
            <p:nvGrpSpPr>
              <p:cNvPr id="712" name="Google Shape;712;p18"/>
              <p:cNvGrpSpPr/>
              <p:nvPr/>
            </p:nvGrpSpPr>
            <p:grpSpPr>
              <a:xfrm>
                <a:off x="4652451" y="1879538"/>
                <a:ext cx="286500" cy="323378"/>
                <a:chOff x="4652451" y="1879538"/>
                <a:chExt cx="286500" cy="323378"/>
              </a:xfrm>
            </p:grpSpPr>
            <p:cxnSp>
              <p:nvCxnSpPr>
                <p:cNvPr id="713" name="Google Shape;713;p18"/>
                <p:cNvCxnSpPr/>
                <p:nvPr/>
              </p:nvCxnSpPr>
              <p:spPr>
                <a:xfrm rot="10800000">
                  <a:off x="4707486" y="1879538"/>
                  <a:ext cx="0" cy="2940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509"/>
                    </a:srgbClr>
                  </a:outerShdw>
                </a:effectLst>
              </p:spPr>
            </p:cxnSp>
            <p:sp>
              <p:nvSpPr>
                <p:cNvPr id="714" name="Google Shape;714;p18"/>
                <p:cNvSpPr/>
                <p:nvPr/>
              </p:nvSpPr>
              <p:spPr>
                <a:xfrm>
                  <a:off x="4652451" y="2103016"/>
                  <a:ext cx="286500" cy="999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Output</a:t>
                  </a:r>
                  <a:endParaRPr b="0" i="0" sz="1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15" name="Google Shape;715;p18"/>
              <p:cNvSpPr/>
              <p:nvPr/>
            </p:nvSpPr>
            <p:spPr>
              <a:xfrm>
                <a:off x="4613643" y="1763716"/>
                <a:ext cx="187800" cy="187800"/>
              </a:xfrm>
              <a:prstGeom prst="ellipse">
                <a:avLst/>
              </a:prstGeom>
              <a:solidFill>
                <a:srgbClr val="99C7F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1" i="0" lang="en-US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b="1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Common D</a:t>
            </a:r>
            <a:r>
              <a:rPr lang="en-US"/>
              <a:t>atasets</a:t>
            </a:r>
            <a:endParaRPr>
              <a:solidFill>
                <a:srgbClr val="3CBCF3"/>
              </a:solidFill>
            </a:endParaRPr>
          </a:p>
        </p:txBody>
      </p:sp>
      <p:graphicFrame>
        <p:nvGraphicFramePr>
          <p:cNvPr id="721" name="Google Shape;721;p19"/>
          <p:cNvGraphicFramePr/>
          <p:nvPr/>
        </p:nvGraphicFramePr>
        <p:xfrm>
          <a:off x="793367" y="11775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{180BEBED-D0E2-4FBA-9601-0A5CD215CFAE}</a:tableStyleId>
              </a:tblPr>
              <a:tblGrid>
                <a:gridCol w="1847750"/>
                <a:gridCol w="1847750"/>
                <a:gridCol w="1847750"/>
                <a:gridCol w="1847750"/>
              </a:tblGrid>
              <a:tr h="459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Name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COCO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QuickDraw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TU-Berlin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6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Size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328K</a:t>
                      </a:r>
                      <a:r>
                        <a:rPr lang="en-US">
                          <a:solidFill>
                            <a:schemeClr val="lt1"/>
                          </a:solidFill>
                        </a:rPr>
                        <a:t> images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50M</a:t>
                      </a:r>
                      <a:r>
                        <a:rPr lang="en-US">
                          <a:solidFill>
                            <a:schemeClr val="lt1"/>
                          </a:solidFill>
                        </a:rPr>
                        <a:t> sketches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20K</a:t>
                      </a:r>
                      <a:r>
                        <a:rPr lang="en-US">
                          <a:solidFill>
                            <a:schemeClr val="lt1"/>
                          </a:solidFill>
                        </a:rPr>
                        <a:t> sketches for </a:t>
                      </a:r>
                      <a:r>
                        <a:rPr b="1" lang="en-US">
                          <a:solidFill>
                            <a:schemeClr val="lt1"/>
                          </a:solidFill>
                        </a:rPr>
                        <a:t>100K+</a:t>
                      </a:r>
                      <a:r>
                        <a:rPr lang="en-US">
                          <a:solidFill>
                            <a:schemeClr val="lt1"/>
                          </a:solidFill>
                        </a:rPr>
                        <a:t> images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9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Categories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80</a:t>
                      </a:r>
                      <a:r>
                        <a:rPr lang="en-US">
                          <a:solidFill>
                            <a:schemeClr val="lt1"/>
                          </a:solidFill>
                        </a:rPr>
                        <a:t> categories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345</a:t>
                      </a:r>
                      <a:r>
                        <a:rPr lang="en-US">
                          <a:solidFill>
                            <a:schemeClr val="lt1"/>
                          </a:solidFill>
                        </a:rPr>
                        <a:t> categories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250</a:t>
                      </a:r>
                      <a:r>
                        <a:rPr lang="en-US">
                          <a:solidFill>
                            <a:schemeClr val="lt1"/>
                          </a:solidFill>
                        </a:rPr>
                        <a:t> categories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47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</a:rPr>
                        <a:t>Comments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sketches are not provided , instead they’re gathered from </a:t>
                      </a:r>
                      <a:r>
                        <a:rPr b="1" lang="en-US">
                          <a:solidFill>
                            <a:schemeClr val="lt1"/>
                          </a:solidFill>
                        </a:rPr>
                        <a:t>edge detection</a:t>
                      </a:r>
                      <a:r>
                        <a:rPr lang="en-US">
                          <a:solidFill>
                            <a:schemeClr val="lt1"/>
                          </a:solidFill>
                        </a:rPr>
                        <a:t> on original images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single object sketches labeled with their names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it’s a relatively small size dataset with a single object in the scene which makes it an ideal start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29dd93409d3_0_27"/>
          <p:cNvSpPr txBox="1"/>
          <p:nvPr>
            <p:ph type="title"/>
          </p:nvPr>
        </p:nvSpPr>
        <p:spPr>
          <a:xfrm>
            <a:off x="720000" y="445025"/>
            <a:ext cx="7704000" cy="11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Selected</a:t>
            </a:r>
            <a:r>
              <a:rPr lang="en-US"/>
              <a:t> Dataset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(TU-Berlin)</a:t>
            </a:r>
            <a:endParaRPr>
              <a:solidFill>
                <a:srgbClr val="3CBCF3"/>
              </a:solidFill>
            </a:endParaRPr>
          </a:p>
        </p:txBody>
      </p:sp>
      <p:sp>
        <p:nvSpPr>
          <p:cNvPr id="727" name="Google Shape;727;g29dd93409d3_0_27"/>
          <p:cNvSpPr txBox="1"/>
          <p:nvPr/>
        </p:nvSpPr>
        <p:spPr>
          <a:xfrm>
            <a:off x="720000" y="1559650"/>
            <a:ext cx="7704000" cy="30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603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•"/>
            </a:pPr>
            <a:r>
              <a:rPr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Users were asked to sketch objects they see in the corresponding images.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603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•"/>
            </a:pPr>
            <a:r>
              <a:rPr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All sketches in the dataset are drawn by humans, which makes it a great resource for studying human sketching behavior.</a:t>
            </a:r>
            <a:br>
              <a:rPr b="0" i="0" lang="en-US" sz="1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</a:pPr>
            <a:br>
              <a:rPr b="0" i="0" lang="en-U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n-U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b="0" i="0" lang="en-U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</a:pPr>
            <a:br>
              <a:rPr b="0" i="0" lang="en-U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 Preprocessing</a:t>
            </a:r>
            <a:endParaRPr/>
          </a:p>
        </p:txBody>
      </p:sp>
      <p:sp>
        <p:nvSpPr>
          <p:cNvPr id="733" name="Google Shape;733;p48"/>
          <p:cNvSpPr txBox="1"/>
          <p:nvPr/>
        </p:nvSpPr>
        <p:spPr>
          <a:xfrm>
            <a:off x="1028075" y="2085600"/>
            <a:ext cx="7704000" cy="26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</a:pPr>
            <a:r>
              <a:rPr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Resized to </a:t>
            </a:r>
            <a:r>
              <a:rPr b="1"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500</a:t>
            </a:r>
            <a:r>
              <a:rPr b="1"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x 500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</a:pPr>
            <a:r>
              <a:rPr b="0" i="0" lang="en-US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Binarization</a:t>
            </a:r>
            <a:endParaRPr sz="1600"/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</a:pPr>
            <a:r>
              <a:rPr b="0" i="0" lang="en-US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Blurring with kernel size </a:t>
            </a:r>
            <a:r>
              <a:rPr b="1" i="0" lang="en-US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13 x 13</a:t>
            </a:r>
            <a:endParaRPr b="1" sz="1600"/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</a:pPr>
            <a:r>
              <a:rPr b="0" i="0" lang="en-US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Binarization</a:t>
            </a:r>
            <a:endParaRPr sz="1600"/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b="0" i="0" lang="en-US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Dilation with kernel size </a:t>
            </a:r>
            <a:r>
              <a:rPr b="1" i="0" lang="en-US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13 x 13</a:t>
            </a:r>
            <a:br>
              <a:rPr b="0" i="0" lang="en-U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4" name="Google Shape;734;p48"/>
          <p:cNvSpPr txBox="1"/>
          <p:nvPr/>
        </p:nvSpPr>
        <p:spPr>
          <a:xfrm>
            <a:off x="1242050" y="1371600"/>
            <a:ext cx="69114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It is not mentioned as a step when using our selected dataset, so we did the following as enhancement steps:</a:t>
            </a:r>
            <a:endParaRPr sz="16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 Preprocessing </a:t>
            </a:r>
            <a:endParaRPr/>
          </a:p>
        </p:txBody>
      </p:sp>
      <p:pic>
        <p:nvPicPr>
          <p:cNvPr id="740" name="Google Shape;74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353" y="2009543"/>
            <a:ext cx="1066375" cy="11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1" name="Google Shape;741;p20"/>
          <p:cNvPicPr preferRelativeResize="0"/>
          <p:nvPr/>
        </p:nvPicPr>
        <p:blipFill rotWithShape="1">
          <a:blip r:embed="rId4">
            <a:alphaModFix/>
          </a:blip>
          <a:srcRect b="0" l="1999" r="0" t="1634"/>
          <a:stretch/>
        </p:blipFill>
        <p:spPr>
          <a:xfrm>
            <a:off x="7257475" y="1984077"/>
            <a:ext cx="1175374" cy="11753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42" name="Google Shape;742;p20"/>
          <p:cNvGrpSpPr/>
          <p:nvPr/>
        </p:nvGrpSpPr>
        <p:grpSpPr>
          <a:xfrm>
            <a:off x="1606425" y="2304469"/>
            <a:ext cx="548999" cy="534551"/>
            <a:chOff x="4923925" y="1877500"/>
            <a:chExt cx="59525" cy="36975"/>
          </a:xfrm>
        </p:grpSpPr>
        <p:sp>
          <p:nvSpPr>
            <p:cNvPr id="743" name="Google Shape;743;p20"/>
            <p:cNvSpPr/>
            <p:nvPr/>
          </p:nvSpPr>
          <p:spPr>
            <a:xfrm>
              <a:off x="4923925" y="1877500"/>
              <a:ext cx="28875" cy="36975"/>
            </a:xfrm>
            <a:custGeom>
              <a:rect b="b" l="l" r="r" t="t"/>
              <a:pathLst>
                <a:path extrusionOk="0" h="1479" w="1155">
                  <a:moveTo>
                    <a:pt x="332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3" y="700"/>
                  </a:lnTo>
                  <a:cubicBezTo>
                    <a:pt x="455" y="722"/>
                    <a:pt x="455" y="758"/>
                    <a:pt x="433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2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20"/>
            <p:cNvSpPr/>
            <p:nvPr/>
          </p:nvSpPr>
          <p:spPr>
            <a:xfrm>
              <a:off x="4954575" y="1877500"/>
              <a:ext cx="28875" cy="36975"/>
            </a:xfrm>
            <a:custGeom>
              <a:rect b="b" l="l" r="r" t="t"/>
              <a:pathLst>
                <a:path extrusionOk="0" h="1479" w="1155">
                  <a:moveTo>
                    <a:pt x="333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4" y="700"/>
                  </a:lnTo>
                  <a:cubicBezTo>
                    <a:pt x="455" y="722"/>
                    <a:pt x="455" y="758"/>
                    <a:pt x="434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3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45" name="Google Shape;74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8324" y="2005000"/>
            <a:ext cx="1066375" cy="11334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46" name="Google Shape;746;p20"/>
          <p:cNvGrpSpPr/>
          <p:nvPr/>
        </p:nvGrpSpPr>
        <p:grpSpPr>
          <a:xfrm>
            <a:off x="4995125" y="2304469"/>
            <a:ext cx="548999" cy="534551"/>
            <a:chOff x="4923925" y="1877500"/>
            <a:chExt cx="59525" cy="36975"/>
          </a:xfrm>
        </p:grpSpPr>
        <p:sp>
          <p:nvSpPr>
            <p:cNvPr id="747" name="Google Shape;747;p20"/>
            <p:cNvSpPr/>
            <p:nvPr/>
          </p:nvSpPr>
          <p:spPr>
            <a:xfrm>
              <a:off x="4923925" y="1877500"/>
              <a:ext cx="28875" cy="36975"/>
            </a:xfrm>
            <a:custGeom>
              <a:rect b="b" l="l" r="r" t="t"/>
              <a:pathLst>
                <a:path extrusionOk="0" h="1479" w="1155">
                  <a:moveTo>
                    <a:pt x="332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3" y="700"/>
                  </a:lnTo>
                  <a:cubicBezTo>
                    <a:pt x="455" y="722"/>
                    <a:pt x="455" y="758"/>
                    <a:pt x="433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2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20"/>
            <p:cNvSpPr/>
            <p:nvPr/>
          </p:nvSpPr>
          <p:spPr>
            <a:xfrm>
              <a:off x="4954575" y="1877500"/>
              <a:ext cx="28875" cy="36975"/>
            </a:xfrm>
            <a:custGeom>
              <a:rect b="b" l="l" r="r" t="t"/>
              <a:pathLst>
                <a:path extrusionOk="0" h="1479" w="1155">
                  <a:moveTo>
                    <a:pt x="333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4" y="700"/>
                  </a:lnTo>
                  <a:cubicBezTo>
                    <a:pt x="455" y="722"/>
                    <a:pt x="455" y="758"/>
                    <a:pt x="434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3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49" name="Google Shape;74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28750" y="2007495"/>
            <a:ext cx="1066375" cy="1128519"/>
          </a:xfrm>
          <a:prstGeom prst="rect">
            <a:avLst/>
          </a:prstGeom>
          <a:noFill/>
          <a:ln>
            <a:noFill/>
          </a:ln>
        </p:spPr>
      </p:pic>
      <p:pic>
        <p:nvPicPr>
          <p:cNvPr id="750" name="Google Shape;750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29175" y="2044650"/>
            <a:ext cx="994250" cy="1054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1" name="Google Shape;751;p20"/>
          <p:cNvGrpSpPr/>
          <p:nvPr/>
        </p:nvGrpSpPr>
        <p:grpSpPr>
          <a:xfrm>
            <a:off x="3439475" y="2355319"/>
            <a:ext cx="548999" cy="534551"/>
            <a:chOff x="4923925" y="1877500"/>
            <a:chExt cx="59525" cy="36975"/>
          </a:xfrm>
        </p:grpSpPr>
        <p:sp>
          <p:nvSpPr>
            <p:cNvPr id="752" name="Google Shape;752;p20"/>
            <p:cNvSpPr/>
            <p:nvPr/>
          </p:nvSpPr>
          <p:spPr>
            <a:xfrm>
              <a:off x="4923925" y="1877500"/>
              <a:ext cx="28875" cy="36975"/>
            </a:xfrm>
            <a:custGeom>
              <a:rect b="b" l="l" r="r" t="t"/>
              <a:pathLst>
                <a:path extrusionOk="0" h="1479" w="1155">
                  <a:moveTo>
                    <a:pt x="332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3" y="700"/>
                  </a:lnTo>
                  <a:cubicBezTo>
                    <a:pt x="455" y="722"/>
                    <a:pt x="455" y="758"/>
                    <a:pt x="433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2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20"/>
            <p:cNvSpPr/>
            <p:nvPr/>
          </p:nvSpPr>
          <p:spPr>
            <a:xfrm>
              <a:off x="4954575" y="1877500"/>
              <a:ext cx="28875" cy="36975"/>
            </a:xfrm>
            <a:custGeom>
              <a:rect b="b" l="l" r="r" t="t"/>
              <a:pathLst>
                <a:path extrusionOk="0" h="1479" w="1155">
                  <a:moveTo>
                    <a:pt x="333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4" y="700"/>
                  </a:lnTo>
                  <a:cubicBezTo>
                    <a:pt x="455" y="722"/>
                    <a:pt x="455" y="758"/>
                    <a:pt x="434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3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4" name="Google Shape;754;p20"/>
          <p:cNvGrpSpPr/>
          <p:nvPr/>
        </p:nvGrpSpPr>
        <p:grpSpPr>
          <a:xfrm>
            <a:off x="6623425" y="2355319"/>
            <a:ext cx="548999" cy="534551"/>
            <a:chOff x="4923925" y="1877500"/>
            <a:chExt cx="59525" cy="36975"/>
          </a:xfrm>
        </p:grpSpPr>
        <p:sp>
          <p:nvSpPr>
            <p:cNvPr id="755" name="Google Shape;755;p20"/>
            <p:cNvSpPr/>
            <p:nvPr/>
          </p:nvSpPr>
          <p:spPr>
            <a:xfrm>
              <a:off x="4923925" y="1877500"/>
              <a:ext cx="28875" cy="36975"/>
            </a:xfrm>
            <a:custGeom>
              <a:rect b="b" l="l" r="r" t="t"/>
              <a:pathLst>
                <a:path extrusionOk="0" h="1479" w="1155">
                  <a:moveTo>
                    <a:pt x="332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3" y="700"/>
                  </a:lnTo>
                  <a:cubicBezTo>
                    <a:pt x="455" y="722"/>
                    <a:pt x="455" y="758"/>
                    <a:pt x="433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2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20"/>
            <p:cNvSpPr/>
            <p:nvPr/>
          </p:nvSpPr>
          <p:spPr>
            <a:xfrm>
              <a:off x="4954575" y="1877500"/>
              <a:ext cx="28875" cy="36975"/>
            </a:xfrm>
            <a:custGeom>
              <a:rect b="b" l="l" r="r" t="t"/>
              <a:pathLst>
                <a:path extrusionOk="0" h="1479" w="1155">
                  <a:moveTo>
                    <a:pt x="333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4" y="700"/>
                  </a:lnTo>
                  <a:cubicBezTo>
                    <a:pt x="455" y="722"/>
                    <a:pt x="455" y="758"/>
                    <a:pt x="434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3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7" name="Google Shape;757;p20"/>
          <p:cNvSpPr txBox="1"/>
          <p:nvPr/>
        </p:nvSpPr>
        <p:spPr>
          <a:xfrm>
            <a:off x="541025" y="3223250"/>
            <a:ext cx="15546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Resized Image</a:t>
            </a:r>
            <a:endParaRPr sz="12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758" name="Google Shape;758;p20"/>
          <p:cNvSpPr txBox="1"/>
          <p:nvPr/>
        </p:nvSpPr>
        <p:spPr>
          <a:xfrm>
            <a:off x="2228269" y="3223250"/>
            <a:ext cx="10665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Binarization</a:t>
            </a:r>
            <a:endParaRPr sz="12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759" name="Google Shape;759;p20"/>
          <p:cNvSpPr txBox="1"/>
          <p:nvPr/>
        </p:nvSpPr>
        <p:spPr>
          <a:xfrm>
            <a:off x="3964880" y="3223250"/>
            <a:ext cx="9666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Blurring</a:t>
            </a:r>
            <a:endParaRPr sz="12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760" name="Google Shape;760;p20"/>
          <p:cNvSpPr txBox="1"/>
          <p:nvPr/>
        </p:nvSpPr>
        <p:spPr>
          <a:xfrm>
            <a:off x="5544125" y="3223250"/>
            <a:ext cx="10665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Binarization</a:t>
            </a:r>
            <a:endParaRPr sz="12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761" name="Google Shape;761;p20"/>
          <p:cNvSpPr txBox="1"/>
          <p:nvPr/>
        </p:nvSpPr>
        <p:spPr>
          <a:xfrm>
            <a:off x="7361864" y="3223250"/>
            <a:ext cx="9666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Dilation</a:t>
            </a:r>
            <a:endParaRPr sz="12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4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Recommended Algorithm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(Diffusion Models)</a:t>
            </a:r>
            <a:endParaRPr/>
          </a:p>
        </p:txBody>
      </p:sp>
      <p:pic>
        <p:nvPicPr>
          <p:cNvPr id="767" name="Google Shape;76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9800" y="1473722"/>
            <a:ext cx="4724400" cy="2315100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47"/>
          <p:cNvSpPr txBox="1"/>
          <p:nvPr/>
        </p:nvSpPr>
        <p:spPr>
          <a:xfrm>
            <a:off x="712800" y="3863825"/>
            <a:ext cx="7962900" cy="11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In our case, the condition is a sketch</a:t>
            </a:r>
            <a:endParaRPr sz="16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The corresponding image is encoded using a condition encoder, denoised by a U-Net denoiser, then decoded using an image decoder.</a:t>
            </a:r>
            <a:endParaRPr sz="160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23"/>
          <p:cNvSpPr txBox="1"/>
          <p:nvPr>
            <p:ph type="title"/>
          </p:nvPr>
        </p:nvSpPr>
        <p:spPr>
          <a:xfrm flipH="1">
            <a:off x="3907675" y="2179350"/>
            <a:ext cx="4523100" cy="16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r>
              <a:rPr lang="en-US"/>
              <a:t>Tools</a:t>
            </a:r>
            <a:endParaRPr/>
          </a:p>
        </p:txBody>
      </p:sp>
      <p:sp>
        <p:nvSpPr>
          <p:cNvPr id="774" name="Google Shape;774;p23"/>
          <p:cNvSpPr txBox="1"/>
          <p:nvPr>
            <p:ph idx="2" type="title"/>
          </p:nvPr>
        </p:nvSpPr>
        <p:spPr>
          <a:xfrm flipH="1">
            <a:off x="6956275" y="1337550"/>
            <a:ext cx="1474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</a:pPr>
            <a:r>
              <a:rPr lang="en-US"/>
              <a:t>06</a:t>
            </a:r>
            <a:endParaRPr/>
          </a:p>
        </p:txBody>
      </p:sp>
      <p:grpSp>
        <p:nvGrpSpPr>
          <p:cNvPr id="775" name="Google Shape;775;p23"/>
          <p:cNvGrpSpPr/>
          <p:nvPr/>
        </p:nvGrpSpPr>
        <p:grpSpPr>
          <a:xfrm>
            <a:off x="-98813" y="1379450"/>
            <a:ext cx="3370076" cy="3916551"/>
            <a:chOff x="-98813" y="1379450"/>
            <a:chExt cx="3370076" cy="3916551"/>
          </a:xfrm>
        </p:grpSpPr>
        <p:sp>
          <p:nvSpPr>
            <p:cNvPr id="776" name="Google Shape;776;p23"/>
            <p:cNvSpPr/>
            <p:nvPr/>
          </p:nvSpPr>
          <p:spPr>
            <a:xfrm flipH="1" rot="-1738578">
              <a:off x="841101" y="3006392"/>
              <a:ext cx="711304" cy="862951"/>
            </a:xfrm>
            <a:custGeom>
              <a:rect b="b" l="l" r="r" t="t"/>
              <a:pathLst>
                <a:path extrusionOk="0" h="7392" w="6093">
                  <a:moveTo>
                    <a:pt x="3033" y="0"/>
                  </a:moveTo>
                  <a:cubicBezTo>
                    <a:pt x="3033" y="0"/>
                    <a:pt x="625" y="145"/>
                    <a:pt x="290" y="1693"/>
                  </a:cubicBezTo>
                  <a:cubicBezTo>
                    <a:pt x="0" y="3006"/>
                    <a:pt x="824" y="7369"/>
                    <a:pt x="824" y="7369"/>
                  </a:cubicBezTo>
                  <a:cubicBezTo>
                    <a:pt x="824" y="7369"/>
                    <a:pt x="887" y="7378"/>
                    <a:pt x="996" y="7378"/>
                  </a:cubicBezTo>
                  <a:cubicBezTo>
                    <a:pt x="1120" y="7385"/>
                    <a:pt x="1310" y="7392"/>
                    <a:pt x="1545" y="7392"/>
                  </a:cubicBezTo>
                  <a:cubicBezTo>
                    <a:pt x="2649" y="7392"/>
                    <a:pt x="4764" y="7239"/>
                    <a:pt x="5921" y="6165"/>
                  </a:cubicBezTo>
                  <a:cubicBezTo>
                    <a:pt x="5975" y="6111"/>
                    <a:pt x="6038" y="6057"/>
                    <a:pt x="6093" y="5993"/>
                  </a:cubicBezTo>
                  <a:lnTo>
                    <a:pt x="4780" y="2300"/>
                  </a:lnTo>
                  <a:lnTo>
                    <a:pt x="30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23"/>
            <p:cNvSpPr/>
            <p:nvPr/>
          </p:nvSpPr>
          <p:spPr>
            <a:xfrm flipH="1">
              <a:off x="494364" y="2338580"/>
              <a:ext cx="887179" cy="1103662"/>
            </a:xfrm>
            <a:custGeom>
              <a:rect b="b" l="l" r="r" t="t"/>
              <a:pathLst>
                <a:path extrusionOk="0" h="9090" w="7307">
                  <a:moveTo>
                    <a:pt x="5278" y="0"/>
                  </a:moveTo>
                  <a:lnTo>
                    <a:pt x="1603" y="1159"/>
                  </a:lnTo>
                  <a:lnTo>
                    <a:pt x="2979" y="5522"/>
                  </a:lnTo>
                  <a:cubicBezTo>
                    <a:pt x="2381" y="5767"/>
                    <a:pt x="1847" y="6156"/>
                    <a:pt x="1413" y="6663"/>
                  </a:cubicBezTo>
                  <a:cubicBezTo>
                    <a:pt x="996" y="7152"/>
                    <a:pt x="508" y="7686"/>
                    <a:pt x="1" y="8111"/>
                  </a:cubicBezTo>
                  <a:cubicBezTo>
                    <a:pt x="182" y="8265"/>
                    <a:pt x="372" y="8401"/>
                    <a:pt x="490" y="8510"/>
                  </a:cubicBezTo>
                  <a:cubicBezTo>
                    <a:pt x="915" y="8872"/>
                    <a:pt x="1331" y="9080"/>
                    <a:pt x="1893" y="9089"/>
                  </a:cubicBezTo>
                  <a:cubicBezTo>
                    <a:pt x="1900" y="9089"/>
                    <a:pt x="1908" y="9089"/>
                    <a:pt x="1915" y="9089"/>
                  </a:cubicBezTo>
                  <a:cubicBezTo>
                    <a:pt x="3072" y="9089"/>
                    <a:pt x="3990" y="8406"/>
                    <a:pt x="4943" y="7840"/>
                  </a:cubicBezTo>
                  <a:cubicBezTo>
                    <a:pt x="5269" y="7650"/>
                    <a:pt x="5586" y="7441"/>
                    <a:pt x="5894" y="7233"/>
                  </a:cubicBezTo>
                  <a:cubicBezTo>
                    <a:pt x="6319" y="6717"/>
                    <a:pt x="6709" y="6174"/>
                    <a:pt x="7089" y="5622"/>
                  </a:cubicBezTo>
                  <a:cubicBezTo>
                    <a:pt x="7161" y="5522"/>
                    <a:pt x="7234" y="5414"/>
                    <a:pt x="7306" y="5305"/>
                  </a:cubicBezTo>
                  <a:lnTo>
                    <a:pt x="6953" y="5287"/>
                  </a:lnTo>
                  <a:lnTo>
                    <a:pt x="5278" y="0"/>
                  </a:ln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23"/>
            <p:cNvSpPr/>
            <p:nvPr/>
          </p:nvSpPr>
          <p:spPr>
            <a:xfrm>
              <a:off x="215770" y="3356458"/>
              <a:ext cx="3055493" cy="1787034"/>
            </a:xfrm>
            <a:custGeom>
              <a:rect b="b" l="l" r="r" t="t"/>
              <a:pathLst>
                <a:path extrusionOk="0" h="16255" w="27793">
                  <a:moveTo>
                    <a:pt x="13573" y="1"/>
                  </a:moveTo>
                  <a:cubicBezTo>
                    <a:pt x="13418" y="1"/>
                    <a:pt x="13264" y="2"/>
                    <a:pt x="13109" y="5"/>
                  </a:cubicBezTo>
                  <a:cubicBezTo>
                    <a:pt x="10466" y="50"/>
                    <a:pt x="7732" y="521"/>
                    <a:pt x="5568" y="2051"/>
                  </a:cubicBezTo>
                  <a:cubicBezTo>
                    <a:pt x="3694" y="3373"/>
                    <a:pt x="2409" y="5382"/>
                    <a:pt x="1549" y="7510"/>
                  </a:cubicBezTo>
                  <a:cubicBezTo>
                    <a:pt x="444" y="10262"/>
                    <a:pt x="1" y="13330"/>
                    <a:pt x="453" y="16254"/>
                  </a:cubicBezTo>
                  <a:lnTo>
                    <a:pt x="27792" y="16254"/>
                  </a:lnTo>
                  <a:cubicBezTo>
                    <a:pt x="27765" y="14272"/>
                    <a:pt x="27684" y="12280"/>
                    <a:pt x="27313" y="10343"/>
                  </a:cubicBezTo>
                  <a:cubicBezTo>
                    <a:pt x="26878" y="8062"/>
                    <a:pt x="26000" y="5808"/>
                    <a:pt x="24452" y="4070"/>
                  </a:cubicBezTo>
                  <a:cubicBezTo>
                    <a:pt x="23076" y="2522"/>
                    <a:pt x="21220" y="1435"/>
                    <a:pt x="19247" y="802"/>
                  </a:cubicBezTo>
                  <a:cubicBezTo>
                    <a:pt x="17420" y="215"/>
                    <a:pt x="15493" y="1"/>
                    <a:pt x="13573" y="1"/>
                  </a:cubicBez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23"/>
            <p:cNvSpPr/>
            <p:nvPr/>
          </p:nvSpPr>
          <p:spPr>
            <a:xfrm>
              <a:off x="1198556" y="4011789"/>
              <a:ext cx="1237237" cy="625105"/>
            </a:xfrm>
            <a:custGeom>
              <a:rect b="b" l="l" r="r" t="t"/>
              <a:pathLst>
                <a:path extrusionOk="0" h="5686" w="11254">
                  <a:moveTo>
                    <a:pt x="2680" y="1"/>
                  </a:moveTo>
                  <a:lnTo>
                    <a:pt x="544" y="200"/>
                  </a:lnTo>
                  <a:cubicBezTo>
                    <a:pt x="481" y="879"/>
                    <a:pt x="408" y="1639"/>
                    <a:pt x="336" y="2418"/>
                  </a:cubicBezTo>
                  <a:cubicBezTo>
                    <a:pt x="227" y="3504"/>
                    <a:pt x="109" y="4636"/>
                    <a:pt x="1" y="5686"/>
                  </a:cubicBezTo>
                  <a:lnTo>
                    <a:pt x="10710" y="5686"/>
                  </a:lnTo>
                  <a:lnTo>
                    <a:pt x="11253" y="3097"/>
                  </a:lnTo>
                  <a:lnTo>
                    <a:pt x="3015" y="2155"/>
                  </a:lnTo>
                  <a:cubicBezTo>
                    <a:pt x="3015" y="2155"/>
                    <a:pt x="2870" y="1368"/>
                    <a:pt x="2680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23"/>
            <p:cNvSpPr/>
            <p:nvPr/>
          </p:nvSpPr>
          <p:spPr>
            <a:xfrm rot="252422">
              <a:off x="664110" y="2687103"/>
              <a:ext cx="405225" cy="248896"/>
            </a:xfrm>
            <a:custGeom>
              <a:rect b="b" l="l" r="r" t="t"/>
              <a:pathLst>
                <a:path extrusionOk="0" h="2264" w="3686">
                  <a:moveTo>
                    <a:pt x="28" y="0"/>
                  </a:moveTo>
                  <a:lnTo>
                    <a:pt x="1" y="136"/>
                  </a:lnTo>
                  <a:cubicBezTo>
                    <a:pt x="399" y="733"/>
                    <a:pt x="924" y="1258"/>
                    <a:pt x="1513" y="1593"/>
                  </a:cubicBezTo>
                  <a:lnTo>
                    <a:pt x="1513" y="1602"/>
                  </a:lnTo>
                  <a:cubicBezTo>
                    <a:pt x="1549" y="1621"/>
                    <a:pt x="1621" y="1657"/>
                    <a:pt x="1712" y="1702"/>
                  </a:cubicBezTo>
                  <a:cubicBezTo>
                    <a:pt x="1929" y="1811"/>
                    <a:pt x="2155" y="1901"/>
                    <a:pt x="2391" y="1955"/>
                  </a:cubicBezTo>
                  <a:cubicBezTo>
                    <a:pt x="2708" y="2064"/>
                    <a:pt x="3097" y="2173"/>
                    <a:pt x="3495" y="2263"/>
                  </a:cubicBezTo>
                  <a:lnTo>
                    <a:pt x="3685" y="1439"/>
                  </a:lnTo>
                  <a:cubicBezTo>
                    <a:pt x="2979" y="1358"/>
                    <a:pt x="2273" y="1168"/>
                    <a:pt x="1730" y="996"/>
                  </a:cubicBezTo>
                  <a:cubicBezTo>
                    <a:pt x="1495" y="933"/>
                    <a:pt x="1268" y="842"/>
                    <a:pt x="1051" y="733"/>
                  </a:cubicBezTo>
                  <a:cubicBezTo>
                    <a:pt x="961" y="697"/>
                    <a:pt x="888" y="661"/>
                    <a:pt x="852" y="634"/>
                  </a:cubicBezTo>
                  <a:cubicBezTo>
                    <a:pt x="562" y="462"/>
                    <a:pt x="273" y="235"/>
                    <a:pt x="28" y="0"/>
                  </a:cubicBez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23"/>
            <p:cNvSpPr/>
            <p:nvPr/>
          </p:nvSpPr>
          <p:spPr>
            <a:xfrm>
              <a:off x="575042" y="4274537"/>
              <a:ext cx="204154" cy="186234"/>
            </a:xfrm>
            <a:custGeom>
              <a:rect b="b" l="l" r="r" t="t"/>
              <a:pathLst>
                <a:path extrusionOk="0" h="1694" w="1857">
                  <a:moveTo>
                    <a:pt x="1621" y="1"/>
                  </a:moveTo>
                  <a:lnTo>
                    <a:pt x="1" y="1693"/>
                  </a:lnTo>
                  <a:lnTo>
                    <a:pt x="1857" y="815"/>
                  </a:lnTo>
                  <a:lnTo>
                    <a:pt x="1621" y="1"/>
                  </a:ln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23"/>
            <p:cNvSpPr/>
            <p:nvPr/>
          </p:nvSpPr>
          <p:spPr>
            <a:xfrm flipH="1">
              <a:off x="170493" y="3556126"/>
              <a:ext cx="1398215" cy="1344671"/>
            </a:xfrm>
            <a:custGeom>
              <a:rect b="b" l="l" r="r" t="t"/>
              <a:pathLst>
                <a:path extrusionOk="0" h="11075" w="11516">
                  <a:moveTo>
                    <a:pt x="10364" y="0"/>
                  </a:moveTo>
                  <a:cubicBezTo>
                    <a:pt x="10335" y="0"/>
                    <a:pt x="10305" y="3"/>
                    <a:pt x="10276" y="8"/>
                  </a:cubicBezTo>
                  <a:cubicBezTo>
                    <a:pt x="10031" y="54"/>
                    <a:pt x="9877" y="298"/>
                    <a:pt x="9760" y="524"/>
                  </a:cubicBezTo>
                  <a:cubicBezTo>
                    <a:pt x="9045" y="1991"/>
                    <a:pt x="8845" y="3693"/>
                    <a:pt x="7994" y="5078"/>
                  </a:cubicBezTo>
                  <a:cubicBezTo>
                    <a:pt x="7732" y="5503"/>
                    <a:pt x="7388" y="5911"/>
                    <a:pt x="6908" y="6038"/>
                  </a:cubicBezTo>
                  <a:cubicBezTo>
                    <a:pt x="6793" y="6070"/>
                    <a:pt x="6677" y="6084"/>
                    <a:pt x="6560" y="6084"/>
                  </a:cubicBezTo>
                  <a:cubicBezTo>
                    <a:pt x="6115" y="6084"/>
                    <a:pt x="5664" y="5876"/>
                    <a:pt x="5270" y="5639"/>
                  </a:cubicBezTo>
                  <a:cubicBezTo>
                    <a:pt x="3658" y="4680"/>
                    <a:pt x="2264" y="3249"/>
                    <a:pt x="436" y="2824"/>
                  </a:cubicBezTo>
                  <a:cubicBezTo>
                    <a:pt x="300" y="2788"/>
                    <a:pt x="155" y="2760"/>
                    <a:pt x="1" y="2760"/>
                  </a:cubicBezTo>
                  <a:cubicBezTo>
                    <a:pt x="481" y="4354"/>
                    <a:pt x="1169" y="6273"/>
                    <a:pt x="1540" y="7432"/>
                  </a:cubicBezTo>
                  <a:cubicBezTo>
                    <a:pt x="1630" y="7694"/>
                    <a:pt x="1694" y="7920"/>
                    <a:pt x="1739" y="8092"/>
                  </a:cubicBezTo>
                  <a:cubicBezTo>
                    <a:pt x="1821" y="8192"/>
                    <a:pt x="1893" y="8292"/>
                    <a:pt x="1974" y="8382"/>
                  </a:cubicBezTo>
                  <a:cubicBezTo>
                    <a:pt x="2780" y="9360"/>
                    <a:pt x="3776" y="10202"/>
                    <a:pt x="4944" y="10681"/>
                  </a:cubicBezTo>
                  <a:cubicBezTo>
                    <a:pt x="5559" y="10934"/>
                    <a:pt x="6228" y="11074"/>
                    <a:pt x="6892" y="11074"/>
                  </a:cubicBezTo>
                  <a:cubicBezTo>
                    <a:pt x="7488" y="11074"/>
                    <a:pt x="8080" y="10962"/>
                    <a:pt x="8628" y="10718"/>
                  </a:cubicBezTo>
                  <a:cubicBezTo>
                    <a:pt x="9660" y="10256"/>
                    <a:pt x="10421" y="9378"/>
                    <a:pt x="11244" y="8572"/>
                  </a:cubicBezTo>
                  <a:cubicBezTo>
                    <a:pt x="11253" y="7911"/>
                    <a:pt x="11344" y="3150"/>
                    <a:pt x="11516" y="1068"/>
                  </a:cubicBezTo>
                  <a:cubicBezTo>
                    <a:pt x="11362" y="832"/>
                    <a:pt x="11190" y="606"/>
                    <a:pt x="11000" y="389"/>
                  </a:cubicBezTo>
                  <a:cubicBezTo>
                    <a:pt x="10830" y="194"/>
                    <a:pt x="10609" y="0"/>
                    <a:pt x="10364" y="0"/>
                  </a:cubicBezTo>
                  <a:close/>
                </a:path>
              </a:pathLst>
            </a:custGeom>
            <a:solidFill>
              <a:srgbClr val="002D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23"/>
            <p:cNvSpPr/>
            <p:nvPr/>
          </p:nvSpPr>
          <p:spPr>
            <a:xfrm flipH="1">
              <a:off x="-98813" y="2970175"/>
              <a:ext cx="1737813" cy="2325826"/>
            </a:xfrm>
            <a:custGeom>
              <a:rect b="b" l="l" r="r" t="t"/>
              <a:pathLst>
                <a:path extrusionOk="0" h="19156" w="14313">
                  <a:moveTo>
                    <a:pt x="9272" y="0"/>
                  </a:moveTo>
                  <a:cubicBezTo>
                    <a:pt x="9271" y="0"/>
                    <a:pt x="9270" y="0"/>
                    <a:pt x="9270" y="0"/>
                  </a:cubicBezTo>
                  <a:cubicBezTo>
                    <a:pt x="9270" y="0"/>
                    <a:pt x="9252" y="9"/>
                    <a:pt x="9216" y="28"/>
                  </a:cubicBezTo>
                  <a:cubicBezTo>
                    <a:pt x="9207" y="37"/>
                    <a:pt x="9198" y="37"/>
                    <a:pt x="9180" y="46"/>
                  </a:cubicBezTo>
                  <a:cubicBezTo>
                    <a:pt x="8682" y="335"/>
                    <a:pt x="6048" y="1829"/>
                    <a:pt x="4418" y="2553"/>
                  </a:cubicBezTo>
                  <a:cubicBezTo>
                    <a:pt x="3871" y="2796"/>
                    <a:pt x="3441" y="2953"/>
                    <a:pt x="3236" y="2953"/>
                  </a:cubicBezTo>
                  <a:cubicBezTo>
                    <a:pt x="3173" y="2953"/>
                    <a:pt x="3132" y="2938"/>
                    <a:pt x="3115" y="2906"/>
                  </a:cubicBezTo>
                  <a:cubicBezTo>
                    <a:pt x="2952" y="2589"/>
                    <a:pt x="3848" y="1639"/>
                    <a:pt x="4527" y="978"/>
                  </a:cubicBezTo>
                  <a:cubicBezTo>
                    <a:pt x="4907" y="598"/>
                    <a:pt x="5224" y="317"/>
                    <a:pt x="5224" y="317"/>
                  </a:cubicBezTo>
                  <a:lnTo>
                    <a:pt x="5224" y="317"/>
                  </a:lnTo>
                  <a:lnTo>
                    <a:pt x="4726" y="372"/>
                  </a:lnTo>
                  <a:cubicBezTo>
                    <a:pt x="4518" y="399"/>
                    <a:pt x="4319" y="480"/>
                    <a:pt x="4156" y="607"/>
                  </a:cubicBezTo>
                  <a:cubicBezTo>
                    <a:pt x="4002" y="725"/>
                    <a:pt x="3830" y="869"/>
                    <a:pt x="3649" y="1023"/>
                  </a:cubicBezTo>
                  <a:lnTo>
                    <a:pt x="3640" y="1023"/>
                  </a:lnTo>
                  <a:cubicBezTo>
                    <a:pt x="3323" y="1295"/>
                    <a:pt x="2961" y="1603"/>
                    <a:pt x="2599" y="1938"/>
                  </a:cubicBezTo>
                  <a:cubicBezTo>
                    <a:pt x="1422" y="3015"/>
                    <a:pt x="200" y="4318"/>
                    <a:pt x="73" y="5061"/>
                  </a:cubicBezTo>
                  <a:cubicBezTo>
                    <a:pt x="1" y="5468"/>
                    <a:pt x="236" y="6446"/>
                    <a:pt x="580" y="7586"/>
                  </a:cubicBezTo>
                  <a:cubicBezTo>
                    <a:pt x="1060" y="9180"/>
                    <a:pt x="1748" y="11099"/>
                    <a:pt x="2119" y="12258"/>
                  </a:cubicBezTo>
                  <a:cubicBezTo>
                    <a:pt x="2209" y="12520"/>
                    <a:pt x="2273" y="12746"/>
                    <a:pt x="2318" y="12918"/>
                  </a:cubicBezTo>
                  <a:cubicBezTo>
                    <a:pt x="2345" y="13000"/>
                    <a:pt x="2363" y="13072"/>
                    <a:pt x="2372" y="13127"/>
                  </a:cubicBezTo>
                  <a:cubicBezTo>
                    <a:pt x="2553" y="14141"/>
                    <a:pt x="2010" y="19156"/>
                    <a:pt x="2010" y="19156"/>
                  </a:cubicBezTo>
                  <a:lnTo>
                    <a:pt x="14313" y="19156"/>
                  </a:lnTo>
                  <a:lnTo>
                    <a:pt x="11814" y="13480"/>
                  </a:lnTo>
                  <a:cubicBezTo>
                    <a:pt x="11814" y="13480"/>
                    <a:pt x="11814" y="13453"/>
                    <a:pt x="11823" y="13398"/>
                  </a:cubicBezTo>
                  <a:cubicBezTo>
                    <a:pt x="11832" y="12737"/>
                    <a:pt x="11923" y="7976"/>
                    <a:pt x="12095" y="5894"/>
                  </a:cubicBezTo>
                  <a:cubicBezTo>
                    <a:pt x="12104" y="5794"/>
                    <a:pt x="12113" y="5694"/>
                    <a:pt x="12122" y="5613"/>
                  </a:cubicBezTo>
                  <a:cubicBezTo>
                    <a:pt x="12122" y="5559"/>
                    <a:pt x="12131" y="5504"/>
                    <a:pt x="12140" y="5459"/>
                  </a:cubicBezTo>
                  <a:cubicBezTo>
                    <a:pt x="12140" y="5414"/>
                    <a:pt x="12149" y="5369"/>
                    <a:pt x="12158" y="5323"/>
                  </a:cubicBezTo>
                  <a:cubicBezTo>
                    <a:pt x="12158" y="5269"/>
                    <a:pt x="12167" y="5224"/>
                    <a:pt x="12176" y="5178"/>
                  </a:cubicBezTo>
                  <a:cubicBezTo>
                    <a:pt x="12185" y="5151"/>
                    <a:pt x="12185" y="5133"/>
                    <a:pt x="12185" y="5115"/>
                  </a:cubicBezTo>
                  <a:cubicBezTo>
                    <a:pt x="12439" y="3848"/>
                    <a:pt x="12412" y="1657"/>
                    <a:pt x="11506" y="824"/>
                  </a:cubicBezTo>
                  <a:cubicBezTo>
                    <a:pt x="10629" y="9"/>
                    <a:pt x="9327" y="0"/>
                    <a:pt x="92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23"/>
            <p:cNvSpPr/>
            <p:nvPr/>
          </p:nvSpPr>
          <p:spPr>
            <a:xfrm>
              <a:off x="141445" y="3141320"/>
              <a:ext cx="711312" cy="862961"/>
            </a:xfrm>
            <a:custGeom>
              <a:rect b="b" l="l" r="r" t="t"/>
              <a:pathLst>
                <a:path extrusionOk="0" h="7392" w="6093">
                  <a:moveTo>
                    <a:pt x="3033" y="0"/>
                  </a:moveTo>
                  <a:cubicBezTo>
                    <a:pt x="3033" y="0"/>
                    <a:pt x="625" y="145"/>
                    <a:pt x="290" y="1693"/>
                  </a:cubicBezTo>
                  <a:cubicBezTo>
                    <a:pt x="0" y="3006"/>
                    <a:pt x="824" y="7369"/>
                    <a:pt x="824" y="7369"/>
                  </a:cubicBezTo>
                  <a:cubicBezTo>
                    <a:pt x="824" y="7369"/>
                    <a:pt x="887" y="7378"/>
                    <a:pt x="996" y="7378"/>
                  </a:cubicBezTo>
                  <a:cubicBezTo>
                    <a:pt x="1120" y="7385"/>
                    <a:pt x="1310" y="7392"/>
                    <a:pt x="1545" y="7392"/>
                  </a:cubicBezTo>
                  <a:cubicBezTo>
                    <a:pt x="2649" y="7392"/>
                    <a:pt x="4764" y="7239"/>
                    <a:pt x="5921" y="6165"/>
                  </a:cubicBezTo>
                  <a:cubicBezTo>
                    <a:pt x="5975" y="6111"/>
                    <a:pt x="6038" y="6057"/>
                    <a:pt x="6093" y="5993"/>
                  </a:cubicBezTo>
                  <a:lnTo>
                    <a:pt x="4780" y="2300"/>
                  </a:lnTo>
                  <a:lnTo>
                    <a:pt x="30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23"/>
            <p:cNvSpPr/>
            <p:nvPr/>
          </p:nvSpPr>
          <p:spPr>
            <a:xfrm>
              <a:off x="257606" y="3766715"/>
              <a:ext cx="2076849" cy="979236"/>
            </a:xfrm>
            <a:custGeom>
              <a:rect b="b" l="l" r="r" t="t"/>
              <a:pathLst>
                <a:path extrusionOk="0" h="8388" w="17790">
                  <a:moveTo>
                    <a:pt x="15305" y="0"/>
                  </a:moveTo>
                  <a:cubicBezTo>
                    <a:pt x="15004" y="0"/>
                    <a:pt x="14219" y="329"/>
                    <a:pt x="14096" y="419"/>
                  </a:cubicBezTo>
                  <a:cubicBezTo>
                    <a:pt x="14032" y="473"/>
                    <a:pt x="13833" y="727"/>
                    <a:pt x="13670" y="953"/>
                  </a:cubicBezTo>
                  <a:cubicBezTo>
                    <a:pt x="13571" y="1071"/>
                    <a:pt x="13471" y="1216"/>
                    <a:pt x="13390" y="1342"/>
                  </a:cubicBezTo>
                  <a:cubicBezTo>
                    <a:pt x="13209" y="1632"/>
                    <a:pt x="13082" y="1885"/>
                    <a:pt x="13082" y="1885"/>
                  </a:cubicBezTo>
                  <a:lnTo>
                    <a:pt x="12910" y="2184"/>
                  </a:lnTo>
                  <a:lnTo>
                    <a:pt x="6030" y="4149"/>
                  </a:lnTo>
                  <a:cubicBezTo>
                    <a:pt x="6030" y="4149"/>
                    <a:pt x="5514" y="2583"/>
                    <a:pt x="4926" y="808"/>
                  </a:cubicBezTo>
                  <a:cubicBezTo>
                    <a:pt x="3769" y="1882"/>
                    <a:pt x="1654" y="2035"/>
                    <a:pt x="550" y="2035"/>
                  </a:cubicBezTo>
                  <a:cubicBezTo>
                    <a:pt x="315" y="2035"/>
                    <a:pt x="125" y="2028"/>
                    <a:pt x="1" y="2021"/>
                  </a:cubicBezTo>
                  <a:lnTo>
                    <a:pt x="1" y="2021"/>
                  </a:lnTo>
                  <a:cubicBezTo>
                    <a:pt x="1" y="2048"/>
                    <a:pt x="10" y="2067"/>
                    <a:pt x="10" y="2085"/>
                  </a:cubicBezTo>
                  <a:cubicBezTo>
                    <a:pt x="318" y="3180"/>
                    <a:pt x="1259" y="5153"/>
                    <a:pt x="1983" y="6611"/>
                  </a:cubicBezTo>
                  <a:cubicBezTo>
                    <a:pt x="2533" y="7709"/>
                    <a:pt x="3656" y="8388"/>
                    <a:pt x="4861" y="8388"/>
                  </a:cubicBezTo>
                  <a:cubicBezTo>
                    <a:pt x="5026" y="8388"/>
                    <a:pt x="5193" y="8375"/>
                    <a:pt x="5360" y="8349"/>
                  </a:cubicBezTo>
                  <a:cubicBezTo>
                    <a:pt x="9769" y="7661"/>
                    <a:pt x="13344" y="4366"/>
                    <a:pt x="13344" y="4366"/>
                  </a:cubicBezTo>
                  <a:cubicBezTo>
                    <a:pt x="13344" y="4366"/>
                    <a:pt x="16440" y="4103"/>
                    <a:pt x="16612" y="3931"/>
                  </a:cubicBezTo>
                  <a:cubicBezTo>
                    <a:pt x="16784" y="3750"/>
                    <a:pt x="16775" y="3433"/>
                    <a:pt x="16775" y="3433"/>
                  </a:cubicBezTo>
                  <a:cubicBezTo>
                    <a:pt x="16984" y="3352"/>
                    <a:pt x="17310" y="2836"/>
                    <a:pt x="17310" y="2836"/>
                  </a:cubicBezTo>
                  <a:cubicBezTo>
                    <a:pt x="17536" y="2700"/>
                    <a:pt x="17500" y="2211"/>
                    <a:pt x="17500" y="2211"/>
                  </a:cubicBezTo>
                  <a:cubicBezTo>
                    <a:pt x="17789" y="1949"/>
                    <a:pt x="17753" y="1532"/>
                    <a:pt x="17753" y="1532"/>
                  </a:cubicBezTo>
                  <a:cubicBezTo>
                    <a:pt x="17753" y="1532"/>
                    <a:pt x="15408" y="1351"/>
                    <a:pt x="14775" y="1297"/>
                  </a:cubicBezTo>
                  <a:cubicBezTo>
                    <a:pt x="14865" y="953"/>
                    <a:pt x="15562" y="84"/>
                    <a:pt x="15381" y="12"/>
                  </a:cubicBezTo>
                  <a:cubicBezTo>
                    <a:pt x="15362" y="4"/>
                    <a:pt x="15336" y="0"/>
                    <a:pt x="15305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23"/>
            <p:cNvSpPr/>
            <p:nvPr/>
          </p:nvSpPr>
          <p:spPr>
            <a:xfrm>
              <a:off x="818797" y="4164343"/>
              <a:ext cx="142776" cy="139624"/>
            </a:xfrm>
            <a:custGeom>
              <a:rect b="b" l="l" r="r" t="t"/>
              <a:pathLst>
                <a:path extrusionOk="0" h="1196" w="1223">
                  <a:moveTo>
                    <a:pt x="979" y="0"/>
                  </a:moveTo>
                  <a:lnTo>
                    <a:pt x="1" y="1195"/>
                  </a:lnTo>
                  <a:lnTo>
                    <a:pt x="1223" y="743"/>
                  </a:lnTo>
                  <a:lnTo>
                    <a:pt x="979" y="0"/>
                  </a:ln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23"/>
            <p:cNvSpPr/>
            <p:nvPr/>
          </p:nvSpPr>
          <p:spPr>
            <a:xfrm>
              <a:off x="404404" y="1668279"/>
              <a:ext cx="1110809" cy="1195680"/>
            </a:xfrm>
            <a:custGeom>
              <a:rect b="b" l="l" r="r" t="t"/>
              <a:pathLst>
                <a:path extrusionOk="0" h="10876" w="10104">
                  <a:moveTo>
                    <a:pt x="5240" y="0"/>
                  </a:moveTo>
                  <a:cubicBezTo>
                    <a:pt x="3056" y="0"/>
                    <a:pt x="1077" y="1493"/>
                    <a:pt x="544" y="3711"/>
                  </a:cubicBezTo>
                  <a:cubicBezTo>
                    <a:pt x="1" y="5965"/>
                    <a:pt x="987" y="8889"/>
                    <a:pt x="2961" y="10021"/>
                  </a:cubicBezTo>
                  <a:lnTo>
                    <a:pt x="2961" y="10030"/>
                  </a:lnTo>
                  <a:cubicBezTo>
                    <a:pt x="2988" y="10048"/>
                    <a:pt x="3060" y="10084"/>
                    <a:pt x="3151" y="10129"/>
                  </a:cubicBezTo>
                  <a:cubicBezTo>
                    <a:pt x="3368" y="10238"/>
                    <a:pt x="3595" y="10319"/>
                    <a:pt x="3839" y="10383"/>
                  </a:cubicBezTo>
                  <a:cubicBezTo>
                    <a:pt x="4562" y="10622"/>
                    <a:pt x="5603" y="10875"/>
                    <a:pt x="6506" y="10875"/>
                  </a:cubicBezTo>
                  <a:cubicBezTo>
                    <a:pt x="7039" y="10875"/>
                    <a:pt x="7524" y="10787"/>
                    <a:pt x="7867" y="10555"/>
                  </a:cubicBezTo>
                  <a:cubicBezTo>
                    <a:pt x="8211" y="10319"/>
                    <a:pt x="8555" y="9749"/>
                    <a:pt x="8854" y="9097"/>
                  </a:cubicBezTo>
                  <a:cubicBezTo>
                    <a:pt x="9162" y="8427"/>
                    <a:pt x="9433" y="7658"/>
                    <a:pt x="9624" y="7051"/>
                  </a:cubicBezTo>
                  <a:cubicBezTo>
                    <a:pt x="9723" y="6735"/>
                    <a:pt x="9805" y="6454"/>
                    <a:pt x="9859" y="6264"/>
                  </a:cubicBezTo>
                  <a:cubicBezTo>
                    <a:pt x="9877" y="6219"/>
                    <a:pt x="9886" y="6164"/>
                    <a:pt x="9904" y="6119"/>
                  </a:cubicBezTo>
                  <a:lnTo>
                    <a:pt x="9931" y="6001"/>
                  </a:lnTo>
                  <a:cubicBezTo>
                    <a:pt x="9940" y="5974"/>
                    <a:pt x="9940" y="5965"/>
                    <a:pt x="9940" y="5965"/>
                  </a:cubicBezTo>
                  <a:cubicBezTo>
                    <a:pt x="10067" y="5449"/>
                    <a:pt x="10103" y="4933"/>
                    <a:pt x="10067" y="4435"/>
                  </a:cubicBezTo>
                  <a:cubicBezTo>
                    <a:pt x="9895" y="2417"/>
                    <a:pt x="8456" y="642"/>
                    <a:pt x="6374" y="135"/>
                  </a:cubicBezTo>
                  <a:cubicBezTo>
                    <a:pt x="5994" y="44"/>
                    <a:pt x="5614" y="0"/>
                    <a:pt x="5240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23"/>
            <p:cNvSpPr/>
            <p:nvPr/>
          </p:nvSpPr>
          <p:spPr>
            <a:xfrm>
              <a:off x="1117011" y="2293157"/>
              <a:ext cx="95646" cy="168314"/>
            </a:xfrm>
            <a:custGeom>
              <a:rect b="b" l="l" r="r" t="t"/>
              <a:pathLst>
                <a:path extrusionOk="0" h="1531" w="870">
                  <a:moveTo>
                    <a:pt x="688" y="1"/>
                  </a:moveTo>
                  <a:lnTo>
                    <a:pt x="688" y="1"/>
                  </a:lnTo>
                  <a:cubicBezTo>
                    <a:pt x="625" y="145"/>
                    <a:pt x="562" y="281"/>
                    <a:pt x="525" y="435"/>
                  </a:cubicBezTo>
                  <a:cubicBezTo>
                    <a:pt x="471" y="580"/>
                    <a:pt x="444" y="734"/>
                    <a:pt x="417" y="888"/>
                  </a:cubicBezTo>
                  <a:cubicBezTo>
                    <a:pt x="417" y="888"/>
                    <a:pt x="417" y="888"/>
                    <a:pt x="417" y="897"/>
                  </a:cubicBezTo>
                  <a:cubicBezTo>
                    <a:pt x="426" y="915"/>
                    <a:pt x="444" y="933"/>
                    <a:pt x="462" y="933"/>
                  </a:cubicBezTo>
                  <a:cubicBezTo>
                    <a:pt x="470" y="932"/>
                    <a:pt x="478" y="932"/>
                    <a:pt x="486" y="932"/>
                  </a:cubicBezTo>
                  <a:cubicBezTo>
                    <a:pt x="586" y="932"/>
                    <a:pt x="683" y="985"/>
                    <a:pt x="725" y="1069"/>
                  </a:cubicBezTo>
                  <a:cubicBezTo>
                    <a:pt x="770" y="1150"/>
                    <a:pt x="734" y="1268"/>
                    <a:pt x="652" y="1349"/>
                  </a:cubicBezTo>
                  <a:cubicBezTo>
                    <a:pt x="580" y="1422"/>
                    <a:pt x="471" y="1467"/>
                    <a:pt x="353" y="1476"/>
                  </a:cubicBezTo>
                  <a:cubicBezTo>
                    <a:pt x="332" y="1478"/>
                    <a:pt x="310" y="1479"/>
                    <a:pt x="289" y="1479"/>
                  </a:cubicBezTo>
                  <a:cubicBezTo>
                    <a:pt x="193" y="1479"/>
                    <a:pt x="96" y="1464"/>
                    <a:pt x="0" y="1449"/>
                  </a:cubicBezTo>
                  <a:lnTo>
                    <a:pt x="0" y="1449"/>
                  </a:lnTo>
                  <a:cubicBezTo>
                    <a:pt x="118" y="1485"/>
                    <a:pt x="236" y="1521"/>
                    <a:pt x="353" y="1530"/>
                  </a:cubicBezTo>
                  <a:cubicBezTo>
                    <a:pt x="480" y="1530"/>
                    <a:pt x="616" y="1494"/>
                    <a:pt x="715" y="1404"/>
                  </a:cubicBezTo>
                  <a:cubicBezTo>
                    <a:pt x="806" y="1313"/>
                    <a:pt x="869" y="1159"/>
                    <a:pt x="797" y="1023"/>
                  </a:cubicBezTo>
                  <a:cubicBezTo>
                    <a:pt x="751" y="915"/>
                    <a:pt x="632" y="853"/>
                    <a:pt x="513" y="849"/>
                  </a:cubicBezTo>
                  <a:lnTo>
                    <a:pt x="513" y="849"/>
                  </a:lnTo>
                  <a:cubicBezTo>
                    <a:pt x="531" y="712"/>
                    <a:pt x="555" y="582"/>
                    <a:pt x="580" y="444"/>
                  </a:cubicBezTo>
                  <a:cubicBezTo>
                    <a:pt x="616" y="299"/>
                    <a:pt x="652" y="154"/>
                    <a:pt x="6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23"/>
            <p:cNvSpPr/>
            <p:nvPr/>
          </p:nvSpPr>
          <p:spPr>
            <a:xfrm>
              <a:off x="1091066" y="2422553"/>
              <a:ext cx="15061" cy="25945"/>
            </a:xfrm>
            <a:custGeom>
              <a:rect b="b" l="l" r="r" t="t"/>
              <a:pathLst>
                <a:path extrusionOk="0" h="236" w="137">
                  <a:moveTo>
                    <a:pt x="19" y="0"/>
                  </a:moveTo>
                  <a:lnTo>
                    <a:pt x="19" y="0"/>
                  </a:lnTo>
                  <a:cubicBezTo>
                    <a:pt x="1" y="55"/>
                    <a:pt x="10" y="100"/>
                    <a:pt x="28" y="136"/>
                  </a:cubicBezTo>
                  <a:cubicBezTo>
                    <a:pt x="46" y="172"/>
                    <a:pt x="73" y="209"/>
                    <a:pt x="128" y="236"/>
                  </a:cubicBezTo>
                  <a:cubicBezTo>
                    <a:pt x="137" y="181"/>
                    <a:pt x="128" y="136"/>
                    <a:pt x="110" y="100"/>
                  </a:cubicBezTo>
                  <a:cubicBezTo>
                    <a:pt x="91" y="64"/>
                    <a:pt x="64" y="28"/>
                    <a:pt x="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23"/>
            <p:cNvSpPr/>
            <p:nvPr/>
          </p:nvSpPr>
          <p:spPr>
            <a:xfrm>
              <a:off x="933857" y="2072185"/>
              <a:ext cx="165346" cy="56178"/>
            </a:xfrm>
            <a:custGeom>
              <a:rect b="b" l="l" r="r" t="t"/>
              <a:pathLst>
                <a:path extrusionOk="0" h="511" w="1504">
                  <a:moveTo>
                    <a:pt x="836" y="1"/>
                  </a:moveTo>
                  <a:cubicBezTo>
                    <a:pt x="792" y="1"/>
                    <a:pt x="749" y="4"/>
                    <a:pt x="707" y="10"/>
                  </a:cubicBezTo>
                  <a:cubicBezTo>
                    <a:pt x="571" y="19"/>
                    <a:pt x="444" y="55"/>
                    <a:pt x="327" y="109"/>
                  </a:cubicBezTo>
                  <a:cubicBezTo>
                    <a:pt x="209" y="164"/>
                    <a:pt x="91" y="236"/>
                    <a:pt x="10" y="336"/>
                  </a:cubicBezTo>
                  <a:cubicBezTo>
                    <a:pt x="1" y="345"/>
                    <a:pt x="1" y="354"/>
                    <a:pt x="1" y="372"/>
                  </a:cubicBezTo>
                  <a:cubicBezTo>
                    <a:pt x="1" y="399"/>
                    <a:pt x="19" y="417"/>
                    <a:pt x="46" y="417"/>
                  </a:cubicBezTo>
                  <a:cubicBezTo>
                    <a:pt x="173" y="426"/>
                    <a:pt x="290" y="426"/>
                    <a:pt x="399" y="426"/>
                  </a:cubicBezTo>
                  <a:cubicBezTo>
                    <a:pt x="499" y="435"/>
                    <a:pt x="607" y="444"/>
                    <a:pt x="707" y="453"/>
                  </a:cubicBezTo>
                  <a:lnTo>
                    <a:pt x="1005" y="490"/>
                  </a:lnTo>
                  <a:cubicBezTo>
                    <a:pt x="1086" y="497"/>
                    <a:pt x="1167" y="510"/>
                    <a:pt x="1257" y="510"/>
                  </a:cubicBezTo>
                  <a:cubicBezTo>
                    <a:pt x="1278" y="510"/>
                    <a:pt x="1300" y="510"/>
                    <a:pt x="1322" y="508"/>
                  </a:cubicBezTo>
                  <a:lnTo>
                    <a:pt x="1331" y="508"/>
                  </a:lnTo>
                  <a:cubicBezTo>
                    <a:pt x="1368" y="508"/>
                    <a:pt x="1404" y="490"/>
                    <a:pt x="1431" y="463"/>
                  </a:cubicBezTo>
                  <a:cubicBezTo>
                    <a:pt x="1494" y="408"/>
                    <a:pt x="1503" y="309"/>
                    <a:pt x="1440" y="245"/>
                  </a:cubicBezTo>
                  <a:cubicBezTo>
                    <a:pt x="1349" y="137"/>
                    <a:pt x="1232" y="82"/>
                    <a:pt x="1096" y="37"/>
                  </a:cubicBezTo>
                  <a:cubicBezTo>
                    <a:pt x="1012" y="13"/>
                    <a:pt x="923" y="1"/>
                    <a:pt x="8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23"/>
            <p:cNvSpPr/>
            <p:nvPr/>
          </p:nvSpPr>
          <p:spPr>
            <a:xfrm>
              <a:off x="1330947" y="2154857"/>
              <a:ext cx="150394" cy="92347"/>
            </a:xfrm>
            <a:custGeom>
              <a:rect b="b" l="l" r="r" t="t"/>
              <a:pathLst>
                <a:path extrusionOk="0" h="840" w="1368">
                  <a:moveTo>
                    <a:pt x="358" y="0"/>
                  </a:moveTo>
                  <a:cubicBezTo>
                    <a:pt x="279" y="0"/>
                    <a:pt x="202" y="14"/>
                    <a:pt x="127" y="45"/>
                  </a:cubicBezTo>
                  <a:cubicBezTo>
                    <a:pt x="91" y="55"/>
                    <a:pt x="64" y="82"/>
                    <a:pt x="46" y="109"/>
                  </a:cubicBezTo>
                  <a:cubicBezTo>
                    <a:pt x="1" y="190"/>
                    <a:pt x="28" y="281"/>
                    <a:pt x="100" y="326"/>
                  </a:cubicBezTo>
                  <a:lnTo>
                    <a:pt x="118" y="335"/>
                  </a:lnTo>
                  <a:cubicBezTo>
                    <a:pt x="218" y="389"/>
                    <a:pt x="308" y="426"/>
                    <a:pt x="408" y="462"/>
                  </a:cubicBezTo>
                  <a:lnTo>
                    <a:pt x="689" y="561"/>
                  </a:lnTo>
                  <a:cubicBezTo>
                    <a:pt x="779" y="598"/>
                    <a:pt x="879" y="643"/>
                    <a:pt x="978" y="679"/>
                  </a:cubicBezTo>
                  <a:cubicBezTo>
                    <a:pt x="1078" y="724"/>
                    <a:pt x="1177" y="779"/>
                    <a:pt x="1286" y="833"/>
                  </a:cubicBezTo>
                  <a:cubicBezTo>
                    <a:pt x="1291" y="838"/>
                    <a:pt x="1297" y="840"/>
                    <a:pt x="1304" y="840"/>
                  </a:cubicBezTo>
                  <a:cubicBezTo>
                    <a:pt x="1311" y="840"/>
                    <a:pt x="1318" y="838"/>
                    <a:pt x="1322" y="833"/>
                  </a:cubicBezTo>
                  <a:cubicBezTo>
                    <a:pt x="1349" y="833"/>
                    <a:pt x="1368" y="806"/>
                    <a:pt x="1359" y="779"/>
                  </a:cubicBezTo>
                  <a:cubicBezTo>
                    <a:pt x="1331" y="643"/>
                    <a:pt x="1268" y="534"/>
                    <a:pt x="1187" y="426"/>
                  </a:cubicBezTo>
                  <a:cubicBezTo>
                    <a:pt x="1105" y="326"/>
                    <a:pt x="1005" y="236"/>
                    <a:pt x="888" y="163"/>
                  </a:cubicBezTo>
                  <a:cubicBezTo>
                    <a:pt x="779" y="91"/>
                    <a:pt x="652" y="36"/>
                    <a:pt x="526" y="18"/>
                  </a:cubicBezTo>
                  <a:cubicBezTo>
                    <a:pt x="469" y="7"/>
                    <a:pt x="413" y="0"/>
                    <a:pt x="3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23"/>
            <p:cNvSpPr/>
            <p:nvPr/>
          </p:nvSpPr>
          <p:spPr>
            <a:xfrm>
              <a:off x="1292140" y="2294147"/>
              <a:ext cx="104660" cy="110707"/>
            </a:xfrm>
            <a:custGeom>
              <a:rect b="b" l="l" r="r" t="t"/>
              <a:pathLst>
                <a:path extrusionOk="0" h="1007" w="952">
                  <a:moveTo>
                    <a:pt x="508" y="0"/>
                  </a:moveTo>
                  <a:cubicBezTo>
                    <a:pt x="309" y="0"/>
                    <a:pt x="120" y="169"/>
                    <a:pt x="64" y="408"/>
                  </a:cubicBezTo>
                  <a:cubicBezTo>
                    <a:pt x="1" y="680"/>
                    <a:pt x="127" y="942"/>
                    <a:pt x="354" y="996"/>
                  </a:cubicBezTo>
                  <a:cubicBezTo>
                    <a:pt x="382" y="1003"/>
                    <a:pt x="410" y="1006"/>
                    <a:pt x="438" y="1006"/>
                  </a:cubicBezTo>
                  <a:cubicBezTo>
                    <a:pt x="636" y="1006"/>
                    <a:pt x="823" y="845"/>
                    <a:pt x="879" y="607"/>
                  </a:cubicBezTo>
                  <a:cubicBezTo>
                    <a:pt x="951" y="326"/>
                    <a:pt x="815" y="64"/>
                    <a:pt x="589" y="10"/>
                  </a:cubicBezTo>
                  <a:cubicBezTo>
                    <a:pt x="562" y="3"/>
                    <a:pt x="535" y="0"/>
                    <a:pt x="5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23"/>
            <p:cNvSpPr/>
            <p:nvPr/>
          </p:nvSpPr>
          <p:spPr>
            <a:xfrm>
              <a:off x="954745" y="2213454"/>
              <a:ext cx="104660" cy="110707"/>
            </a:xfrm>
            <a:custGeom>
              <a:rect b="b" l="l" r="r" t="t"/>
              <a:pathLst>
                <a:path extrusionOk="0" h="1007" w="952">
                  <a:moveTo>
                    <a:pt x="505" y="0"/>
                  </a:moveTo>
                  <a:cubicBezTo>
                    <a:pt x="307" y="0"/>
                    <a:pt x="120" y="163"/>
                    <a:pt x="64" y="409"/>
                  </a:cubicBezTo>
                  <a:cubicBezTo>
                    <a:pt x="1" y="680"/>
                    <a:pt x="128" y="943"/>
                    <a:pt x="354" y="997"/>
                  </a:cubicBezTo>
                  <a:cubicBezTo>
                    <a:pt x="381" y="1004"/>
                    <a:pt x="408" y="1007"/>
                    <a:pt x="435" y="1007"/>
                  </a:cubicBezTo>
                  <a:cubicBezTo>
                    <a:pt x="634" y="1007"/>
                    <a:pt x="823" y="838"/>
                    <a:pt x="879" y="599"/>
                  </a:cubicBezTo>
                  <a:cubicBezTo>
                    <a:pt x="951" y="327"/>
                    <a:pt x="815" y="65"/>
                    <a:pt x="589" y="10"/>
                  </a:cubicBezTo>
                  <a:cubicBezTo>
                    <a:pt x="561" y="4"/>
                    <a:pt x="533" y="0"/>
                    <a:pt x="5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23"/>
            <p:cNvSpPr/>
            <p:nvPr/>
          </p:nvSpPr>
          <p:spPr>
            <a:xfrm>
              <a:off x="1287193" y="2435305"/>
              <a:ext cx="175240" cy="233177"/>
            </a:xfrm>
            <a:custGeom>
              <a:rect b="b" l="l" r="r" t="t"/>
              <a:pathLst>
                <a:path extrusionOk="0" h="2121" w="1594">
                  <a:moveTo>
                    <a:pt x="1195" y="0"/>
                  </a:moveTo>
                  <a:cubicBezTo>
                    <a:pt x="700" y="0"/>
                    <a:pt x="251" y="331"/>
                    <a:pt x="127" y="835"/>
                  </a:cubicBezTo>
                  <a:cubicBezTo>
                    <a:pt x="0" y="1387"/>
                    <a:pt x="308" y="1939"/>
                    <a:pt x="824" y="2120"/>
                  </a:cubicBezTo>
                  <a:cubicBezTo>
                    <a:pt x="1132" y="1450"/>
                    <a:pt x="1403" y="681"/>
                    <a:pt x="1594" y="74"/>
                  </a:cubicBezTo>
                  <a:cubicBezTo>
                    <a:pt x="1548" y="56"/>
                    <a:pt x="1494" y="38"/>
                    <a:pt x="1449" y="29"/>
                  </a:cubicBezTo>
                  <a:cubicBezTo>
                    <a:pt x="1364" y="10"/>
                    <a:pt x="1279" y="0"/>
                    <a:pt x="1195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23"/>
            <p:cNvSpPr/>
            <p:nvPr/>
          </p:nvSpPr>
          <p:spPr>
            <a:xfrm>
              <a:off x="714974" y="2297995"/>
              <a:ext cx="264839" cy="240653"/>
            </a:xfrm>
            <a:custGeom>
              <a:rect b="b" l="l" r="r" t="t"/>
              <a:pathLst>
                <a:path extrusionOk="0" h="2189" w="2409">
                  <a:moveTo>
                    <a:pt x="1208" y="0"/>
                  </a:moveTo>
                  <a:cubicBezTo>
                    <a:pt x="711" y="0"/>
                    <a:pt x="260" y="339"/>
                    <a:pt x="136" y="844"/>
                  </a:cubicBezTo>
                  <a:cubicBezTo>
                    <a:pt x="0" y="1432"/>
                    <a:pt x="362" y="2021"/>
                    <a:pt x="951" y="2156"/>
                  </a:cubicBezTo>
                  <a:cubicBezTo>
                    <a:pt x="1038" y="2178"/>
                    <a:pt x="1126" y="2188"/>
                    <a:pt x="1212" y="2188"/>
                  </a:cubicBezTo>
                  <a:cubicBezTo>
                    <a:pt x="1704" y="2188"/>
                    <a:pt x="2148" y="1851"/>
                    <a:pt x="2263" y="1351"/>
                  </a:cubicBezTo>
                  <a:cubicBezTo>
                    <a:pt x="2408" y="762"/>
                    <a:pt x="2046" y="174"/>
                    <a:pt x="1458" y="29"/>
                  </a:cubicBezTo>
                  <a:cubicBezTo>
                    <a:pt x="1374" y="10"/>
                    <a:pt x="1291" y="0"/>
                    <a:pt x="1208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23"/>
            <p:cNvSpPr/>
            <p:nvPr/>
          </p:nvSpPr>
          <p:spPr>
            <a:xfrm>
              <a:off x="1052259" y="2579762"/>
              <a:ext cx="80804" cy="24626"/>
            </a:xfrm>
            <a:custGeom>
              <a:rect b="b" l="l" r="r" t="t"/>
              <a:pathLst>
                <a:path extrusionOk="0" h="224" w="735">
                  <a:moveTo>
                    <a:pt x="1" y="1"/>
                  </a:moveTo>
                  <a:cubicBezTo>
                    <a:pt x="91" y="100"/>
                    <a:pt x="209" y="164"/>
                    <a:pt x="336" y="200"/>
                  </a:cubicBezTo>
                  <a:cubicBezTo>
                    <a:pt x="409" y="214"/>
                    <a:pt x="481" y="224"/>
                    <a:pt x="552" y="224"/>
                  </a:cubicBezTo>
                  <a:cubicBezTo>
                    <a:pt x="614" y="224"/>
                    <a:pt x="675" y="217"/>
                    <a:pt x="734" y="200"/>
                  </a:cubicBezTo>
                  <a:cubicBezTo>
                    <a:pt x="598" y="173"/>
                    <a:pt x="481" y="155"/>
                    <a:pt x="363" y="127"/>
                  </a:cubicBezTo>
                  <a:cubicBezTo>
                    <a:pt x="236" y="91"/>
                    <a:pt x="119" y="46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23"/>
            <p:cNvSpPr/>
            <p:nvPr/>
          </p:nvSpPr>
          <p:spPr>
            <a:xfrm>
              <a:off x="1002568" y="2452345"/>
              <a:ext cx="233947" cy="128297"/>
            </a:xfrm>
            <a:custGeom>
              <a:rect b="b" l="l" r="r" t="t"/>
              <a:pathLst>
                <a:path extrusionOk="0" h="1167" w="2128">
                  <a:moveTo>
                    <a:pt x="0" y="1"/>
                  </a:moveTo>
                  <a:cubicBezTo>
                    <a:pt x="0" y="1"/>
                    <a:pt x="18" y="381"/>
                    <a:pt x="236" y="707"/>
                  </a:cubicBezTo>
                  <a:cubicBezTo>
                    <a:pt x="371" y="906"/>
                    <a:pt x="580" y="1087"/>
                    <a:pt x="896" y="1151"/>
                  </a:cubicBezTo>
                  <a:cubicBezTo>
                    <a:pt x="966" y="1162"/>
                    <a:pt x="1032" y="1167"/>
                    <a:pt x="1096" y="1167"/>
                  </a:cubicBezTo>
                  <a:cubicBezTo>
                    <a:pt x="1290" y="1167"/>
                    <a:pt x="1457" y="1119"/>
                    <a:pt x="1594" y="1051"/>
                  </a:cubicBezTo>
                  <a:cubicBezTo>
                    <a:pt x="1956" y="861"/>
                    <a:pt x="2128" y="526"/>
                    <a:pt x="2128" y="526"/>
                  </a:cubicBezTo>
                  <a:cubicBezTo>
                    <a:pt x="2128" y="526"/>
                    <a:pt x="1032" y="390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23"/>
            <p:cNvSpPr/>
            <p:nvPr/>
          </p:nvSpPr>
          <p:spPr>
            <a:xfrm>
              <a:off x="1028403" y="2524354"/>
              <a:ext cx="149405" cy="56288"/>
            </a:xfrm>
            <a:custGeom>
              <a:rect b="b" l="l" r="r" t="t"/>
              <a:pathLst>
                <a:path extrusionOk="0" h="512" w="1359">
                  <a:moveTo>
                    <a:pt x="390" y="0"/>
                  </a:moveTo>
                  <a:cubicBezTo>
                    <a:pt x="240" y="0"/>
                    <a:pt x="106" y="24"/>
                    <a:pt x="1" y="52"/>
                  </a:cubicBezTo>
                  <a:cubicBezTo>
                    <a:pt x="136" y="251"/>
                    <a:pt x="345" y="432"/>
                    <a:pt x="661" y="496"/>
                  </a:cubicBezTo>
                  <a:cubicBezTo>
                    <a:pt x="731" y="507"/>
                    <a:pt x="797" y="512"/>
                    <a:pt x="861" y="512"/>
                  </a:cubicBezTo>
                  <a:cubicBezTo>
                    <a:pt x="1055" y="512"/>
                    <a:pt x="1222" y="464"/>
                    <a:pt x="1359" y="396"/>
                  </a:cubicBezTo>
                  <a:cubicBezTo>
                    <a:pt x="1026" y="87"/>
                    <a:pt x="677" y="0"/>
                    <a:pt x="390" y="0"/>
                  </a:cubicBezTo>
                  <a:close/>
                </a:path>
              </a:pathLst>
            </a:custGeom>
            <a:solidFill>
              <a:srgbClr val="D45B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23"/>
            <p:cNvSpPr/>
            <p:nvPr/>
          </p:nvSpPr>
          <p:spPr>
            <a:xfrm>
              <a:off x="497959" y="2157386"/>
              <a:ext cx="127527" cy="222074"/>
            </a:xfrm>
            <a:custGeom>
              <a:rect b="b" l="l" r="r" t="t"/>
              <a:pathLst>
                <a:path extrusionOk="0" h="2020" w="1160">
                  <a:moveTo>
                    <a:pt x="904" y="683"/>
                  </a:moveTo>
                  <a:cubicBezTo>
                    <a:pt x="917" y="683"/>
                    <a:pt x="930" y="684"/>
                    <a:pt x="942" y="686"/>
                  </a:cubicBezTo>
                  <a:lnTo>
                    <a:pt x="942" y="686"/>
                  </a:lnTo>
                  <a:cubicBezTo>
                    <a:pt x="974" y="885"/>
                    <a:pt x="999" y="1091"/>
                    <a:pt x="1024" y="1290"/>
                  </a:cubicBezTo>
                  <a:cubicBezTo>
                    <a:pt x="1033" y="1408"/>
                    <a:pt x="1042" y="1516"/>
                    <a:pt x="1051" y="1625"/>
                  </a:cubicBezTo>
                  <a:cubicBezTo>
                    <a:pt x="1060" y="1733"/>
                    <a:pt x="1051" y="1842"/>
                    <a:pt x="978" y="1887"/>
                  </a:cubicBezTo>
                  <a:cubicBezTo>
                    <a:pt x="949" y="1912"/>
                    <a:pt x="911" y="1924"/>
                    <a:pt x="870" y="1924"/>
                  </a:cubicBezTo>
                  <a:cubicBezTo>
                    <a:pt x="821" y="1924"/>
                    <a:pt x="769" y="1908"/>
                    <a:pt x="725" y="1878"/>
                  </a:cubicBezTo>
                  <a:cubicBezTo>
                    <a:pt x="634" y="1824"/>
                    <a:pt x="562" y="1742"/>
                    <a:pt x="517" y="1652"/>
                  </a:cubicBezTo>
                  <a:cubicBezTo>
                    <a:pt x="417" y="1462"/>
                    <a:pt x="399" y="1226"/>
                    <a:pt x="480" y="1027"/>
                  </a:cubicBezTo>
                  <a:cubicBezTo>
                    <a:pt x="517" y="928"/>
                    <a:pt x="580" y="837"/>
                    <a:pt x="671" y="774"/>
                  </a:cubicBezTo>
                  <a:cubicBezTo>
                    <a:pt x="734" y="718"/>
                    <a:pt x="819" y="683"/>
                    <a:pt x="904" y="683"/>
                  </a:cubicBezTo>
                  <a:close/>
                  <a:moveTo>
                    <a:pt x="615" y="1"/>
                  </a:moveTo>
                  <a:cubicBezTo>
                    <a:pt x="521" y="1"/>
                    <a:pt x="431" y="40"/>
                    <a:pt x="363" y="95"/>
                  </a:cubicBezTo>
                  <a:cubicBezTo>
                    <a:pt x="263" y="158"/>
                    <a:pt x="191" y="258"/>
                    <a:pt x="145" y="357"/>
                  </a:cubicBezTo>
                  <a:cubicBezTo>
                    <a:pt x="37" y="566"/>
                    <a:pt x="1" y="801"/>
                    <a:pt x="55" y="1018"/>
                  </a:cubicBezTo>
                  <a:cubicBezTo>
                    <a:pt x="28" y="801"/>
                    <a:pt x="73" y="566"/>
                    <a:pt x="191" y="385"/>
                  </a:cubicBezTo>
                  <a:cubicBezTo>
                    <a:pt x="245" y="294"/>
                    <a:pt x="308" y="204"/>
                    <a:pt x="399" y="149"/>
                  </a:cubicBezTo>
                  <a:cubicBezTo>
                    <a:pt x="462" y="105"/>
                    <a:pt x="533" y="79"/>
                    <a:pt x="602" y="79"/>
                  </a:cubicBezTo>
                  <a:cubicBezTo>
                    <a:pt x="632" y="79"/>
                    <a:pt x="661" y="84"/>
                    <a:pt x="689" y="95"/>
                  </a:cubicBezTo>
                  <a:cubicBezTo>
                    <a:pt x="779" y="122"/>
                    <a:pt x="833" y="213"/>
                    <a:pt x="870" y="312"/>
                  </a:cubicBezTo>
                  <a:cubicBezTo>
                    <a:pt x="897" y="412"/>
                    <a:pt x="915" y="520"/>
                    <a:pt x="933" y="629"/>
                  </a:cubicBezTo>
                  <a:cubicBezTo>
                    <a:pt x="936" y="647"/>
                    <a:pt x="939" y="665"/>
                    <a:pt x="942" y="683"/>
                  </a:cubicBezTo>
                  <a:lnTo>
                    <a:pt x="942" y="683"/>
                  </a:lnTo>
                  <a:cubicBezTo>
                    <a:pt x="920" y="678"/>
                    <a:pt x="899" y="676"/>
                    <a:pt x="877" y="676"/>
                  </a:cubicBezTo>
                  <a:cubicBezTo>
                    <a:pt x="799" y="676"/>
                    <a:pt x="722" y="703"/>
                    <a:pt x="652" y="747"/>
                  </a:cubicBezTo>
                  <a:cubicBezTo>
                    <a:pt x="553" y="810"/>
                    <a:pt x="480" y="901"/>
                    <a:pt x="426" y="1009"/>
                  </a:cubicBezTo>
                  <a:cubicBezTo>
                    <a:pt x="336" y="1217"/>
                    <a:pt x="345" y="1471"/>
                    <a:pt x="444" y="1688"/>
                  </a:cubicBezTo>
                  <a:cubicBezTo>
                    <a:pt x="499" y="1788"/>
                    <a:pt x="571" y="1887"/>
                    <a:pt x="671" y="1960"/>
                  </a:cubicBezTo>
                  <a:cubicBezTo>
                    <a:pt x="726" y="1995"/>
                    <a:pt x="799" y="2019"/>
                    <a:pt x="873" y="2019"/>
                  </a:cubicBezTo>
                  <a:cubicBezTo>
                    <a:pt x="931" y="2019"/>
                    <a:pt x="990" y="2005"/>
                    <a:pt x="1042" y="1969"/>
                  </a:cubicBezTo>
                  <a:cubicBezTo>
                    <a:pt x="1096" y="1924"/>
                    <a:pt x="1132" y="1860"/>
                    <a:pt x="1141" y="1797"/>
                  </a:cubicBezTo>
                  <a:cubicBezTo>
                    <a:pt x="1159" y="1733"/>
                    <a:pt x="1159" y="1679"/>
                    <a:pt x="1150" y="1616"/>
                  </a:cubicBezTo>
                  <a:cubicBezTo>
                    <a:pt x="1150" y="1507"/>
                    <a:pt x="1141" y="1389"/>
                    <a:pt x="1123" y="1281"/>
                  </a:cubicBezTo>
                  <a:cubicBezTo>
                    <a:pt x="1105" y="1054"/>
                    <a:pt x="1069" y="837"/>
                    <a:pt x="1033" y="611"/>
                  </a:cubicBezTo>
                  <a:cubicBezTo>
                    <a:pt x="1005" y="502"/>
                    <a:pt x="996" y="394"/>
                    <a:pt x="951" y="285"/>
                  </a:cubicBezTo>
                  <a:cubicBezTo>
                    <a:pt x="915" y="167"/>
                    <a:pt x="843" y="50"/>
                    <a:pt x="707" y="13"/>
                  </a:cubicBezTo>
                  <a:cubicBezTo>
                    <a:pt x="676" y="5"/>
                    <a:pt x="645" y="1"/>
                    <a:pt x="6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23"/>
            <p:cNvSpPr/>
            <p:nvPr/>
          </p:nvSpPr>
          <p:spPr>
            <a:xfrm>
              <a:off x="368475" y="1379450"/>
              <a:ext cx="1237250" cy="1253974"/>
            </a:xfrm>
            <a:custGeom>
              <a:rect b="b" l="l" r="r" t="t"/>
              <a:pathLst>
                <a:path extrusionOk="0" h="11341" w="11190">
                  <a:moveTo>
                    <a:pt x="2752" y="1"/>
                  </a:moveTo>
                  <a:cubicBezTo>
                    <a:pt x="2553" y="1"/>
                    <a:pt x="2346" y="54"/>
                    <a:pt x="2155" y="106"/>
                  </a:cubicBezTo>
                  <a:cubicBezTo>
                    <a:pt x="2082" y="134"/>
                    <a:pt x="2010" y="161"/>
                    <a:pt x="1946" y="206"/>
                  </a:cubicBezTo>
                  <a:cubicBezTo>
                    <a:pt x="1892" y="251"/>
                    <a:pt x="1847" y="333"/>
                    <a:pt x="1865" y="405"/>
                  </a:cubicBezTo>
                  <a:cubicBezTo>
                    <a:pt x="1874" y="450"/>
                    <a:pt x="1901" y="487"/>
                    <a:pt x="1919" y="532"/>
                  </a:cubicBezTo>
                  <a:cubicBezTo>
                    <a:pt x="1937" y="568"/>
                    <a:pt x="1946" y="622"/>
                    <a:pt x="1910" y="650"/>
                  </a:cubicBezTo>
                  <a:cubicBezTo>
                    <a:pt x="1521" y="713"/>
                    <a:pt x="1168" y="976"/>
                    <a:pt x="996" y="1338"/>
                  </a:cubicBezTo>
                  <a:cubicBezTo>
                    <a:pt x="815" y="1691"/>
                    <a:pt x="833" y="2134"/>
                    <a:pt x="1023" y="2478"/>
                  </a:cubicBezTo>
                  <a:cubicBezTo>
                    <a:pt x="1159" y="2723"/>
                    <a:pt x="1394" y="2931"/>
                    <a:pt x="1602" y="3121"/>
                  </a:cubicBezTo>
                  <a:cubicBezTo>
                    <a:pt x="933" y="3782"/>
                    <a:pt x="471" y="4642"/>
                    <a:pt x="236" y="5556"/>
                  </a:cubicBezTo>
                  <a:cubicBezTo>
                    <a:pt x="9" y="6461"/>
                    <a:pt x="0" y="7430"/>
                    <a:pt x="172" y="8353"/>
                  </a:cubicBezTo>
                  <a:cubicBezTo>
                    <a:pt x="290" y="9005"/>
                    <a:pt x="498" y="9648"/>
                    <a:pt x="842" y="10218"/>
                  </a:cubicBezTo>
                  <a:cubicBezTo>
                    <a:pt x="1105" y="10653"/>
                    <a:pt x="1440" y="11042"/>
                    <a:pt x="1847" y="11341"/>
                  </a:cubicBezTo>
                  <a:cubicBezTo>
                    <a:pt x="2091" y="10952"/>
                    <a:pt x="2236" y="10354"/>
                    <a:pt x="2318" y="9720"/>
                  </a:cubicBezTo>
                  <a:lnTo>
                    <a:pt x="2318" y="9720"/>
                  </a:lnTo>
                  <a:cubicBezTo>
                    <a:pt x="2236" y="9732"/>
                    <a:pt x="2158" y="9737"/>
                    <a:pt x="2084" y="9737"/>
                  </a:cubicBezTo>
                  <a:cubicBezTo>
                    <a:pt x="509" y="9737"/>
                    <a:pt x="462" y="7285"/>
                    <a:pt x="1430" y="6887"/>
                  </a:cubicBezTo>
                  <a:cubicBezTo>
                    <a:pt x="1546" y="6840"/>
                    <a:pt x="1655" y="6821"/>
                    <a:pt x="1756" y="6821"/>
                  </a:cubicBezTo>
                  <a:cubicBezTo>
                    <a:pt x="2144" y="6821"/>
                    <a:pt x="2416" y="7109"/>
                    <a:pt x="2517" y="7231"/>
                  </a:cubicBezTo>
                  <a:cubicBezTo>
                    <a:pt x="2535" y="7294"/>
                    <a:pt x="2553" y="7358"/>
                    <a:pt x="2562" y="7421"/>
                  </a:cubicBezTo>
                  <a:cubicBezTo>
                    <a:pt x="2598" y="7656"/>
                    <a:pt x="2553" y="7892"/>
                    <a:pt x="2526" y="8118"/>
                  </a:cubicBezTo>
                  <a:cubicBezTo>
                    <a:pt x="2490" y="8353"/>
                    <a:pt x="2481" y="8598"/>
                    <a:pt x="2580" y="8806"/>
                  </a:cubicBezTo>
                  <a:cubicBezTo>
                    <a:pt x="2665" y="8983"/>
                    <a:pt x="2855" y="9128"/>
                    <a:pt x="3043" y="9128"/>
                  </a:cubicBezTo>
                  <a:cubicBezTo>
                    <a:pt x="3076" y="9128"/>
                    <a:pt x="3109" y="9123"/>
                    <a:pt x="3141" y="9114"/>
                  </a:cubicBezTo>
                  <a:cubicBezTo>
                    <a:pt x="3015" y="8996"/>
                    <a:pt x="3015" y="8743"/>
                    <a:pt x="3060" y="8580"/>
                  </a:cubicBezTo>
                  <a:cubicBezTo>
                    <a:pt x="3105" y="8408"/>
                    <a:pt x="3196" y="8263"/>
                    <a:pt x="3259" y="8100"/>
                  </a:cubicBezTo>
                  <a:cubicBezTo>
                    <a:pt x="3377" y="7819"/>
                    <a:pt x="3395" y="7502"/>
                    <a:pt x="3332" y="7204"/>
                  </a:cubicBezTo>
                  <a:cubicBezTo>
                    <a:pt x="3739" y="7095"/>
                    <a:pt x="4137" y="6905"/>
                    <a:pt x="4472" y="6642"/>
                  </a:cubicBezTo>
                  <a:cubicBezTo>
                    <a:pt x="4925" y="6298"/>
                    <a:pt x="5287" y="5837"/>
                    <a:pt x="5504" y="5312"/>
                  </a:cubicBezTo>
                  <a:cubicBezTo>
                    <a:pt x="5776" y="5429"/>
                    <a:pt x="6065" y="5520"/>
                    <a:pt x="6355" y="5574"/>
                  </a:cubicBezTo>
                  <a:cubicBezTo>
                    <a:pt x="6355" y="5574"/>
                    <a:pt x="7184" y="6084"/>
                    <a:pt x="8268" y="6084"/>
                  </a:cubicBezTo>
                  <a:cubicBezTo>
                    <a:pt x="8679" y="6084"/>
                    <a:pt x="9125" y="6011"/>
                    <a:pt x="9578" y="5810"/>
                  </a:cubicBezTo>
                  <a:cubicBezTo>
                    <a:pt x="9822" y="6280"/>
                    <a:pt x="10239" y="7222"/>
                    <a:pt x="10284" y="8154"/>
                  </a:cubicBezTo>
                  <a:cubicBezTo>
                    <a:pt x="10266" y="8245"/>
                    <a:pt x="10248" y="8344"/>
                    <a:pt x="10230" y="8444"/>
                  </a:cubicBezTo>
                  <a:cubicBezTo>
                    <a:pt x="10230" y="8444"/>
                    <a:pt x="10230" y="8453"/>
                    <a:pt x="10221" y="8480"/>
                  </a:cubicBezTo>
                  <a:cubicBezTo>
                    <a:pt x="10202" y="8562"/>
                    <a:pt x="10184" y="8652"/>
                    <a:pt x="10157" y="8743"/>
                  </a:cubicBezTo>
                  <a:cubicBezTo>
                    <a:pt x="10112" y="8933"/>
                    <a:pt x="10040" y="9213"/>
                    <a:pt x="9949" y="9539"/>
                  </a:cubicBezTo>
                  <a:cubicBezTo>
                    <a:pt x="9931" y="9594"/>
                    <a:pt x="9913" y="9648"/>
                    <a:pt x="9895" y="9702"/>
                  </a:cubicBezTo>
                  <a:cubicBezTo>
                    <a:pt x="10275" y="9213"/>
                    <a:pt x="10574" y="8679"/>
                    <a:pt x="10764" y="8100"/>
                  </a:cubicBezTo>
                  <a:cubicBezTo>
                    <a:pt x="11189" y="6842"/>
                    <a:pt x="11099" y="5393"/>
                    <a:pt x="10402" y="4271"/>
                  </a:cubicBezTo>
                  <a:cubicBezTo>
                    <a:pt x="9804" y="3320"/>
                    <a:pt x="8826" y="2659"/>
                    <a:pt x="7785" y="2270"/>
                  </a:cubicBezTo>
                  <a:cubicBezTo>
                    <a:pt x="7309" y="2094"/>
                    <a:pt x="6782" y="1972"/>
                    <a:pt x="6268" y="1972"/>
                  </a:cubicBezTo>
                  <a:cubicBezTo>
                    <a:pt x="5962" y="1972"/>
                    <a:pt x="5661" y="2015"/>
                    <a:pt x="5377" y="2116"/>
                  </a:cubicBezTo>
                  <a:cubicBezTo>
                    <a:pt x="5414" y="1636"/>
                    <a:pt x="5196" y="1138"/>
                    <a:pt x="4816" y="840"/>
                  </a:cubicBezTo>
                  <a:cubicBezTo>
                    <a:pt x="4555" y="635"/>
                    <a:pt x="4247" y="528"/>
                    <a:pt x="3933" y="528"/>
                  </a:cubicBezTo>
                  <a:cubicBezTo>
                    <a:pt x="3790" y="528"/>
                    <a:pt x="3645" y="550"/>
                    <a:pt x="3504" y="595"/>
                  </a:cubicBezTo>
                  <a:cubicBezTo>
                    <a:pt x="3494" y="315"/>
                    <a:pt x="3241" y="88"/>
                    <a:pt x="2969" y="25"/>
                  </a:cubicBezTo>
                  <a:cubicBezTo>
                    <a:pt x="2899" y="8"/>
                    <a:pt x="2826" y="1"/>
                    <a:pt x="275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01" name="Google Shape;801;p23"/>
            <p:cNvGrpSpPr/>
            <p:nvPr/>
          </p:nvGrpSpPr>
          <p:grpSpPr>
            <a:xfrm>
              <a:off x="1236532" y="3731122"/>
              <a:ext cx="1981507" cy="1412357"/>
              <a:chOff x="1236532" y="3731122"/>
              <a:chExt cx="1981507" cy="1412357"/>
            </a:xfrm>
          </p:grpSpPr>
          <p:sp>
            <p:nvSpPr>
              <p:cNvPr id="802" name="Google Shape;802;p23"/>
              <p:cNvSpPr/>
              <p:nvPr/>
            </p:nvSpPr>
            <p:spPr>
              <a:xfrm>
                <a:off x="1236532" y="4704499"/>
                <a:ext cx="1796489" cy="438980"/>
              </a:xfrm>
              <a:custGeom>
                <a:rect b="b" l="l" r="r" t="t"/>
                <a:pathLst>
                  <a:path extrusionOk="0" h="3993" w="16341">
                    <a:moveTo>
                      <a:pt x="0" y="0"/>
                    </a:moveTo>
                    <a:lnTo>
                      <a:pt x="0" y="3992"/>
                    </a:lnTo>
                    <a:lnTo>
                      <a:pt x="15734" y="3992"/>
                    </a:lnTo>
                    <a:cubicBezTo>
                      <a:pt x="16068" y="3992"/>
                      <a:pt x="16340" y="3721"/>
                      <a:pt x="16340" y="3377"/>
                    </a:cubicBezTo>
                    <a:lnTo>
                      <a:pt x="1634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3" name="Google Shape;803;p23"/>
              <p:cNvSpPr/>
              <p:nvPr/>
            </p:nvSpPr>
            <p:spPr>
              <a:xfrm>
                <a:off x="1337013" y="4633810"/>
                <a:ext cx="853005" cy="70800"/>
              </a:xfrm>
              <a:custGeom>
                <a:rect b="b" l="l" r="r" t="t"/>
                <a:pathLst>
                  <a:path extrusionOk="0" h="644" w="7759">
                    <a:moveTo>
                      <a:pt x="0" y="1"/>
                    </a:moveTo>
                    <a:lnTo>
                      <a:pt x="0" y="643"/>
                    </a:lnTo>
                    <a:lnTo>
                      <a:pt x="7758" y="643"/>
                    </a:lnTo>
                    <a:lnTo>
                      <a:pt x="77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4" name="Google Shape;804;p23"/>
              <p:cNvSpPr/>
              <p:nvPr/>
            </p:nvSpPr>
            <p:spPr>
              <a:xfrm>
                <a:off x="1837554" y="4633810"/>
                <a:ext cx="1213270" cy="70800"/>
              </a:xfrm>
              <a:custGeom>
                <a:rect b="b" l="l" r="r" t="t"/>
                <a:pathLst>
                  <a:path extrusionOk="0" h="644" w="11036">
                    <a:moveTo>
                      <a:pt x="1" y="1"/>
                    </a:moveTo>
                    <a:lnTo>
                      <a:pt x="1" y="643"/>
                    </a:lnTo>
                    <a:lnTo>
                      <a:pt x="11036" y="643"/>
                    </a:lnTo>
                    <a:lnTo>
                      <a:pt x="1103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5" name="Google Shape;805;p23"/>
              <p:cNvSpPr/>
              <p:nvPr/>
            </p:nvSpPr>
            <p:spPr>
              <a:xfrm>
                <a:off x="1837554" y="3731122"/>
                <a:ext cx="1380485" cy="902807"/>
              </a:xfrm>
              <a:custGeom>
                <a:rect b="b" l="l" r="r" t="t"/>
                <a:pathLst>
                  <a:path extrusionOk="0" h="8212" w="12557">
                    <a:moveTo>
                      <a:pt x="1848" y="1"/>
                    </a:moveTo>
                    <a:cubicBezTo>
                      <a:pt x="1685" y="1"/>
                      <a:pt x="1540" y="128"/>
                      <a:pt x="1504" y="291"/>
                    </a:cubicBezTo>
                    <a:lnTo>
                      <a:pt x="1" y="8212"/>
                    </a:lnTo>
                    <a:lnTo>
                      <a:pt x="11036" y="8212"/>
                    </a:lnTo>
                    <a:lnTo>
                      <a:pt x="12512" y="417"/>
                    </a:lnTo>
                    <a:cubicBezTo>
                      <a:pt x="12557" y="200"/>
                      <a:pt x="12394" y="1"/>
                      <a:pt x="1217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06" name="Google Shape;806;p23"/>
            <p:cNvSpPr/>
            <p:nvPr/>
          </p:nvSpPr>
          <p:spPr>
            <a:xfrm>
              <a:off x="434420" y="3141692"/>
              <a:ext cx="280500" cy="322100"/>
            </a:xfrm>
            <a:custGeom>
              <a:rect b="b" l="l" r="r" t="t"/>
              <a:pathLst>
                <a:path extrusionOk="0" h="12884" w="11220">
                  <a:moveTo>
                    <a:pt x="3459" y="86"/>
                  </a:moveTo>
                  <a:cubicBezTo>
                    <a:pt x="4665" y="375"/>
                    <a:pt x="5995" y="575"/>
                    <a:pt x="7276" y="2690"/>
                  </a:cubicBezTo>
                  <a:cubicBezTo>
                    <a:pt x="8557" y="4805"/>
                    <a:pt x="11741" y="11927"/>
                    <a:pt x="11147" y="12776"/>
                  </a:cubicBezTo>
                  <a:cubicBezTo>
                    <a:pt x="10553" y="13625"/>
                    <a:pt x="5289" y="9210"/>
                    <a:pt x="3710" y="7784"/>
                  </a:cubicBezTo>
                  <a:cubicBezTo>
                    <a:pt x="2131" y="6358"/>
                    <a:pt x="2284" y="5356"/>
                    <a:pt x="1673" y="4218"/>
                  </a:cubicBezTo>
                  <a:cubicBezTo>
                    <a:pt x="1062" y="3080"/>
                    <a:pt x="-255" y="1647"/>
                    <a:pt x="43" y="958"/>
                  </a:cubicBezTo>
                  <a:cubicBezTo>
                    <a:pt x="341" y="269"/>
                    <a:pt x="2254" y="-203"/>
                    <a:pt x="3459" y="8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Tools</a:t>
            </a:r>
            <a:endParaRPr/>
          </a:p>
        </p:txBody>
      </p:sp>
      <p:sp>
        <p:nvSpPr>
          <p:cNvPr id="812" name="Google Shape;812;p24"/>
          <p:cNvSpPr txBox="1"/>
          <p:nvPr>
            <p:ph idx="7" type="subTitle"/>
          </p:nvPr>
        </p:nvSpPr>
        <p:spPr>
          <a:xfrm>
            <a:off x="720000" y="1332325"/>
            <a:ext cx="2452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</a:pPr>
            <a:r>
              <a:rPr lang="en-US"/>
              <a:t>Python </a:t>
            </a:r>
            <a:endParaRPr/>
          </a:p>
        </p:txBody>
      </p:sp>
      <p:sp>
        <p:nvSpPr>
          <p:cNvPr id="813" name="Google Shape;813;p24"/>
          <p:cNvSpPr txBox="1"/>
          <p:nvPr>
            <p:ph idx="8" type="subTitle"/>
          </p:nvPr>
        </p:nvSpPr>
        <p:spPr>
          <a:xfrm>
            <a:off x="3345760" y="1332325"/>
            <a:ext cx="2449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</a:pPr>
            <a:r>
              <a:rPr lang="en-US"/>
              <a:t>Colab</a:t>
            </a:r>
            <a:endParaRPr/>
          </a:p>
        </p:txBody>
      </p:sp>
      <p:sp>
        <p:nvSpPr>
          <p:cNvPr id="814" name="Google Shape;814;p24"/>
          <p:cNvSpPr txBox="1"/>
          <p:nvPr>
            <p:ph idx="9" type="subTitle"/>
          </p:nvPr>
        </p:nvSpPr>
        <p:spPr>
          <a:xfrm>
            <a:off x="5971495" y="1332325"/>
            <a:ext cx="2449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</a:pPr>
            <a:r>
              <a:rPr lang="en-US"/>
              <a:t>PyTorch </a:t>
            </a:r>
            <a:endParaRPr/>
          </a:p>
        </p:txBody>
      </p:sp>
      <p:sp>
        <p:nvSpPr>
          <p:cNvPr id="815" name="Google Shape;815;p24"/>
          <p:cNvSpPr txBox="1"/>
          <p:nvPr>
            <p:ph idx="14" type="subTitle"/>
          </p:nvPr>
        </p:nvSpPr>
        <p:spPr>
          <a:xfrm>
            <a:off x="3920535" y="3014389"/>
            <a:ext cx="262246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</a:pPr>
            <a:r>
              <a:rPr lang="en-US"/>
              <a:t>React JS, Node JS</a:t>
            </a:r>
            <a:endParaRPr/>
          </a:p>
        </p:txBody>
      </p:sp>
      <p:pic>
        <p:nvPicPr>
          <p:cNvPr id="816" name="Google Shape;81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93668" y="1546753"/>
            <a:ext cx="983615" cy="983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7" name="Google Shape;817;p24"/>
          <p:cNvPicPr preferRelativeResize="0"/>
          <p:nvPr/>
        </p:nvPicPr>
        <p:blipFill rotWithShape="1">
          <a:blip r:embed="rId4">
            <a:alphaModFix/>
          </a:blip>
          <a:srcRect b="27075" l="0" r="66102" t="0"/>
          <a:stretch/>
        </p:blipFill>
        <p:spPr>
          <a:xfrm>
            <a:off x="969584" y="1638193"/>
            <a:ext cx="933450" cy="892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ed and black logo&#10;&#10;Description automatically generated" id="818" name="Google Shape;81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67917" y="1557823"/>
            <a:ext cx="1052550" cy="105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0" y="3398790"/>
            <a:ext cx="1319530" cy="739140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24"/>
          <p:cNvSpPr txBox="1"/>
          <p:nvPr>
            <p:ph idx="13" type="subTitle"/>
          </p:nvPr>
        </p:nvSpPr>
        <p:spPr>
          <a:xfrm>
            <a:off x="2267418" y="2969381"/>
            <a:ext cx="2452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</a:pPr>
            <a:r>
              <a:rPr lang="en-US"/>
              <a:t>Flask</a:t>
            </a:r>
            <a:endParaRPr/>
          </a:p>
        </p:txBody>
      </p:sp>
      <p:pic>
        <p:nvPicPr>
          <p:cNvPr descr="A black background with a black square&#10;&#10;Description automatically generated with medium confidence" id="821" name="Google Shape;821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66661" y="3308774"/>
            <a:ext cx="927007" cy="8291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21"/>
          <p:cNvSpPr txBox="1"/>
          <p:nvPr>
            <p:ph type="title"/>
          </p:nvPr>
        </p:nvSpPr>
        <p:spPr>
          <a:xfrm flipH="1">
            <a:off x="3543299" y="2179350"/>
            <a:ext cx="4887475" cy="16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r>
              <a:rPr lang="en-US"/>
              <a:t>Time Plan </a:t>
            </a:r>
            <a:endParaRPr/>
          </a:p>
        </p:txBody>
      </p:sp>
      <p:sp>
        <p:nvSpPr>
          <p:cNvPr id="827" name="Google Shape;827;p21"/>
          <p:cNvSpPr txBox="1"/>
          <p:nvPr>
            <p:ph idx="2" type="title"/>
          </p:nvPr>
        </p:nvSpPr>
        <p:spPr>
          <a:xfrm flipH="1">
            <a:off x="6956275" y="1337550"/>
            <a:ext cx="1474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</a:pPr>
            <a:r>
              <a:rPr lang="en-US"/>
              <a:t>07</a:t>
            </a:r>
            <a:endParaRPr/>
          </a:p>
        </p:txBody>
      </p:sp>
      <p:grpSp>
        <p:nvGrpSpPr>
          <p:cNvPr id="828" name="Google Shape;828;p21"/>
          <p:cNvGrpSpPr/>
          <p:nvPr/>
        </p:nvGrpSpPr>
        <p:grpSpPr>
          <a:xfrm>
            <a:off x="-146050" y="1624305"/>
            <a:ext cx="3321050" cy="3519195"/>
            <a:chOff x="5701400" y="1624300"/>
            <a:chExt cx="3810739" cy="3519195"/>
          </a:xfrm>
        </p:grpSpPr>
        <p:sp>
          <p:nvSpPr>
            <p:cNvPr id="829" name="Google Shape;829;p21"/>
            <p:cNvSpPr/>
            <p:nvPr/>
          </p:nvSpPr>
          <p:spPr>
            <a:xfrm>
              <a:off x="6107395" y="3356458"/>
              <a:ext cx="3055493" cy="1787034"/>
            </a:xfrm>
            <a:custGeom>
              <a:rect b="b" l="l" r="r" t="t"/>
              <a:pathLst>
                <a:path extrusionOk="0" h="16255" w="27793">
                  <a:moveTo>
                    <a:pt x="13573" y="1"/>
                  </a:moveTo>
                  <a:cubicBezTo>
                    <a:pt x="13418" y="1"/>
                    <a:pt x="13264" y="2"/>
                    <a:pt x="13109" y="5"/>
                  </a:cubicBezTo>
                  <a:cubicBezTo>
                    <a:pt x="10466" y="50"/>
                    <a:pt x="7732" y="521"/>
                    <a:pt x="5568" y="2051"/>
                  </a:cubicBezTo>
                  <a:cubicBezTo>
                    <a:pt x="3694" y="3373"/>
                    <a:pt x="2409" y="5382"/>
                    <a:pt x="1549" y="7510"/>
                  </a:cubicBezTo>
                  <a:cubicBezTo>
                    <a:pt x="444" y="10262"/>
                    <a:pt x="1" y="13330"/>
                    <a:pt x="453" y="16254"/>
                  </a:cubicBezTo>
                  <a:lnTo>
                    <a:pt x="27792" y="16254"/>
                  </a:lnTo>
                  <a:cubicBezTo>
                    <a:pt x="27765" y="14272"/>
                    <a:pt x="27684" y="12280"/>
                    <a:pt x="27313" y="10343"/>
                  </a:cubicBezTo>
                  <a:cubicBezTo>
                    <a:pt x="26878" y="8062"/>
                    <a:pt x="26000" y="5808"/>
                    <a:pt x="24452" y="4070"/>
                  </a:cubicBezTo>
                  <a:cubicBezTo>
                    <a:pt x="23076" y="2522"/>
                    <a:pt x="21220" y="1435"/>
                    <a:pt x="19247" y="802"/>
                  </a:cubicBezTo>
                  <a:cubicBezTo>
                    <a:pt x="17420" y="215"/>
                    <a:pt x="15493" y="1"/>
                    <a:pt x="13573" y="1"/>
                  </a:cubicBez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21"/>
            <p:cNvSpPr/>
            <p:nvPr/>
          </p:nvSpPr>
          <p:spPr>
            <a:xfrm>
              <a:off x="7411131" y="4011789"/>
              <a:ext cx="1237237" cy="625105"/>
            </a:xfrm>
            <a:custGeom>
              <a:rect b="b" l="l" r="r" t="t"/>
              <a:pathLst>
                <a:path extrusionOk="0" h="5686" w="11254">
                  <a:moveTo>
                    <a:pt x="2680" y="1"/>
                  </a:moveTo>
                  <a:lnTo>
                    <a:pt x="544" y="200"/>
                  </a:lnTo>
                  <a:cubicBezTo>
                    <a:pt x="481" y="879"/>
                    <a:pt x="408" y="1639"/>
                    <a:pt x="336" y="2418"/>
                  </a:cubicBezTo>
                  <a:cubicBezTo>
                    <a:pt x="227" y="3504"/>
                    <a:pt x="109" y="4636"/>
                    <a:pt x="1" y="5686"/>
                  </a:cubicBezTo>
                  <a:lnTo>
                    <a:pt x="10710" y="5686"/>
                  </a:lnTo>
                  <a:lnTo>
                    <a:pt x="11253" y="3097"/>
                  </a:lnTo>
                  <a:lnTo>
                    <a:pt x="3015" y="2155"/>
                  </a:lnTo>
                  <a:cubicBezTo>
                    <a:pt x="3015" y="2155"/>
                    <a:pt x="2870" y="1368"/>
                    <a:pt x="2680" y="1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21"/>
            <p:cNvSpPr/>
            <p:nvPr/>
          </p:nvSpPr>
          <p:spPr>
            <a:xfrm>
              <a:off x="7046911" y="3213651"/>
              <a:ext cx="679854" cy="850037"/>
            </a:xfrm>
            <a:custGeom>
              <a:rect b="b" l="l" r="r" t="t"/>
              <a:pathLst>
                <a:path extrusionOk="0" h="7732" w="6184">
                  <a:moveTo>
                    <a:pt x="1195" y="0"/>
                  </a:moveTo>
                  <a:lnTo>
                    <a:pt x="0" y="1232"/>
                  </a:lnTo>
                  <a:lnTo>
                    <a:pt x="879" y="7731"/>
                  </a:lnTo>
                  <a:lnTo>
                    <a:pt x="1195" y="7704"/>
                  </a:lnTo>
                  <a:lnTo>
                    <a:pt x="3857" y="7460"/>
                  </a:lnTo>
                  <a:lnTo>
                    <a:pt x="5993" y="7261"/>
                  </a:lnTo>
                  <a:lnTo>
                    <a:pt x="6183" y="7243"/>
                  </a:lnTo>
                  <a:cubicBezTo>
                    <a:pt x="6183" y="7243"/>
                    <a:pt x="5984" y="4472"/>
                    <a:pt x="5731" y="3278"/>
                  </a:cubicBezTo>
                  <a:cubicBezTo>
                    <a:pt x="5477" y="2083"/>
                    <a:pt x="4047" y="698"/>
                    <a:pt x="3196" y="381"/>
                  </a:cubicBezTo>
                  <a:cubicBezTo>
                    <a:pt x="2608" y="154"/>
                    <a:pt x="1195" y="0"/>
                    <a:pt x="11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21"/>
            <p:cNvSpPr/>
            <p:nvPr/>
          </p:nvSpPr>
          <p:spPr>
            <a:xfrm>
              <a:off x="6477661" y="2654294"/>
              <a:ext cx="591244" cy="792320"/>
            </a:xfrm>
            <a:custGeom>
              <a:rect b="b" l="l" r="r" t="t"/>
              <a:pathLst>
                <a:path extrusionOk="0" h="7207" w="5378">
                  <a:moveTo>
                    <a:pt x="1395" y="1"/>
                  </a:moveTo>
                  <a:lnTo>
                    <a:pt x="670" y="3169"/>
                  </a:lnTo>
                  <a:cubicBezTo>
                    <a:pt x="670" y="3169"/>
                    <a:pt x="507" y="3857"/>
                    <a:pt x="0" y="4455"/>
                  </a:cubicBezTo>
                  <a:cubicBezTo>
                    <a:pt x="82" y="4654"/>
                    <a:pt x="154" y="4862"/>
                    <a:pt x="236" y="5061"/>
                  </a:cubicBezTo>
                  <a:lnTo>
                    <a:pt x="172" y="5360"/>
                  </a:lnTo>
                  <a:cubicBezTo>
                    <a:pt x="308" y="5487"/>
                    <a:pt x="453" y="5604"/>
                    <a:pt x="589" y="5740"/>
                  </a:cubicBezTo>
                  <a:cubicBezTo>
                    <a:pt x="851" y="6012"/>
                    <a:pt x="1087" y="6320"/>
                    <a:pt x="1404" y="6537"/>
                  </a:cubicBezTo>
                  <a:cubicBezTo>
                    <a:pt x="1871" y="6859"/>
                    <a:pt x="2397" y="7207"/>
                    <a:pt x="2971" y="7207"/>
                  </a:cubicBezTo>
                  <a:cubicBezTo>
                    <a:pt x="3075" y="7207"/>
                    <a:pt x="3180" y="7196"/>
                    <a:pt x="3287" y="7171"/>
                  </a:cubicBezTo>
                  <a:cubicBezTo>
                    <a:pt x="3929" y="7017"/>
                    <a:pt x="4554" y="6184"/>
                    <a:pt x="4907" y="5677"/>
                  </a:cubicBezTo>
                  <a:cubicBezTo>
                    <a:pt x="5079" y="5423"/>
                    <a:pt x="5242" y="5161"/>
                    <a:pt x="5378" y="4889"/>
                  </a:cubicBezTo>
                  <a:cubicBezTo>
                    <a:pt x="4961" y="4627"/>
                    <a:pt x="4672" y="4256"/>
                    <a:pt x="4481" y="3921"/>
                  </a:cubicBezTo>
                  <a:lnTo>
                    <a:pt x="5178" y="888"/>
                  </a:lnTo>
                  <a:lnTo>
                    <a:pt x="1395" y="1"/>
                  </a:lnTo>
                  <a:close/>
                </a:path>
              </a:pathLst>
            </a:custGeom>
            <a:solidFill>
              <a:srgbClr val="F59D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21"/>
            <p:cNvSpPr/>
            <p:nvPr/>
          </p:nvSpPr>
          <p:spPr>
            <a:xfrm>
              <a:off x="6601009" y="2771816"/>
              <a:ext cx="405230" cy="248899"/>
            </a:xfrm>
            <a:custGeom>
              <a:rect b="b" l="l" r="r" t="t"/>
              <a:pathLst>
                <a:path extrusionOk="0" h="2264" w="3686">
                  <a:moveTo>
                    <a:pt x="28" y="0"/>
                  </a:moveTo>
                  <a:lnTo>
                    <a:pt x="1" y="136"/>
                  </a:lnTo>
                  <a:cubicBezTo>
                    <a:pt x="399" y="733"/>
                    <a:pt x="924" y="1258"/>
                    <a:pt x="1513" y="1593"/>
                  </a:cubicBezTo>
                  <a:lnTo>
                    <a:pt x="1513" y="1602"/>
                  </a:lnTo>
                  <a:cubicBezTo>
                    <a:pt x="1549" y="1621"/>
                    <a:pt x="1621" y="1657"/>
                    <a:pt x="1712" y="1702"/>
                  </a:cubicBezTo>
                  <a:cubicBezTo>
                    <a:pt x="1929" y="1811"/>
                    <a:pt x="2155" y="1901"/>
                    <a:pt x="2391" y="1955"/>
                  </a:cubicBezTo>
                  <a:cubicBezTo>
                    <a:pt x="2708" y="2064"/>
                    <a:pt x="3097" y="2173"/>
                    <a:pt x="3495" y="2263"/>
                  </a:cubicBezTo>
                  <a:lnTo>
                    <a:pt x="3685" y="1439"/>
                  </a:lnTo>
                  <a:cubicBezTo>
                    <a:pt x="2979" y="1358"/>
                    <a:pt x="2273" y="1168"/>
                    <a:pt x="1730" y="996"/>
                  </a:cubicBezTo>
                  <a:cubicBezTo>
                    <a:pt x="1495" y="933"/>
                    <a:pt x="1268" y="842"/>
                    <a:pt x="1051" y="733"/>
                  </a:cubicBezTo>
                  <a:cubicBezTo>
                    <a:pt x="961" y="697"/>
                    <a:pt x="888" y="661"/>
                    <a:pt x="852" y="634"/>
                  </a:cubicBezTo>
                  <a:cubicBezTo>
                    <a:pt x="562" y="462"/>
                    <a:pt x="273" y="235"/>
                    <a:pt x="28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21"/>
            <p:cNvSpPr/>
            <p:nvPr/>
          </p:nvSpPr>
          <p:spPr>
            <a:xfrm>
              <a:off x="5975032" y="3085245"/>
              <a:ext cx="1518897" cy="2058250"/>
            </a:xfrm>
            <a:custGeom>
              <a:rect b="b" l="l" r="r" t="t"/>
              <a:pathLst>
                <a:path extrusionOk="0" h="18722" w="13816">
                  <a:moveTo>
                    <a:pt x="9053" y="1"/>
                  </a:moveTo>
                  <a:cubicBezTo>
                    <a:pt x="9053" y="1"/>
                    <a:pt x="9225" y="2282"/>
                    <a:pt x="7533" y="2508"/>
                  </a:cubicBezTo>
                  <a:cubicBezTo>
                    <a:pt x="7452" y="2519"/>
                    <a:pt x="7373" y="2524"/>
                    <a:pt x="7295" y="2524"/>
                  </a:cubicBezTo>
                  <a:cubicBezTo>
                    <a:pt x="5735" y="2524"/>
                    <a:pt x="4627" y="471"/>
                    <a:pt x="4627" y="471"/>
                  </a:cubicBezTo>
                  <a:cubicBezTo>
                    <a:pt x="4627" y="471"/>
                    <a:pt x="4319" y="671"/>
                    <a:pt x="3866" y="870"/>
                  </a:cubicBezTo>
                  <a:cubicBezTo>
                    <a:pt x="3396" y="1087"/>
                    <a:pt x="2753" y="1304"/>
                    <a:pt x="2110" y="1304"/>
                  </a:cubicBezTo>
                  <a:cubicBezTo>
                    <a:pt x="1286" y="1304"/>
                    <a:pt x="463" y="1612"/>
                    <a:pt x="1" y="1820"/>
                  </a:cubicBezTo>
                  <a:lnTo>
                    <a:pt x="1" y="18106"/>
                  </a:lnTo>
                  <a:cubicBezTo>
                    <a:pt x="1" y="18450"/>
                    <a:pt x="272" y="18721"/>
                    <a:pt x="616" y="18721"/>
                  </a:cubicBezTo>
                  <a:lnTo>
                    <a:pt x="12593" y="18721"/>
                  </a:lnTo>
                  <a:cubicBezTo>
                    <a:pt x="12602" y="18568"/>
                    <a:pt x="12711" y="17427"/>
                    <a:pt x="12846" y="16114"/>
                  </a:cubicBezTo>
                  <a:cubicBezTo>
                    <a:pt x="12910" y="15517"/>
                    <a:pt x="12991" y="14829"/>
                    <a:pt x="13064" y="14114"/>
                  </a:cubicBezTo>
                  <a:cubicBezTo>
                    <a:pt x="13172" y="13064"/>
                    <a:pt x="13290" y="11932"/>
                    <a:pt x="13390" y="10846"/>
                  </a:cubicBezTo>
                  <a:cubicBezTo>
                    <a:pt x="13471" y="10067"/>
                    <a:pt x="13544" y="9307"/>
                    <a:pt x="13607" y="8628"/>
                  </a:cubicBezTo>
                  <a:cubicBezTo>
                    <a:pt x="13734" y="7125"/>
                    <a:pt x="13815" y="5975"/>
                    <a:pt x="13788" y="5650"/>
                  </a:cubicBezTo>
                  <a:cubicBezTo>
                    <a:pt x="13697" y="4753"/>
                    <a:pt x="13082" y="2599"/>
                    <a:pt x="12222" y="1684"/>
                  </a:cubicBezTo>
                  <a:cubicBezTo>
                    <a:pt x="11986" y="1440"/>
                    <a:pt x="11742" y="1277"/>
                    <a:pt x="11480" y="1268"/>
                  </a:cubicBezTo>
                  <a:cubicBezTo>
                    <a:pt x="11298" y="1259"/>
                    <a:pt x="11117" y="1223"/>
                    <a:pt x="10945" y="1168"/>
                  </a:cubicBezTo>
                  <a:cubicBezTo>
                    <a:pt x="10592" y="1069"/>
                    <a:pt x="10266" y="897"/>
                    <a:pt x="9977" y="725"/>
                  </a:cubicBezTo>
                  <a:cubicBezTo>
                    <a:pt x="9434" y="381"/>
                    <a:pt x="9054" y="1"/>
                    <a:pt x="9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21"/>
            <p:cNvSpPr/>
            <p:nvPr/>
          </p:nvSpPr>
          <p:spPr>
            <a:xfrm>
              <a:off x="5975032" y="4152178"/>
              <a:ext cx="1472063" cy="904786"/>
            </a:xfrm>
            <a:custGeom>
              <a:rect b="b" l="l" r="r" t="t"/>
              <a:pathLst>
                <a:path extrusionOk="0" h="8230" w="13390">
                  <a:moveTo>
                    <a:pt x="1" y="0"/>
                  </a:moveTo>
                  <a:lnTo>
                    <a:pt x="1" y="3087"/>
                  </a:lnTo>
                  <a:cubicBezTo>
                    <a:pt x="616" y="4916"/>
                    <a:pt x="1739" y="7984"/>
                    <a:pt x="2436" y="8202"/>
                  </a:cubicBezTo>
                  <a:cubicBezTo>
                    <a:pt x="2497" y="8221"/>
                    <a:pt x="2595" y="8229"/>
                    <a:pt x="2723" y="8229"/>
                  </a:cubicBezTo>
                  <a:cubicBezTo>
                    <a:pt x="4264" y="8229"/>
                    <a:pt x="10298" y="6961"/>
                    <a:pt x="12846" y="6409"/>
                  </a:cubicBezTo>
                  <a:cubicBezTo>
                    <a:pt x="13009" y="4934"/>
                    <a:pt x="13218" y="2969"/>
                    <a:pt x="13390" y="1141"/>
                  </a:cubicBezTo>
                  <a:lnTo>
                    <a:pt x="13390" y="1141"/>
                  </a:lnTo>
                  <a:lnTo>
                    <a:pt x="6519" y="1340"/>
                  </a:lnTo>
                  <a:lnTo>
                    <a:pt x="5025" y="30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21"/>
            <p:cNvSpPr/>
            <p:nvPr/>
          </p:nvSpPr>
          <p:spPr>
            <a:xfrm>
              <a:off x="6400046" y="3085245"/>
              <a:ext cx="671828" cy="383022"/>
            </a:xfrm>
            <a:custGeom>
              <a:rect b="b" l="l" r="r" t="t"/>
              <a:pathLst>
                <a:path extrusionOk="0" h="3484" w="6111">
                  <a:moveTo>
                    <a:pt x="5187" y="1"/>
                  </a:moveTo>
                  <a:cubicBezTo>
                    <a:pt x="5187" y="1"/>
                    <a:pt x="5359" y="2282"/>
                    <a:pt x="3667" y="2508"/>
                  </a:cubicBezTo>
                  <a:cubicBezTo>
                    <a:pt x="3586" y="2519"/>
                    <a:pt x="3507" y="2524"/>
                    <a:pt x="3429" y="2524"/>
                  </a:cubicBezTo>
                  <a:cubicBezTo>
                    <a:pt x="1869" y="2524"/>
                    <a:pt x="761" y="471"/>
                    <a:pt x="761" y="471"/>
                  </a:cubicBezTo>
                  <a:cubicBezTo>
                    <a:pt x="761" y="471"/>
                    <a:pt x="462" y="671"/>
                    <a:pt x="0" y="870"/>
                  </a:cubicBezTo>
                  <a:cubicBezTo>
                    <a:pt x="308" y="1757"/>
                    <a:pt x="869" y="2554"/>
                    <a:pt x="1666" y="3033"/>
                  </a:cubicBezTo>
                  <a:cubicBezTo>
                    <a:pt x="2143" y="3325"/>
                    <a:pt x="2708" y="3484"/>
                    <a:pt x="3267" y="3484"/>
                  </a:cubicBezTo>
                  <a:cubicBezTo>
                    <a:pt x="3748" y="3484"/>
                    <a:pt x="4225" y="3366"/>
                    <a:pt x="4635" y="3115"/>
                  </a:cubicBezTo>
                  <a:cubicBezTo>
                    <a:pt x="5468" y="2608"/>
                    <a:pt x="5921" y="1684"/>
                    <a:pt x="6111" y="725"/>
                  </a:cubicBezTo>
                  <a:cubicBezTo>
                    <a:pt x="5568" y="381"/>
                    <a:pt x="5188" y="1"/>
                    <a:pt x="5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21"/>
            <p:cNvSpPr/>
            <p:nvPr/>
          </p:nvSpPr>
          <p:spPr>
            <a:xfrm>
              <a:off x="5995920" y="4138216"/>
              <a:ext cx="2282193" cy="811449"/>
            </a:xfrm>
            <a:custGeom>
              <a:rect b="b" l="l" r="r" t="t"/>
              <a:pathLst>
                <a:path extrusionOk="0" h="7381" w="20759">
                  <a:moveTo>
                    <a:pt x="5532" y="0"/>
                  </a:moveTo>
                  <a:lnTo>
                    <a:pt x="1" y="1965"/>
                  </a:lnTo>
                  <a:cubicBezTo>
                    <a:pt x="988" y="4382"/>
                    <a:pt x="2083" y="6690"/>
                    <a:pt x="2662" y="7215"/>
                  </a:cubicBezTo>
                  <a:cubicBezTo>
                    <a:pt x="2788" y="7329"/>
                    <a:pt x="3057" y="7380"/>
                    <a:pt x="3437" y="7380"/>
                  </a:cubicBezTo>
                  <a:cubicBezTo>
                    <a:pt x="6555" y="7380"/>
                    <a:pt x="17128" y="3956"/>
                    <a:pt x="17128" y="3956"/>
                  </a:cubicBezTo>
                  <a:cubicBezTo>
                    <a:pt x="17536" y="3902"/>
                    <a:pt x="18007" y="3812"/>
                    <a:pt x="18387" y="3739"/>
                  </a:cubicBezTo>
                  <a:cubicBezTo>
                    <a:pt x="18758" y="3667"/>
                    <a:pt x="19030" y="3603"/>
                    <a:pt x="19030" y="3603"/>
                  </a:cubicBezTo>
                  <a:lnTo>
                    <a:pt x="19573" y="4328"/>
                  </a:lnTo>
                  <a:lnTo>
                    <a:pt x="20152" y="4328"/>
                  </a:lnTo>
                  <a:cubicBezTo>
                    <a:pt x="20152" y="4328"/>
                    <a:pt x="20759" y="3259"/>
                    <a:pt x="20605" y="2481"/>
                  </a:cubicBezTo>
                  <a:cubicBezTo>
                    <a:pt x="20446" y="1722"/>
                    <a:pt x="19978" y="1230"/>
                    <a:pt x="19477" y="1230"/>
                  </a:cubicBezTo>
                  <a:cubicBezTo>
                    <a:pt x="19464" y="1230"/>
                    <a:pt x="19450" y="1231"/>
                    <a:pt x="19437" y="1232"/>
                  </a:cubicBezTo>
                  <a:cubicBezTo>
                    <a:pt x="19057" y="1250"/>
                    <a:pt x="17346" y="1630"/>
                    <a:pt x="16440" y="1829"/>
                  </a:cubicBezTo>
                  <a:lnTo>
                    <a:pt x="6139" y="2055"/>
                  </a:lnTo>
                  <a:lnTo>
                    <a:pt x="5532" y="0"/>
                  </a:lnTo>
                  <a:close/>
                </a:path>
              </a:pathLst>
            </a:custGeom>
            <a:solidFill>
              <a:srgbClr val="F59D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21"/>
            <p:cNvSpPr/>
            <p:nvPr/>
          </p:nvSpPr>
          <p:spPr>
            <a:xfrm>
              <a:off x="6466667" y="4274537"/>
              <a:ext cx="204154" cy="186234"/>
            </a:xfrm>
            <a:custGeom>
              <a:rect b="b" l="l" r="r" t="t"/>
              <a:pathLst>
                <a:path extrusionOk="0" h="1694" w="1857">
                  <a:moveTo>
                    <a:pt x="1621" y="1"/>
                  </a:moveTo>
                  <a:lnTo>
                    <a:pt x="1" y="1693"/>
                  </a:lnTo>
                  <a:lnTo>
                    <a:pt x="1857" y="815"/>
                  </a:lnTo>
                  <a:lnTo>
                    <a:pt x="1621" y="1"/>
                  </a:ln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21"/>
            <p:cNvSpPr/>
            <p:nvPr/>
          </p:nvSpPr>
          <p:spPr>
            <a:xfrm>
              <a:off x="5995920" y="4138216"/>
              <a:ext cx="637088" cy="322557"/>
            </a:xfrm>
            <a:custGeom>
              <a:rect b="b" l="l" r="r" t="t"/>
              <a:pathLst>
                <a:path extrusionOk="0" h="2934" w="5795">
                  <a:moveTo>
                    <a:pt x="5532" y="0"/>
                  </a:moveTo>
                  <a:lnTo>
                    <a:pt x="1" y="1965"/>
                  </a:lnTo>
                  <a:lnTo>
                    <a:pt x="408" y="2933"/>
                  </a:lnTo>
                  <a:lnTo>
                    <a:pt x="5795" y="878"/>
                  </a:lnTo>
                  <a:lnTo>
                    <a:pt x="5532" y="0"/>
                  </a:ln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21"/>
            <p:cNvSpPr/>
            <p:nvPr/>
          </p:nvSpPr>
          <p:spPr>
            <a:xfrm>
              <a:off x="5701400" y="3222996"/>
              <a:ext cx="928642" cy="1139282"/>
            </a:xfrm>
            <a:custGeom>
              <a:rect b="b" l="l" r="r" t="t"/>
              <a:pathLst>
                <a:path extrusionOk="0" h="10363" w="8447">
                  <a:moveTo>
                    <a:pt x="4876" y="0"/>
                  </a:moveTo>
                  <a:cubicBezTo>
                    <a:pt x="4165" y="0"/>
                    <a:pt x="2159" y="108"/>
                    <a:pt x="1186" y="1273"/>
                  </a:cubicBezTo>
                  <a:cubicBezTo>
                    <a:pt x="0" y="2704"/>
                    <a:pt x="372" y="4623"/>
                    <a:pt x="444" y="5039"/>
                  </a:cubicBezTo>
                  <a:cubicBezTo>
                    <a:pt x="516" y="5456"/>
                    <a:pt x="2472" y="10362"/>
                    <a:pt x="2472" y="10362"/>
                  </a:cubicBezTo>
                  <a:lnTo>
                    <a:pt x="2680" y="10290"/>
                  </a:lnTo>
                  <a:lnTo>
                    <a:pt x="8211" y="8325"/>
                  </a:lnTo>
                  <a:lnTo>
                    <a:pt x="8446" y="8244"/>
                  </a:lnTo>
                  <a:lnTo>
                    <a:pt x="5984" y="730"/>
                  </a:lnTo>
                  <a:lnTo>
                    <a:pt x="5133" y="6"/>
                  </a:lnTo>
                  <a:cubicBezTo>
                    <a:pt x="5133" y="6"/>
                    <a:pt x="5038" y="0"/>
                    <a:pt x="48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21"/>
            <p:cNvSpPr/>
            <p:nvPr/>
          </p:nvSpPr>
          <p:spPr>
            <a:xfrm>
              <a:off x="6369154" y="1738854"/>
              <a:ext cx="1110809" cy="1195680"/>
            </a:xfrm>
            <a:custGeom>
              <a:rect b="b" l="l" r="r" t="t"/>
              <a:pathLst>
                <a:path extrusionOk="0" h="10876" w="10104">
                  <a:moveTo>
                    <a:pt x="5240" y="0"/>
                  </a:moveTo>
                  <a:cubicBezTo>
                    <a:pt x="3056" y="0"/>
                    <a:pt x="1077" y="1493"/>
                    <a:pt x="544" y="3711"/>
                  </a:cubicBezTo>
                  <a:cubicBezTo>
                    <a:pt x="1" y="5965"/>
                    <a:pt x="987" y="8889"/>
                    <a:pt x="2961" y="10021"/>
                  </a:cubicBezTo>
                  <a:lnTo>
                    <a:pt x="2961" y="10030"/>
                  </a:lnTo>
                  <a:cubicBezTo>
                    <a:pt x="2988" y="10048"/>
                    <a:pt x="3060" y="10084"/>
                    <a:pt x="3151" y="10129"/>
                  </a:cubicBezTo>
                  <a:cubicBezTo>
                    <a:pt x="3368" y="10238"/>
                    <a:pt x="3595" y="10319"/>
                    <a:pt x="3839" y="10383"/>
                  </a:cubicBezTo>
                  <a:cubicBezTo>
                    <a:pt x="4562" y="10622"/>
                    <a:pt x="5603" y="10875"/>
                    <a:pt x="6506" y="10875"/>
                  </a:cubicBezTo>
                  <a:cubicBezTo>
                    <a:pt x="7039" y="10875"/>
                    <a:pt x="7524" y="10787"/>
                    <a:pt x="7867" y="10555"/>
                  </a:cubicBezTo>
                  <a:cubicBezTo>
                    <a:pt x="8211" y="10319"/>
                    <a:pt x="8555" y="9749"/>
                    <a:pt x="8854" y="9097"/>
                  </a:cubicBezTo>
                  <a:cubicBezTo>
                    <a:pt x="9162" y="8427"/>
                    <a:pt x="9433" y="7658"/>
                    <a:pt x="9624" y="7051"/>
                  </a:cubicBezTo>
                  <a:cubicBezTo>
                    <a:pt x="9723" y="6735"/>
                    <a:pt x="9805" y="6454"/>
                    <a:pt x="9859" y="6264"/>
                  </a:cubicBezTo>
                  <a:cubicBezTo>
                    <a:pt x="9877" y="6219"/>
                    <a:pt x="9886" y="6164"/>
                    <a:pt x="9904" y="6119"/>
                  </a:cubicBezTo>
                  <a:lnTo>
                    <a:pt x="9931" y="6001"/>
                  </a:lnTo>
                  <a:cubicBezTo>
                    <a:pt x="9940" y="5974"/>
                    <a:pt x="9940" y="5965"/>
                    <a:pt x="9940" y="5965"/>
                  </a:cubicBezTo>
                  <a:cubicBezTo>
                    <a:pt x="10067" y="5449"/>
                    <a:pt x="10103" y="4933"/>
                    <a:pt x="10067" y="4435"/>
                  </a:cubicBezTo>
                  <a:cubicBezTo>
                    <a:pt x="9895" y="2417"/>
                    <a:pt x="8456" y="642"/>
                    <a:pt x="6374" y="135"/>
                  </a:cubicBezTo>
                  <a:cubicBezTo>
                    <a:pt x="5994" y="44"/>
                    <a:pt x="5614" y="0"/>
                    <a:pt x="5240" y="0"/>
                  </a:cubicBezTo>
                  <a:close/>
                </a:path>
              </a:pathLst>
            </a:custGeom>
            <a:solidFill>
              <a:srgbClr val="F59D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21"/>
            <p:cNvSpPr/>
            <p:nvPr/>
          </p:nvSpPr>
          <p:spPr>
            <a:xfrm>
              <a:off x="6608045" y="1852638"/>
              <a:ext cx="871914" cy="559032"/>
            </a:xfrm>
            <a:custGeom>
              <a:rect b="b" l="l" r="r" t="t"/>
              <a:pathLst>
                <a:path extrusionOk="0" h="5085" w="7931">
                  <a:moveTo>
                    <a:pt x="2351" y="0"/>
                  </a:moveTo>
                  <a:cubicBezTo>
                    <a:pt x="2248" y="0"/>
                    <a:pt x="2146" y="12"/>
                    <a:pt x="2046" y="42"/>
                  </a:cubicBezTo>
                  <a:cubicBezTo>
                    <a:pt x="1711" y="132"/>
                    <a:pt x="1458" y="431"/>
                    <a:pt x="1250" y="712"/>
                  </a:cubicBezTo>
                  <a:cubicBezTo>
                    <a:pt x="842" y="1255"/>
                    <a:pt x="480" y="1825"/>
                    <a:pt x="281" y="2468"/>
                  </a:cubicBezTo>
                  <a:cubicBezTo>
                    <a:pt x="82" y="3111"/>
                    <a:pt x="0" y="3862"/>
                    <a:pt x="272" y="4478"/>
                  </a:cubicBezTo>
                  <a:cubicBezTo>
                    <a:pt x="1367" y="4043"/>
                    <a:pt x="2245" y="3102"/>
                    <a:pt x="2607" y="1979"/>
                  </a:cubicBezTo>
                  <a:cubicBezTo>
                    <a:pt x="3149" y="2404"/>
                    <a:pt x="3807" y="2636"/>
                    <a:pt x="4475" y="2636"/>
                  </a:cubicBezTo>
                  <a:cubicBezTo>
                    <a:pt x="4790" y="2636"/>
                    <a:pt x="5106" y="2584"/>
                    <a:pt x="5414" y="2477"/>
                  </a:cubicBezTo>
                  <a:lnTo>
                    <a:pt x="5414" y="2477"/>
                  </a:lnTo>
                  <a:cubicBezTo>
                    <a:pt x="5296" y="2721"/>
                    <a:pt x="5350" y="3083"/>
                    <a:pt x="5495" y="3301"/>
                  </a:cubicBezTo>
                  <a:cubicBezTo>
                    <a:pt x="5631" y="3527"/>
                    <a:pt x="5857" y="3690"/>
                    <a:pt x="6084" y="3826"/>
                  </a:cubicBezTo>
                  <a:cubicBezTo>
                    <a:pt x="6319" y="3952"/>
                    <a:pt x="6563" y="4061"/>
                    <a:pt x="6790" y="4197"/>
                  </a:cubicBezTo>
                  <a:cubicBezTo>
                    <a:pt x="7161" y="4423"/>
                    <a:pt x="7469" y="4740"/>
                    <a:pt x="7731" y="5084"/>
                  </a:cubicBezTo>
                  <a:lnTo>
                    <a:pt x="7758" y="4966"/>
                  </a:lnTo>
                  <a:cubicBezTo>
                    <a:pt x="7767" y="4939"/>
                    <a:pt x="7767" y="4930"/>
                    <a:pt x="7767" y="4930"/>
                  </a:cubicBezTo>
                  <a:cubicBezTo>
                    <a:pt x="7894" y="4414"/>
                    <a:pt x="7930" y="3898"/>
                    <a:pt x="7894" y="3400"/>
                  </a:cubicBezTo>
                  <a:cubicBezTo>
                    <a:pt x="7876" y="3382"/>
                    <a:pt x="7867" y="3355"/>
                    <a:pt x="7858" y="3337"/>
                  </a:cubicBezTo>
                  <a:cubicBezTo>
                    <a:pt x="7559" y="2803"/>
                    <a:pt x="7270" y="2269"/>
                    <a:pt x="6853" y="1816"/>
                  </a:cubicBezTo>
                  <a:cubicBezTo>
                    <a:pt x="6355" y="1282"/>
                    <a:pt x="5694" y="902"/>
                    <a:pt x="5006" y="630"/>
                  </a:cubicBezTo>
                  <a:cubicBezTo>
                    <a:pt x="4318" y="368"/>
                    <a:pt x="3594" y="214"/>
                    <a:pt x="2879" y="69"/>
                  </a:cubicBezTo>
                  <a:cubicBezTo>
                    <a:pt x="2707" y="35"/>
                    <a:pt x="2528" y="0"/>
                    <a:pt x="2351" y="0"/>
                  </a:cubicBez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21"/>
            <p:cNvSpPr/>
            <p:nvPr/>
          </p:nvSpPr>
          <p:spPr>
            <a:xfrm>
              <a:off x="7081761" y="2363732"/>
              <a:ext cx="95646" cy="168314"/>
            </a:xfrm>
            <a:custGeom>
              <a:rect b="b" l="l" r="r" t="t"/>
              <a:pathLst>
                <a:path extrusionOk="0" h="1531" w="870">
                  <a:moveTo>
                    <a:pt x="688" y="1"/>
                  </a:moveTo>
                  <a:lnTo>
                    <a:pt x="688" y="1"/>
                  </a:lnTo>
                  <a:cubicBezTo>
                    <a:pt x="625" y="145"/>
                    <a:pt x="562" y="281"/>
                    <a:pt x="525" y="435"/>
                  </a:cubicBezTo>
                  <a:cubicBezTo>
                    <a:pt x="471" y="580"/>
                    <a:pt x="444" y="734"/>
                    <a:pt x="417" y="888"/>
                  </a:cubicBezTo>
                  <a:cubicBezTo>
                    <a:pt x="417" y="888"/>
                    <a:pt x="417" y="888"/>
                    <a:pt x="417" y="897"/>
                  </a:cubicBezTo>
                  <a:cubicBezTo>
                    <a:pt x="426" y="915"/>
                    <a:pt x="444" y="933"/>
                    <a:pt x="462" y="933"/>
                  </a:cubicBezTo>
                  <a:cubicBezTo>
                    <a:pt x="470" y="932"/>
                    <a:pt x="478" y="932"/>
                    <a:pt x="486" y="932"/>
                  </a:cubicBezTo>
                  <a:cubicBezTo>
                    <a:pt x="586" y="932"/>
                    <a:pt x="683" y="985"/>
                    <a:pt x="725" y="1069"/>
                  </a:cubicBezTo>
                  <a:cubicBezTo>
                    <a:pt x="770" y="1150"/>
                    <a:pt x="734" y="1268"/>
                    <a:pt x="652" y="1349"/>
                  </a:cubicBezTo>
                  <a:cubicBezTo>
                    <a:pt x="580" y="1422"/>
                    <a:pt x="471" y="1467"/>
                    <a:pt x="353" y="1476"/>
                  </a:cubicBezTo>
                  <a:cubicBezTo>
                    <a:pt x="332" y="1478"/>
                    <a:pt x="310" y="1479"/>
                    <a:pt x="289" y="1479"/>
                  </a:cubicBezTo>
                  <a:cubicBezTo>
                    <a:pt x="193" y="1479"/>
                    <a:pt x="96" y="1464"/>
                    <a:pt x="0" y="1449"/>
                  </a:cubicBezTo>
                  <a:lnTo>
                    <a:pt x="0" y="1449"/>
                  </a:lnTo>
                  <a:cubicBezTo>
                    <a:pt x="118" y="1485"/>
                    <a:pt x="236" y="1521"/>
                    <a:pt x="353" y="1530"/>
                  </a:cubicBezTo>
                  <a:cubicBezTo>
                    <a:pt x="480" y="1530"/>
                    <a:pt x="616" y="1494"/>
                    <a:pt x="715" y="1404"/>
                  </a:cubicBezTo>
                  <a:cubicBezTo>
                    <a:pt x="806" y="1313"/>
                    <a:pt x="869" y="1159"/>
                    <a:pt x="797" y="1023"/>
                  </a:cubicBezTo>
                  <a:cubicBezTo>
                    <a:pt x="751" y="915"/>
                    <a:pt x="632" y="853"/>
                    <a:pt x="513" y="849"/>
                  </a:cubicBezTo>
                  <a:lnTo>
                    <a:pt x="513" y="849"/>
                  </a:lnTo>
                  <a:cubicBezTo>
                    <a:pt x="531" y="712"/>
                    <a:pt x="555" y="582"/>
                    <a:pt x="580" y="444"/>
                  </a:cubicBezTo>
                  <a:cubicBezTo>
                    <a:pt x="616" y="299"/>
                    <a:pt x="652" y="154"/>
                    <a:pt x="688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21"/>
            <p:cNvSpPr/>
            <p:nvPr/>
          </p:nvSpPr>
          <p:spPr>
            <a:xfrm>
              <a:off x="7055816" y="2493128"/>
              <a:ext cx="15061" cy="25945"/>
            </a:xfrm>
            <a:custGeom>
              <a:rect b="b" l="l" r="r" t="t"/>
              <a:pathLst>
                <a:path extrusionOk="0" h="236" w="137">
                  <a:moveTo>
                    <a:pt x="19" y="0"/>
                  </a:moveTo>
                  <a:lnTo>
                    <a:pt x="19" y="0"/>
                  </a:lnTo>
                  <a:cubicBezTo>
                    <a:pt x="1" y="55"/>
                    <a:pt x="10" y="100"/>
                    <a:pt x="28" y="136"/>
                  </a:cubicBezTo>
                  <a:cubicBezTo>
                    <a:pt x="46" y="172"/>
                    <a:pt x="73" y="209"/>
                    <a:pt x="128" y="236"/>
                  </a:cubicBezTo>
                  <a:cubicBezTo>
                    <a:pt x="137" y="181"/>
                    <a:pt x="128" y="136"/>
                    <a:pt x="110" y="100"/>
                  </a:cubicBezTo>
                  <a:cubicBezTo>
                    <a:pt x="91" y="64"/>
                    <a:pt x="64" y="28"/>
                    <a:pt x="19" y="0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21"/>
            <p:cNvSpPr/>
            <p:nvPr/>
          </p:nvSpPr>
          <p:spPr>
            <a:xfrm>
              <a:off x="6898607" y="2142760"/>
              <a:ext cx="165346" cy="56178"/>
            </a:xfrm>
            <a:custGeom>
              <a:rect b="b" l="l" r="r" t="t"/>
              <a:pathLst>
                <a:path extrusionOk="0" h="511" w="1504">
                  <a:moveTo>
                    <a:pt x="836" y="1"/>
                  </a:moveTo>
                  <a:cubicBezTo>
                    <a:pt x="792" y="1"/>
                    <a:pt x="749" y="4"/>
                    <a:pt x="707" y="10"/>
                  </a:cubicBezTo>
                  <a:cubicBezTo>
                    <a:pt x="571" y="19"/>
                    <a:pt x="444" y="55"/>
                    <a:pt x="327" y="109"/>
                  </a:cubicBezTo>
                  <a:cubicBezTo>
                    <a:pt x="209" y="164"/>
                    <a:pt x="91" y="236"/>
                    <a:pt x="10" y="336"/>
                  </a:cubicBezTo>
                  <a:cubicBezTo>
                    <a:pt x="1" y="345"/>
                    <a:pt x="1" y="354"/>
                    <a:pt x="1" y="372"/>
                  </a:cubicBezTo>
                  <a:cubicBezTo>
                    <a:pt x="1" y="399"/>
                    <a:pt x="19" y="417"/>
                    <a:pt x="46" y="417"/>
                  </a:cubicBezTo>
                  <a:cubicBezTo>
                    <a:pt x="173" y="426"/>
                    <a:pt x="290" y="426"/>
                    <a:pt x="399" y="426"/>
                  </a:cubicBezTo>
                  <a:cubicBezTo>
                    <a:pt x="499" y="435"/>
                    <a:pt x="607" y="444"/>
                    <a:pt x="707" y="453"/>
                  </a:cubicBezTo>
                  <a:lnTo>
                    <a:pt x="1005" y="490"/>
                  </a:lnTo>
                  <a:cubicBezTo>
                    <a:pt x="1086" y="497"/>
                    <a:pt x="1167" y="510"/>
                    <a:pt x="1257" y="510"/>
                  </a:cubicBezTo>
                  <a:cubicBezTo>
                    <a:pt x="1278" y="510"/>
                    <a:pt x="1300" y="510"/>
                    <a:pt x="1322" y="508"/>
                  </a:cubicBezTo>
                  <a:lnTo>
                    <a:pt x="1331" y="508"/>
                  </a:lnTo>
                  <a:cubicBezTo>
                    <a:pt x="1368" y="508"/>
                    <a:pt x="1404" y="490"/>
                    <a:pt x="1431" y="463"/>
                  </a:cubicBezTo>
                  <a:cubicBezTo>
                    <a:pt x="1494" y="408"/>
                    <a:pt x="1503" y="309"/>
                    <a:pt x="1440" y="245"/>
                  </a:cubicBezTo>
                  <a:cubicBezTo>
                    <a:pt x="1349" y="137"/>
                    <a:pt x="1232" y="82"/>
                    <a:pt x="1096" y="37"/>
                  </a:cubicBezTo>
                  <a:cubicBezTo>
                    <a:pt x="1012" y="13"/>
                    <a:pt x="923" y="1"/>
                    <a:pt x="8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21"/>
            <p:cNvSpPr/>
            <p:nvPr/>
          </p:nvSpPr>
          <p:spPr>
            <a:xfrm>
              <a:off x="7295697" y="2225432"/>
              <a:ext cx="150395" cy="92347"/>
            </a:xfrm>
            <a:custGeom>
              <a:rect b="b" l="l" r="r" t="t"/>
              <a:pathLst>
                <a:path extrusionOk="0" h="840" w="1368">
                  <a:moveTo>
                    <a:pt x="358" y="0"/>
                  </a:moveTo>
                  <a:cubicBezTo>
                    <a:pt x="279" y="0"/>
                    <a:pt x="202" y="14"/>
                    <a:pt x="127" y="45"/>
                  </a:cubicBezTo>
                  <a:cubicBezTo>
                    <a:pt x="91" y="55"/>
                    <a:pt x="64" y="82"/>
                    <a:pt x="46" y="109"/>
                  </a:cubicBezTo>
                  <a:cubicBezTo>
                    <a:pt x="1" y="190"/>
                    <a:pt x="28" y="281"/>
                    <a:pt x="100" y="326"/>
                  </a:cubicBezTo>
                  <a:lnTo>
                    <a:pt x="118" y="335"/>
                  </a:lnTo>
                  <a:cubicBezTo>
                    <a:pt x="218" y="389"/>
                    <a:pt x="308" y="426"/>
                    <a:pt x="408" y="462"/>
                  </a:cubicBezTo>
                  <a:lnTo>
                    <a:pt x="689" y="561"/>
                  </a:lnTo>
                  <a:cubicBezTo>
                    <a:pt x="779" y="598"/>
                    <a:pt x="879" y="643"/>
                    <a:pt x="978" y="679"/>
                  </a:cubicBezTo>
                  <a:cubicBezTo>
                    <a:pt x="1078" y="724"/>
                    <a:pt x="1177" y="779"/>
                    <a:pt x="1286" y="833"/>
                  </a:cubicBezTo>
                  <a:cubicBezTo>
                    <a:pt x="1291" y="838"/>
                    <a:pt x="1297" y="840"/>
                    <a:pt x="1304" y="840"/>
                  </a:cubicBezTo>
                  <a:cubicBezTo>
                    <a:pt x="1311" y="840"/>
                    <a:pt x="1318" y="838"/>
                    <a:pt x="1322" y="833"/>
                  </a:cubicBezTo>
                  <a:cubicBezTo>
                    <a:pt x="1349" y="833"/>
                    <a:pt x="1368" y="806"/>
                    <a:pt x="1359" y="779"/>
                  </a:cubicBezTo>
                  <a:cubicBezTo>
                    <a:pt x="1331" y="643"/>
                    <a:pt x="1268" y="534"/>
                    <a:pt x="1187" y="426"/>
                  </a:cubicBezTo>
                  <a:cubicBezTo>
                    <a:pt x="1105" y="326"/>
                    <a:pt x="1005" y="236"/>
                    <a:pt x="888" y="163"/>
                  </a:cubicBezTo>
                  <a:cubicBezTo>
                    <a:pt x="779" y="91"/>
                    <a:pt x="652" y="36"/>
                    <a:pt x="526" y="18"/>
                  </a:cubicBezTo>
                  <a:cubicBezTo>
                    <a:pt x="469" y="7"/>
                    <a:pt x="413" y="0"/>
                    <a:pt x="358" y="0"/>
                  </a:cubicBezTo>
                  <a:close/>
                </a:path>
              </a:pathLst>
            </a:custGeom>
            <a:solidFill>
              <a:srgbClr val="00244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21"/>
            <p:cNvSpPr/>
            <p:nvPr/>
          </p:nvSpPr>
          <p:spPr>
            <a:xfrm>
              <a:off x="7256890" y="2364722"/>
              <a:ext cx="104660" cy="110707"/>
            </a:xfrm>
            <a:custGeom>
              <a:rect b="b" l="l" r="r" t="t"/>
              <a:pathLst>
                <a:path extrusionOk="0" h="1007" w="952">
                  <a:moveTo>
                    <a:pt x="508" y="0"/>
                  </a:moveTo>
                  <a:cubicBezTo>
                    <a:pt x="309" y="0"/>
                    <a:pt x="120" y="169"/>
                    <a:pt x="64" y="408"/>
                  </a:cubicBezTo>
                  <a:cubicBezTo>
                    <a:pt x="1" y="680"/>
                    <a:pt x="127" y="942"/>
                    <a:pt x="354" y="996"/>
                  </a:cubicBezTo>
                  <a:cubicBezTo>
                    <a:pt x="382" y="1003"/>
                    <a:pt x="410" y="1006"/>
                    <a:pt x="438" y="1006"/>
                  </a:cubicBezTo>
                  <a:cubicBezTo>
                    <a:pt x="636" y="1006"/>
                    <a:pt x="823" y="845"/>
                    <a:pt x="879" y="607"/>
                  </a:cubicBezTo>
                  <a:cubicBezTo>
                    <a:pt x="951" y="326"/>
                    <a:pt x="815" y="64"/>
                    <a:pt x="589" y="10"/>
                  </a:cubicBezTo>
                  <a:cubicBezTo>
                    <a:pt x="562" y="3"/>
                    <a:pt x="535" y="0"/>
                    <a:pt x="5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21"/>
            <p:cNvSpPr/>
            <p:nvPr/>
          </p:nvSpPr>
          <p:spPr>
            <a:xfrm>
              <a:off x="6919495" y="2284029"/>
              <a:ext cx="104660" cy="110707"/>
            </a:xfrm>
            <a:custGeom>
              <a:rect b="b" l="l" r="r" t="t"/>
              <a:pathLst>
                <a:path extrusionOk="0" h="1007" w="952">
                  <a:moveTo>
                    <a:pt x="505" y="0"/>
                  </a:moveTo>
                  <a:cubicBezTo>
                    <a:pt x="307" y="0"/>
                    <a:pt x="120" y="163"/>
                    <a:pt x="64" y="409"/>
                  </a:cubicBezTo>
                  <a:cubicBezTo>
                    <a:pt x="1" y="680"/>
                    <a:pt x="128" y="943"/>
                    <a:pt x="354" y="997"/>
                  </a:cubicBezTo>
                  <a:cubicBezTo>
                    <a:pt x="381" y="1004"/>
                    <a:pt x="408" y="1007"/>
                    <a:pt x="435" y="1007"/>
                  </a:cubicBezTo>
                  <a:cubicBezTo>
                    <a:pt x="634" y="1007"/>
                    <a:pt x="823" y="838"/>
                    <a:pt x="879" y="599"/>
                  </a:cubicBezTo>
                  <a:cubicBezTo>
                    <a:pt x="951" y="327"/>
                    <a:pt x="815" y="65"/>
                    <a:pt x="589" y="10"/>
                  </a:cubicBezTo>
                  <a:cubicBezTo>
                    <a:pt x="561" y="4"/>
                    <a:pt x="533" y="0"/>
                    <a:pt x="5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21"/>
            <p:cNvSpPr/>
            <p:nvPr/>
          </p:nvSpPr>
          <p:spPr>
            <a:xfrm>
              <a:off x="7251943" y="2505880"/>
              <a:ext cx="175240" cy="233177"/>
            </a:xfrm>
            <a:custGeom>
              <a:rect b="b" l="l" r="r" t="t"/>
              <a:pathLst>
                <a:path extrusionOk="0" h="2121" w="1594">
                  <a:moveTo>
                    <a:pt x="1195" y="0"/>
                  </a:moveTo>
                  <a:cubicBezTo>
                    <a:pt x="700" y="0"/>
                    <a:pt x="251" y="331"/>
                    <a:pt x="127" y="835"/>
                  </a:cubicBezTo>
                  <a:cubicBezTo>
                    <a:pt x="0" y="1387"/>
                    <a:pt x="308" y="1939"/>
                    <a:pt x="824" y="2120"/>
                  </a:cubicBezTo>
                  <a:cubicBezTo>
                    <a:pt x="1132" y="1450"/>
                    <a:pt x="1403" y="681"/>
                    <a:pt x="1594" y="74"/>
                  </a:cubicBezTo>
                  <a:cubicBezTo>
                    <a:pt x="1548" y="56"/>
                    <a:pt x="1494" y="38"/>
                    <a:pt x="1449" y="29"/>
                  </a:cubicBezTo>
                  <a:cubicBezTo>
                    <a:pt x="1364" y="10"/>
                    <a:pt x="1279" y="0"/>
                    <a:pt x="1195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21"/>
            <p:cNvSpPr/>
            <p:nvPr/>
          </p:nvSpPr>
          <p:spPr>
            <a:xfrm>
              <a:off x="6679724" y="2368570"/>
              <a:ext cx="264839" cy="240653"/>
            </a:xfrm>
            <a:custGeom>
              <a:rect b="b" l="l" r="r" t="t"/>
              <a:pathLst>
                <a:path extrusionOk="0" h="2189" w="2409">
                  <a:moveTo>
                    <a:pt x="1208" y="0"/>
                  </a:moveTo>
                  <a:cubicBezTo>
                    <a:pt x="711" y="0"/>
                    <a:pt x="260" y="339"/>
                    <a:pt x="136" y="844"/>
                  </a:cubicBezTo>
                  <a:cubicBezTo>
                    <a:pt x="0" y="1432"/>
                    <a:pt x="362" y="2021"/>
                    <a:pt x="951" y="2156"/>
                  </a:cubicBezTo>
                  <a:cubicBezTo>
                    <a:pt x="1038" y="2178"/>
                    <a:pt x="1126" y="2188"/>
                    <a:pt x="1212" y="2188"/>
                  </a:cubicBezTo>
                  <a:cubicBezTo>
                    <a:pt x="1704" y="2188"/>
                    <a:pt x="2148" y="1851"/>
                    <a:pt x="2263" y="1351"/>
                  </a:cubicBezTo>
                  <a:cubicBezTo>
                    <a:pt x="2408" y="762"/>
                    <a:pt x="2046" y="174"/>
                    <a:pt x="1458" y="29"/>
                  </a:cubicBezTo>
                  <a:cubicBezTo>
                    <a:pt x="1374" y="10"/>
                    <a:pt x="1291" y="0"/>
                    <a:pt x="1208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21"/>
            <p:cNvSpPr/>
            <p:nvPr/>
          </p:nvSpPr>
          <p:spPr>
            <a:xfrm>
              <a:off x="7017009" y="2650337"/>
              <a:ext cx="80804" cy="24626"/>
            </a:xfrm>
            <a:custGeom>
              <a:rect b="b" l="l" r="r" t="t"/>
              <a:pathLst>
                <a:path extrusionOk="0" h="224" w="735">
                  <a:moveTo>
                    <a:pt x="1" y="1"/>
                  </a:moveTo>
                  <a:cubicBezTo>
                    <a:pt x="91" y="100"/>
                    <a:pt x="209" y="164"/>
                    <a:pt x="336" y="200"/>
                  </a:cubicBezTo>
                  <a:cubicBezTo>
                    <a:pt x="409" y="214"/>
                    <a:pt x="481" y="224"/>
                    <a:pt x="552" y="224"/>
                  </a:cubicBezTo>
                  <a:cubicBezTo>
                    <a:pt x="614" y="224"/>
                    <a:pt x="675" y="217"/>
                    <a:pt x="734" y="200"/>
                  </a:cubicBezTo>
                  <a:cubicBezTo>
                    <a:pt x="598" y="173"/>
                    <a:pt x="481" y="155"/>
                    <a:pt x="363" y="127"/>
                  </a:cubicBezTo>
                  <a:cubicBezTo>
                    <a:pt x="236" y="91"/>
                    <a:pt x="119" y="46"/>
                    <a:pt x="1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21"/>
            <p:cNvSpPr/>
            <p:nvPr/>
          </p:nvSpPr>
          <p:spPr>
            <a:xfrm>
              <a:off x="6967318" y="2522920"/>
              <a:ext cx="233947" cy="128297"/>
            </a:xfrm>
            <a:custGeom>
              <a:rect b="b" l="l" r="r" t="t"/>
              <a:pathLst>
                <a:path extrusionOk="0" h="1167" w="2128">
                  <a:moveTo>
                    <a:pt x="0" y="1"/>
                  </a:moveTo>
                  <a:cubicBezTo>
                    <a:pt x="0" y="1"/>
                    <a:pt x="18" y="381"/>
                    <a:pt x="236" y="707"/>
                  </a:cubicBezTo>
                  <a:cubicBezTo>
                    <a:pt x="371" y="906"/>
                    <a:pt x="580" y="1087"/>
                    <a:pt x="896" y="1151"/>
                  </a:cubicBezTo>
                  <a:cubicBezTo>
                    <a:pt x="966" y="1162"/>
                    <a:pt x="1032" y="1167"/>
                    <a:pt x="1096" y="1167"/>
                  </a:cubicBezTo>
                  <a:cubicBezTo>
                    <a:pt x="1290" y="1167"/>
                    <a:pt x="1457" y="1119"/>
                    <a:pt x="1594" y="1051"/>
                  </a:cubicBezTo>
                  <a:cubicBezTo>
                    <a:pt x="1956" y="861"/>
                    <a:pt x="2128" y="526"/>
                    <a:pt x="2128" y="526"/>
                  </a:cubicBezTo>
                  <a:cubicBezTo>
                    <a:pt x="2128" y="526"/>
                    <a:pt x="1032" y="390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21"/>
            <p:cNvSpPr/>
            <p:nvPr/>
          </p:nvSpPr>
          <p:spPr>
            <a:xfrm>
              <a:off x="6993153" y="2594929"/>
              <a:ext cx="149405" cy="56288"/>
            </a:xfrm>
            <a:custGeom>
              <a:rect b="b" l="l" r="r" t="t"/>
              <a:pathLst>
                <a:path extrusionOk="0" h="512" w="1359">
                  <a:moveTo>
                    <a:pt x="390" y="0"/>
                  </a:moveTo>
                  <a:cubicBezTo>
                    <a:pt x="240" y="0"/>
                    <a:pt x="106" y="24"/>
                    <a:pt x="1" y="52"/>
                  </a:cubicBezTo>
                  <a:cubicBezTo>
                    <a:pt x="136" y="251"/>
                    <a:pt x="345" y="432"/>
                    <a:pt x="661" y="496"/>
                  </a:cubicBezTo>
                  <a:cubicBezTo>
                    <a:pt x="731" y="507"/>
                    <a:pt x="797" y="512"/>
                    <a:pt x="861" y="512"/>
                  </a:cubicBezTo>
                  <a:cubicBezTo>
                    <a:pt x="1055" y="512"/>
                    <a:pt x="1222" y="464"/>
                    <a:pt x="1359" y="396"/>
                  </a:cubicBezTo>
                  <a:cubicBezTo>
                    <a:pt x="1026" y="87"/>
                    <a:pt x="677" y="0"/>
                    <a:pt x="390" y="0"/>
                  </a:cubicBezTo>
                  <a:close/>
                </a:path>
              </a:pathLst>
            </a:custGeom>
            <a:solidFill>
              <a:srgbClr val="D45B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21"/>
            <p:cNvSpPr/>
            <p:nvPr/>
          </p:nvSpPr>
          <p:spPr>
            <a:xfrm>
              <a:off x="6462709" y="2227961"/>
              <a:ext cx="127528" cy="222074"/>
            </a:xfrm>
            <a:custGeom>
              <a:rect b="b" l="l" r="r" t="t"/>
              <a:pathLst>
                <a:path extrusionOk="0" h="2020" w="1160">
                  <a:moveTo>
                    <a:pt x="904" y="683"/>
                  </a:moveTo>
                  <a:cubicBezTo>
                    <a:pt x="917" y="683"/>
                    <a:pt x="930" y="684"/>
                    <a:pt x="942" y="686"/>
                  </a:cubicBezTo>
                  <a:lnTo>
                    <a:pt x="942" y="686"/>
                  </a:lnTo>
                  <a:cubicBezTo>
                    <a:pt x="974" y="885"/>
                    <a:pt x="999" y="1091"/>
                    <a:pt x="1024" y="1290"/>
                  </a:cubicBezTo>
                  <a:cubicBezTo>
                    <a:pt x="1033" y="1408"/>
                    <a:pt x="1042" y="1516"/>
                    <a:pt x="1051" y="1625"/>
                  </a:cubicBezTo>
                  <a:cubicBezTo>
                    <a:pt x="1060" y="1733"/>
                    <a:pt x="1051" y="1842"/>
                    <a:pt x="978" y="1887"/>
                  </a:cubicBezTo>
                  <a:cubicBezTo>
                    <a:pt x="949" y="1912"/>
                    <a:pt x="911" y="1924"/>
                    <a:pt x="870" y="1924"/>
                  </a:cubicBezTo>
                  <a:cubicBezTo>
                    <a:pt x="821" y="1924"/>
                    <a:pt x="769" y="1908"/>
                    <a:pt x="725" y="1878"/>
                  </a:cubicBezTo>
                  <a:cubicBezTo>
                    <a:pt x="634" y="1824"/>
                    <a:pt x="562" y="1742"/>
                    <a:pt x="517" y="1652"/>
                  </a:cubicBezTo>
                  <a:cubicBezTo>
                    <a:pt x="417" y="1462"/>
                    <a:pt x="399" y="1226"/>
                    <a:pt x="480" y="1027"/>
                  </a:cubicBezTo>
                  <a:cubicBezTo>
                    <a:pt x="517" y="928"/>
                    <a:pt x="580" y="837"/>
                    <a:pt x="671" y="774"/>
                  </a:cubicBezTo>
                  <a:cubicBezTo>
                    <a:pt x="734" y="718"/>
                    <a:pt x="819" y="683"/>
                    <a:pt x="904" y="683"/>
                  </a:cubicBezTo>
                  <a:close/>
                  <a:moveTo>
                    <a:pt x="615" y="1"/>
                  </a:moveTo>
                  <a:cubicBezTo>
                    <a:pt x="521" y="1"/>
                    <a:pt x="431" y="40"/>
                    <a:pt x="363" y="95"/>
                  </a:cubicBezTo>
                  <a:cubicBezTo>
                    <a:pt x="263" y="158"/>
                    <a:pt x="191" y="258"/>
                    <a:pt x="145" y="357"/>
                  </a:cubicBezTo>
                  <a:cubicBezTo>
                    <a:pt x="37" y="566"/>
                    <a:pt x="1" y="801"/>
                    <a:pt x="55" y="1018"/>
                  </a:cubicBezTo>
                  <a:cubicBezTo>
                    <a:pt x="28" y="801"/>
                    <a:pt x="73" y="566"/>
                    <a:pt x="191" y="385"/>
                  </a:cubicBezTo>
                  <a:cubicBezTo>
                    <a:pt x="245" y="294"/>
                    <a:pt x="308" y="204"/>
                    <a:pt x="399" y="149"/>
                  </a:cubicBezTo>
                  <a:cubicBezTo>
                    <a:pt x="462" y="105"/>
                    <a:pt x="533" y="79"/>
                    <a:pt x="602" y="79"/>
                  </a:cubicBezTo>
                  <a:cubicBezTo>
                    <a:pt x="632" y="79"/>
                    <a:pt x="661" y="84"/>
                    <a:pt x="689" y="95"/>
                  </a:cubicBezTo>
                  <a:cubicBezTo>
                    <a:pt x="779" y="122"/>
                    <a:pt x="833" y="213"/>
                    <a:pt x="870" y="312"/>
                  </a:cubicBezTo>
                  <a:cubicBezTo>
                    <a:pt x="897" y="412"/>
                    <a:pt x="915" y="520"/>
                    <a:pt x="933" y="629"/>
                  </a:cubicBezTo>
                  <a:cubicBezTo>
                    <a:pt x="936" y="647"/>
                    <a:pt x="939" y="665"/>
                    <a:pt x="942" y="683"/>
                  </a:cubicBezTo>
                  <a:lnTo>
                    <a:pt x="942" y="683"/>
                  </a:lnTo>
                  <a:cubicBezTo>
                    <a:pt x="920" y="678"/>
                    <a:pt x="899" y="676"/>
                    <a:pt x="877" y="676"/>
                  </a:cubicBezTo>
                  <a:cubicBezTo>
                    <a:pt x="799" y="676"/>
                    <a:pt x="722" y="703"/>
                    <a:pt x="652" y="747"/>
                  </a:cubicBezTo>
                  <a:cubicBezTo>
                    <a:pt x="553" y="810"/>
                    <a:pt x="480" y="901"/>
                    <a:pt x="426" y="1009"/>
                  </a:cubicBezTo>
                  <a:cubicBezTo>
                    <a:pt x="336" y="1217"/>
                    <a:pt x="345" y="1471"/>
                    <a:pt x="444" y="1688"/>
                  </a:cubicBezTo>
                  <a:cubicBezTo>
                    <a:pt x="499" y="1788"/>
                    <a:pt x="571" y="1887"/>
                    <a:pt x="671" y="1960"/>
                  </a:cubicBezTo>
                  <a:cubicBezTo>
                    <a:pt x="726" y="1995"/>
                    <a:pt x="799" y="2019"/>
                    <a:pt x="873" y="2019"/>
                  </a:cubicBezTo>
                  <a:cubicBezTo>
                    <a:pt x="931" y="2019"/>
                    <a:pt x="990" y="2005"/>
                    <a:pt x="1042" y="1969"/>
                  </a:cubicBezTo>
                  <a:cubicBezTo>
                    <a:pt x="1096" y="1924"/>
                    <a:pt x="1132" y="1860"/>
                    <a:pt x="1141" y="1797"/>
                  </a:cubicBezTo>
                  <a:cubicBezTo>
                    <a:pt x="1159" y="1733"/>
                    <a:pt x="1159" y="1679"/>
                    <a:pt x="1150" y="1616"/>
                  </a:cubicBezTo>
                  <a:cubicBezTo>
                    <a:pt x="1150" y="1507"/>
                    <a:pt x="1141" y="1389"/>
                    <a:pt x="1123" y="1281"/>
                  </a:cubicBezTo>
                  <a:cubicBezTo>
                    <a:pt x="1105" y="1054"/>
                    <a:pt x="1069" y="837"/>
                    <a:pt x="1033" y="611"/>
                  </a:cubicBezTo>
                  <a:cubicBezTo>
                    <a:pt x="1005" y="502"/>
                    <a:pt x="996" y="394"/>
                    <a:pt x="951" y="285"/>
                  </a:cubicBezTo>
                  <a:cubicBezTo>
                    <a:pt x="915" y="167"/>
                    <a:pt x="843" y="50"/>
                    <a:pt x="707" y="13"/>
                  </a:cubicBezTo>
                  <a:cubicBezTo>
                    <a:pt x="676" y="5"/>
                    <a:pt x="645" y="1"/>
                    <a:pt x="615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21"/>
            <p:cNvSpPr/>
            <p:nvPr/>
          </p:nvSpPr>
          <p:spPr>
            <a:xfrm>
              <a:off x="6262735" y="1624300"/>
              <a:ext cx="1419293" cy="852016"/>
            </a:xfrm>
            <a:custGeom>
              <a:rect b="b" l="l" r="r" t="t"/>
              <a:pathLst>
                <a:path extrusionOk="0" h="7750" w="12910">
                  <a:moveTo>
                    <a:pt x="6144" y="0"/>
                  </a:moveTo>
                  <a:cubicBezTo>
                    <a:pt x="5449" y="0"/>
                    <a:pt x="4756" y="137"/>
                    <a:pt x="4119" y="417"/>
                  </a:cubicBezTo>
                  <a:cubicBezTo>
                    <a:pt x="3666" y="616"/>
                    <a:pt x="3286" y="924"/>
                    <a:pt x="3114" y="1385"/>
                  </a:cubicBezTo>
                  <a:cubicBezTo>
                    <a:pt x="2905" y="1170"/>
                    <a:pt x="2606" y="1054"/>
                    <a:pt x="2310" y="1054"/>
                  </a:cubicBezTo>
                  <a:cubicBezTo>
                    <a:pt x="2208" y="1054"/>
                    <a:pt x="2107" y="1068"/>
                    <a:pt x="2010" y="1096"/>
                  </a:cubicBezTo>
                  <a:cubicBezTo>
                    <a:pt x="1620" y="1213"/>
                    <a:pt x="1313" y="1548"/>
                    <a:pt x="1231" y="1938"/>
                  </a:cubicBezTo>
                  <a:cubicBezTo>
                    <a:pt x="1141" y="2354"/>
                    <a:pt x="1286" y="2798"/>
                    <a:pt x="1123" y="3187"/>
                  </a:cubicBezTo>
                  <a:cubicBezTo>
                    <a:pt x="978" y="3549"/>
                    <a:pt x="607" y="3757"/>
                    <a:pt x="371" y="4065"/>
                  </a:cubicBezTo>
                  <a:cubicBezTo>
                    <a:pt x="18" y="4518"/>
                    <a:pt x="0" y="5160"/>
                    <a:pt x="163" y="5713"/>
                  </a:cubicBezTo>
                  <a:cubicBezTo>
                    <a:pt x="163" y="5722"/>
                    <a:pt x="172" y="5722"/>
                    <a:pt x="172" y="5731"/>
                  </a:cubicBezTo>
                  <a:cubicBezTo>
                    <a:pt x="244" y="6147"/>
                    <a:pt x="426" y="6536"/>
                    <a:pt x="670" y="6880"/>
                  </a:cubicBezTo>
                  <a:cubicBezTo>
                    <a:pt x="824" y="7080"/>
                    <a:pt x="996" y="7270"/>
                    <a:pt x="1204" y="7405"/>
                  </a:cubicBezTo>
                  <a:cubicBezTo>
                    <a:pt x="1322" y="7532"/>
                    <a:pt x="1448" y="7641"/>
                    <a:pt x="1584" y="7722"/>
                  </a:cubicBezTo>
                  <a:cubicBezTo>
                    <a:pt x="1604" y="7727"/>
                    <a:pt x="1623" y="7728"/>
                    <a:pt x="1641" y="7728"/>
                  </a:cubicBezTo>
                  <a:cubicBezTo>
                    <a:pt x="1774" y="7728"/>
                    <a:pt x="1838" y="7623"/>
                    <a:pt x="1838" y="7623"/>
                  </a:cubicBezTo>
                  <a:cubicBezTo>
                    <a:pt x="1231" y="6899"/>
                    <a:pt x="1430" y="5441"/>
                    <a:pt x="2164" y="5169"/>
                  </a:cubicBezTo>
                  <a:cubicBezTo>
                    <a:pt x="2272" y="5130"/>
                    <a:pt x="2373" y="5113"/>
                    <a:pt x="2467" y="5113"/>
                  </a:cubicBezTo>
                  <a:cubicBezTo>
                    <a:pt x="2822" y="5113"/>
                    <a:pt x="3074" y="5352"/>
                    <a:pt x="3196" y="5495"/>
                  </a:cubicBezTo>
                  <a:cubicBezTo>
                    <a:pt x="3205" y="5830"/>
                    <a:pt x="3223" y="6727"/>
                    <a:pt x="3331" y="6772"/>
                  </a:cubicBezTo>
                  <a:cubicBezTo>
                    <a:pt x="3333" y="6773"/>
                    <a:pt x="3335" y="6773"/>
                    <a:pt x="3337" y="6773"/>
                  </a:cubicBezTo>
                  <a:cubicBezTo>
                    <a:pt x="3525" y="6773"/>
                    <a:pt x="5816" y="4303"/>
                    <a:pt x="5414" y="3033"/>
                  </a:cubicBezTo>
                  <a:lnTo>
                    <a:pt x="5414" y="3033"/>
                  </a:lnTo>
                  <a:cubicBezTo>
                    <a:pt x="5694" y="3612"/>
                    <a:pt x="6210" y="4065"/>
                    <a:pt x="6817" y="4282"/>
                  </a:cubicBezTo>
                  <a:cubicBezTo>
                    <a:pt x="7075" y="4371"/>
                    <a:pt x="7348" y="4415"/>
                    <a:pt x="7621" y="4415"/>
                  </a:cubicBezTo>
                  <a:cubicBezTo>
                    <a:pt x="7990" y="4415"/>
                    <a:pt x="8358" y="4335"/>
                    <a:pt x="8691" y="4174"/>
                  </a:cubicBezTo>
                  <a:lnTo>
                    <a:pt x="8691" y="4174"/>
                  </a:lnTo>
                  <a:cubicBezTo>
                    <a:pt x="8672" y="4825"/>
                    <a:pt x="9053" y="5441"/>
                    <a:pt x="9641" y="5722"/>
                  </a:cubicBezTo>
                  <a:cubicBezTo>
                    <a:pt x="9958" y="5867"/>
                    <a:pt x="10320" y="5921"/>
                    <a:pt x="10555" y="6183"/>
                  </a:cubicBezTo>
                  <a:cubicBezTo>
                    <a:pt x="10700" y="6346"/>
                    <a:pt x="10773" y="6564"/>
                    <a:pt x="10899" y="6745"/>
                  </a:cubicBezTo>
                  <a:cubicBezTo>
                    <a:pt x="10917" y="6763"/>
                    <a:pt x="10936" y="6781"/>
                    <a:pt x="10954" y="6799"/>
                  </a:cubicBezTo>
                  <a:cubicBezTo>
                    <a:pt x="10945" y="6871"/>
                    <a:pt x="10927" y="6935"/>
                    <a:pt x="10908" y="7007"/>
                  </a:cubicBezTo>
                  <a:cubicBezTo>
                    <a:pt x="10908" y="7007"/>
                    <a:pt x="10908" y="7016"/>
                    <a:pt x="10899" y="7043"/>
                  </a:cubicBezTo>
                  <a:cubicBezTo>
                    <a:pt x="10881" y="7125"/>
                    <a:pt x="10854" y="7215"/>
                    <a:pt x="10827" y="7306"/>
                  </a:cubicBezTo>
                  <a:cubicBezTo>
                    <a:pt x="10800" y="7424"/>
                    <a:pt x="10755" y="7577"/>
                    <a:pt x="10700" y="7749"/>
                  </a:cubicBezTo>
                  <a:cubicBezTo>
                    <a:pt x="11252" y="7523"/>
                    <a:pt x="11787" y="7215"/>
                    <a:pt x="12176" y="6772"/>
                  </a:cubicBezTo>
                  <a:cubicBezTo>
                    <a:pt x="12665" y="6220"/>
                    <a:pt x="12909" y="5396"/>
                    <a:pt x="12619" y="4717"/>
                  </a:cubicBezTo>
                  <a:cubicBezTo>
                    <a:pt x="12493" y="4436"/>
                    <a:pt x="12284" y="4174"/>
                    <a:pt x="12266" y="3866"/>
                  </a:cubicBezTo>
                  <a:cubicBezTo>
                    <a:pt x="12248" y="3558"/>
                    <a:pt x="12420" y="3277"/>
                    <a:pt x="12484" y="2970"/>
                  </a:cubicBezTo>
                  <a:cubicBezTo>
                    <a:pt x="12556" y="2562"/>
                    <a:pt x="12411" y="2119"/>
                    <a:pt x="12112" y="1829"/>
                  </a:cubicBezTo>
                  <a:cubicBezTo>
                    <a:pt x="11844" y="1560"/>
                    <a:pt x="11465" y="1416"/>
                    <a:pt x="11089" y="1416"/>
                  </a:cubicBezTo>
                  <a:cubicBezTo>
                    <a:pt x="11047" y="1416"/>
                    <a:pt x="11005" y="1418"/>
                    <a:pt x="10963" y="1422"/>
                  </a:cubicBezTo>
                  <a:cubicBezTo>
                    <a:pt x="10726" y="1437"/>
                    <a:pt x="10489" y="1506"/>
                    <a:pt x="10257" y="1506"/>
                  </a:cubicBezTo>
                  <a:cubicBezTo>
                    <a:pt x="10205" y="1506"/>
                    <a:pt x="10154" y="1502"/>
                    <a:pt x="10103" y="1494"/>
                  </a:cubicBezTo>
                  <a:cubicBezTo>
                    <a:pt x="9768" y="1440"/>
                    <a:pt x="9505" y="1204"/>
                    <a:pt x="9234" y="1005"/>
                  </a:cubicBezTo>
                  <a:cubicBezTo>
                    <a:pt x="8351" y="344"/>
                    <a:pt x="7246" y="0"/>
                    <a:pt x="61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21"/>
            <p:cNvSpPr/>
            <p:nvPr/>
          </p:nvSpPr>
          <p:spPr>
            <a:xfrm>
              <a:off x="6388063" y="1731818"/>
              <a:ext cx="1276045" cy="628073"/>
            </a:xfrm>
            <a:custGeom>
              <a:rect b="b" l="l" r="r" t="t"/>
              <a:pathLst>
                <a:path extrusionOk="0" h="5713" w="11607">
                  <a:moveTo>
                    <a:pt x="2210" y="0"/>
                  </a:moveTo>
                  <a:cubicBezTo>
                    <a:pt x="2110" y="118"/>
                    <a:pt x="2028" y="254"/>
                    <a:pt x="1974" y="407"/>
                  </a:cubicBezTo>
                  <a:cubicBezTo>
                    <a:pt x="1765" y="192"/>
                    <a:pt x="1466" y="76"/>
                    <a:pt x="1170" y="76"/>
                  </a:cubicBezTo>
                  <a:cubicBezTo>
                    <a:pt x="1068" y="76"/>
                    <a:pt x="967" y="90"/>
                    <a:pt x="870" y="118"/>
                  </a:cubicBezTo>
                  <a:cubicBezTo>
                    <a:pt x="480" y="235"/>
                    <a:pt x="173" y="570"/>
                    <a:pt x="91" y="960"/>
                  </a:cubicBezTo>
                  <a:cubicBezTo>
                    <a:pt x="1" y="1358"/>
                    <a:pt x="136" y="1793"/>
                    <a:pt x="1" y="2164"/>
                  </a:cubicBezTo>
                  <a:cubicBezTo>
                    <a:pt x="417" y="2327"/>
                    <a:pt x="843" y="2462"/>
                    <a:pt x="1150" y="2616"/>
                  </a:cubicBezTo>
                  <a:cubicBezTo>
                    <a:pt x="2038" y="3033"/>
                    <a:pt x="2952" y="3404"/>
                    <a:pt x="3866" y="3748"/>
                  </a:cubicBezTo>
                  <a:cubicBezTo>
                    <a:pt x="4210" y="3141"/>
                    <a:pt x="4418" y="2517"/>
                    <a:pt x="4274" y="2055"/>
                  </a:cubicBezTo>
                  <a:lnTo>
                    <a:pt x="4274" y="2055"/>
                  </a:lnTo>
                  <a:cubicBezTo>
                    <a:pt x="4554" y="2634"/>
                    <a:pt x="5070" y="3087"/>
                    <a:pt x="5677" y="3304"/>
                  </a:cubicBezTo>
                  <a:cubicBezTo>
                    <a:pt x="5935" y="3393"/>
                    <a:pt x="6208" y="3437"/>
                    <a:pt x="6481" y="3437"/>
                  </a:cubicBezTo>
                  <a:cubicBezTo>
                    <a:pt x="6850" y="3437"/>
                    <a:pt x="7218" y="3357"/>
                    <a:pt x="7551" y="3196"/>
                  </a:cubicBezTo>
                  <a:lnTo>
                    <a:pt x="7551" y="3196"/>
                  </a:lnTo>
                  <a:cubicBezTo>
                    <a:pt x="7532" y="3847"/>
                    <a:pt x="7913" y="4463"/>
                    <a:pt x="8501" y="4744"/>
                  </a:cubicBezTo>
                  <a:cubicBezTo>
                    <a:pt x="8818" y="4889"/>
                    <a:pt x="9180" y="4943"/>
                    <a:pt x="9415" y="5205"/>
                  </a:cubicBezTo>
                  <a:cubicBezTo>
                    <a:pt x="9479" y="5278"/>
                    <a:pt x="9533" y="5359"/>
                    <a:pt x="9578" y="5450"/>
                  </a:cubicBezTo>
                  <a:cubicBezTo>
                    <a:pt x="9705" y="5477"/>
                    <a:pt x="9841" y="5504"/>
                    <a:pt x="9968" y="5531"/>
                  </a:cubicBezTo>
                  <a:cubicBezTo>
                    <a:pt x="10348" y="5604"/>
                    <a:pt x="10728" y="5658"/>
                    <a:pt x="11108" y="5712"/>
                  </a:cubicBezTo>
                  <a:cubicBezTo>
                    <a:pt x="11389" y="5359"/>
                    <a:pt x="11579" y="4907"/>
                    <a:pt x="11606" y="4463"/>
                  </a:cubicBezTo>
                  <a:cubicBezTo>
                    <a:pt x="11525" y="4436"/>
                    <a:pt x="11434" y="4409"/>
                    <a:pt x="11362" y="4382"/>
                  </a:cubicBezTo>
                  <a:cubicBezTo>
                    <a:pt x="9877" y="3829"/>
                    <a:pt x="8429" y="3187"/>
                    <a:pt x="6971" y="2580"/>
                  </a:cubicBezTo>
                  <a:cubicBezTo>
                    <a:pt x="5523" y="1965"/>
                    <a:pt x="4083" y="1304"/>
                    <a:pt x="2789" y="398"/>
                  </a:cubicBezTo>
                  <a:cubicBezTo>
                    <a:pt x="2599" y="263"/>
                    <a:pt x="2400" y="136"/>
                    <a:pt x="2210" y="0"/>
                  </a:cubicBez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21"/>
            <p:cNvSpPr/>
            <p:nvPr/>
          </p:nvSpPr>
          <p:spPr>
            <a:xfrm>
              <a:off x="7530632" y="4704499"/>
              <a:ext cx="1796489" cy="438980"/>
            </a:xfrm>
            <a:custGeom>
              <a:rect b="b" l="l" r="r" t="t"/>
              <a:pathLst>
                <a:path extrusionOk="0" h="3993" w="16341">
                  <a:moveTo>
                    <a:pt x="0" y="0"/>
                  </a:moveTo>
                  <a:lnTo>
                    <a:pt x="0" y="3992"/>
                  </a:lnTo>
                  <a:lnTo>
                    <a:pt x="15734" y="3992"/>
                  </a:lnTo>
                  <a:cubicBezTo>
                    <a:pt x="16068" y="3992"/>
                    <a:pt x="16340" y="3721"/>
                    <a:pt x="16340" y="3377"/>
                  </a:cubicBezTo>
                  <a:lnTo>
                    <a:pt x="163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21"/>
            <p:cNvSpPr/>
            <p:nvPr/>
          </p:nvSpPr>
          <p:spPr>
            <a:xfrm>
              <a:off x="7631113" y="4633810"/>
              <a:ext cx="853005" cy="70800"/>
            </a:xfrm>
            <a:custGeom>
              <a:rect b="b" l="l" r="r" t="t"/>
              <a:pathLst>
                <a:path extrusionOk="0" h="644" w="7759">
                  <a:moveTo>
                    <a:pt x="0" y="1"/>
                  </a:moveTo>
                  <a:lnTo>
                    <a:pt x="0" y="643"/>
                  </a:lnTo>
                  <a:lnTo>
                    <a:pt x="7758" y="643"/>
                  </a:lnTo>
                  <a:lnTo>
                    <a:pt x="77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21"/>
            <p:cNvSpPr/>
            <p:nvPr/>
          </p:nvSpPr>
          <p:spPr>
            <a:xfrm>
              <a:off x="8131654" y="4633810"/>
              <a:ext cx="1213270" cy="70800"/>
            </a:xfrm>
            <a:custGeom>
              <a:rect b="b" l="l" r="r" t="t"/>
              <a:pathLst>
                <a:path extrusionOk="0" h="644" w="11036">
                  <a:moveTo>
                    <a:pt x="1" y="1"/>
                  </a:moveTo>
                  <a:lnTo>
                    <a:pt x="1" y="643"/>
                  </a:lnTo>
                  <a:lnTo>
                    <a:pt x="11036" y="643"/>
                  </a:lnTo>
                  <a:lnTo>
                    <a:pt x="110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21"/>
            <p:cNvSpPr/>
            <p:nvPr/>
          </p:nvSpPr>
          <p:spPr>
            <a:xfrm>
              <a:off x="8131654" y="3731122"/>
              <a:ext cx="1380485" cy="902807"/>
            </a:xfrm>
            <a:custGeom>
              <a:rect b="b" l="l" r="r" t="t"/>
              <a:pathLst>
                <a:path extrusionOk="0" h="8212" w="12557">
                  <a:moveTo>
                    <a:pt x="1848" y="1"/>
                  </a:moveTo>
                  <a:cubicBezTo>
                    <a:pt x="1685" y="1"/>
                    <a:pt x="1540" y="128"/>
                    <a:pt x="1504" y="291"/>
                  </a:cubicBezTo>
                  <a:lnTo>
                    <a:pt x="1" y="8212"/>
                  </a:lnTo>
                  <a:lnTo>
                    <a:pt x="11036" y="8212"/>
                  </a:lnTo>
                  <a:lnTo>
                    <a:pt x="12512" y="417"/>
                  </a:lnTo>
                  <a:cubicBezTo>
                    <a:pt x="12557" y="200"/>
                    <a:pt x="12394" y="1"/>
                    <a:pt x="121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2"/>
          <p:cNvSpPr txBox="1"/>
          <p:nvPr>
            <p:ph type="title"/>
          </p:nvPr>
        </p:nvSpPr>
        <p:spPr>
          <a:xfrm>
            <a:off x="783498" y="12950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200"/>
              <a:t>Time Plan</a:t>
            </a:r>
            <a:endParaRPr sz="2200"/>
          </a:p>
        </p:txBody>
      </p:sp>
      <p:graphicFrame>
        <p:nvGraphicFramePr>
          <p:cNvPr id="866" name="Google Shape;866;p22"/>
          <p:cNvGraphicFramePr/>
          <p:nvPr/>
        </p:nvGraphicFramePr>
        <p:xfrm>
          <a:off x="720000" y="7022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{BA7D25CE-64D6-4AE3-8B97-1A845A56479B}</a:tableStyleId>
              </a:tblPr>
              <a:tblGrid>
                <a:gridCol w="2351175"/>
                <a:gridCol w="594750"/>
                <a:gridCol w="594750"/>
                <a:gridCol w="594750"/>
                <a:gridCol w="594750"/>
                <a:gridCol w="594750"/>
                <a:gridCol w="594750"/>
                <a:gridCol w="594750"/>
                <a:gridCol w="594750"/>
                <a:gridCol w="594750"/>
              </a:tblGrid>
              <a:tr h="486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Phase Name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Oct 2023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Nov 2023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Dec 2024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Jan 2024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Feb 2024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Mar 2024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Apr 2024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May 2024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Jun 2024</a:t>
                      </a:r>
                      <a:endParaRPr b="1"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02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Survey about related work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2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Dataset Selection 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Project Design and Architecture 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2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Implementation 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2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Testing and Integration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2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Deployment 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2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Demo Release 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2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Documentation 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7" name="Google Shape;867;p22"/>
          <p:cNvSpPr/>
          <p:nvPr/>
        </p:nvSpPr>
        <p:spPr>
          <a:xfrm>
            <a:off x="3092449" y="1654876"/>
            <a:ext cx="1139825" cy="239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22"/>
          <p:cNvSpPr/>
          <p:nvPr/>
        </p:nvSpPr>
        <p:spPr>
          <a:xfrm>
            <a:off x="3690938" y="2065996"/>
            <a:ext cx="1735137" cy="24871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22"/>
          <p:cNvSpPr/>
          <p:nvPr/>
        </p:nvSpPr>
        <p:spPr>
          <a:xfrm>
            <a:off x="3690938" y="2497351"/>
            <a:ext cx="3505728" cy="2391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22"/>
          <p:cNvSpPr/>
          <p:nvPr/>
        </p:nvSpPr>
        <p:spPr>
          <a:xfrm>
            <a:off x="6670675" y="2924101"/>
            <a:ext cx="525991" cy="24871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22"/>
          <p:cNvSpPr/>
          <p:nvPr/>
        </p:nvSpPr>
        <p:spPr>
          <a:xfrm>
            <a:off x="7267575" y="3355901"/>
            <a:ext cx="525991" cy="24871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22"/>
          <p:cNvSpPr/>
          <p:nvPr/>
        </p:nvSpPr>
        <p:spPr>
          <a:xfrm>
            <a:off x="7858125" y="3806751"/>
            <a:ext cx="525991" cy="24871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22"/>
          <p:cNvSpPr/>
          <p:nvPr/>
        </p:nvSpPr>
        <p:spPr>
          <a:xfrm>
            <a:off x="3092451" y="4247894"/>
            <a:ext cx="5291666" cy="2391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22"/>
          <p:cNvSpPr/>
          <p:nvPr/>
        </p:nvSpPr>
        <p:spPr>
          <a:xfrm>
            <a:off x="3092448" y="1248976"/>
            <a:ext cx="1139825" cy="239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22"/>
          <p:cNvSpPr/>
          <p:nvPr/>
        </p:nvSpPr>
        <p:spPr>
          <a:xfrm>
            <a:off x="3690950" y="2486725"/>
            <a:ext cx="569700" cy="239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25"/>
          <p:cNvSpPr txBox="1"/>
          <p:nvPr>
            <p:ph type="title"/>
          </p:nvPr>
        </p:nvSpPr>
        <p:spPr>
          <a:xfrm flipH="1">
            <a:off x="3708400" y="2179350"/>
            <a:ext cx="4722375" cy="16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r>
              <a:rPr lang="en-US"/>
              <a:t>	References</a:t>
            </a:r>
            <a:endParaRPr/>
          </a:p>
        </p:txBody>
      </p:sp>
      <p:sp>
        <p:nvSpPr>
          <p:cNvPr id="881" name="Google Shape;881;p25"/>
          <p:cNvSpPr txBox="1"/>
          <p:nvPr>
            <p:ph idx="2" type="title"/>
          </p:nvPr>
        </p:nvSpPr>
        <p:spPr>
          <a:xfrm flipH="1">
            <a:off x="6956275" y="1337550"/>
            <a:ext cx="1474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</a:pPr>
            <a:r>
              <a:rPr lang="en-US"/>
              <a:t>08</a:t>
            </a:r>
            <a:endParaRPr/>
          </a:p>
        </p:txBody>
      </p:sp>
      <p:grpSp>
        <p:nvGrpSpPr>
          <p:cNvPr id="882" name="Google Shape;882;p25"/>
          <p:cNvGrpSpPr/>
          <p:nvPr/>
        </p:nvGrpSpPr>
        <p:grpSpPr>
          <a:xfrm>
            <a:off x="-146050" y="1624305"/>
            <a:ext cx="3321050" cy="3519195"/>
            <a:chOff x="5701400" y="1624300"/>
            <a:chExt cx="3810739" cy="3519195"/>
          </a:xfrm>
        </p:grpSpPr>
        <p:sp>
          <p:nvSpPr>
            <p:cNvPr id="883" name="Google Shape;883;p25"/>
            <p:cNvSpPr/>
            <p:nvPr/>
          </p:nvSpPr>
          <p:spPr>
            <a:xfrm>
              <a:off x="6107395" y="3356458"/>
              <a:ext cx="3055493" cy="1787034"/>
            </a:xfrm>
            <a:custGeom>
              <a:rect b="b" l="l" r="r" t="t"/>
              <a:pathLst>
                <a:path extrusionOk="0" h="16255" w="27793">
                  <a:moveTo>
                    <a:pt x="13573" y="1"/>
                  </a:moveTo>
                  <a:cubicBezTo>
                    <a:pt x="13418" y="1"/>
                    <a:pt x="13264" y="2"/>
                    <a:pt x="13109" y="5"/>
                  </a:cubicBezTo>
                  <a:cubicBezTo>
                    <a:pt x="10466" y="50"/>
                    <a:pt x="7732" y="521"/>
                    <a:pt x="5568" y="2051"/>
                  </a:cubicBezTo>
                  <a:cubicBezTo>
                    <a:pt x="3694" y="3373"/>
                    <a:pt x="2409" y="5382"/>
                    <a:pt x="1549" y="7510"/>
                  </a:cubicBezTo>
                  <a:cubicBezTo>
                    <a:pt x="444" y="10262"/>
                    <a:pt x="1" y="13330"/>
                    <a:pt x="453" y="16254"/>
                  </a:cubicBezTo>
                  <a:lnTo>
                    <a:pt x="27792" y="16254"/>
                  </a:lnTo>
                  <a:cubicBezTo>
                    <a:pt x="27765" y="14272"/>
                    <a:pt x="27684" y="12280"/>
                    <a:pt x="27313" y="10343"/>
                  </a:cubicBezTo>
                  <a:cubicBezTo>
                    <a:pt x="26878" y="8062"/>
                    <a:pt x="26000" y="5808"/>
                    <a:pt x="24452" y="4070"/>
                  </a:cubicBezTo>
                  <a:cubicBezTo>
                    <a:pt x="23076" y="2522"/>
                    <a:pt x="21220" y="1435"/>
                    <a:pt x="19247" y="802"/>
                  </a:cubicBezTo>
                  <a:cubicBezTo>
                    <a:pt x="17420" y="215"/>
                    <a:pt x="15493" y="1"/>
                    <a:pt x="13573" y="1"/>
                  </a:cubicBez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25"/>
            <p:cNvSpPr/>
            <p:nvPr/>
          </p:nvSpPr>
          <p:spPr>
            <a:xfrm>
              <a:off x="7411131" y="4011789"/>
              <a:ext cx="1237237" cy="625105"/>
            </a:xfrm>
            <a:custGeom>
              <a:rect b="b" l="l" r="r" t="t"/>
              <a:pathLst>
                <a:path extrusionOk="0" h="5686" w="11254">
                  <a:moveTo>
                    <a:pt x="2680" y="1"/>
                  </a:moveTo>
                  <a:lnTo>
                    <a:pt x="544" y="200"/>
                  </a:lnTo>
                  <a:cubicBezTo>
                    <a:pt x="481" y="879"/>
                    <a:pt x="408" y="1639"/>
                    <a:pt x="336" y="2418"/>
                  </a:cubicBezTo>
                  <a:cubicBezTo>
                    <a:pt x="227" y="3504"/>
                    <a:pt x="109" y="4636"/>
                    <a:pt x="1" y="5686"/>
                  </a:cubicBezTo>
                  <a:lnTo>
                    <a:pt x="10710" y="5686"/>
                  </a:lnTo>
                  <a:lnTo>
                    <a:pt x="11253" y="3097"/>
                  </a:lnTo>
                  <a:lnTo>
                    <a:pt x="3015" y="2155"/>
                  </a:lnTo>
                  <a:cubicBezTo>
                    <a:pt x="3015" y="2155"/>
                    <a:pt x="2870" y="1368"/>
                    <a:pt x="2680" y="1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25"/>
            <p:cNvSpPr/>
            <p:nvPr/>
          </p:nvSpPr>
          <p:spPr>
            <a:xfrm>
              <a:off x="7046911" y="3213651"/>
              <a:ext cx="679854" cy="850037"/>
            </a:xfrm>
            <a:custGeom>
              <a:rect b="b" l="l" r="r" t="t"/>
              <a:pathLst>
                <a:path extrusionOk="0" h="7732" w="6184">
                  <a:moveTo>
                    <a:pt x="1195" y="0"/>
                  </a:moveTo>
                  <a:lnTo>
                    <a:pt x="0" y="1232"/>
                  </a:lnTo>
                  <a:lnTo>
                    <a:pt x="879" y="7731"/>
                  </a:lnTo>
                  <a:lnTo>
                    <a:pt x="1195" y="7704"/>
                  </a:lnTo>
                  <a:lnTo>
                    <a:pt x="3857" y="7460"/>
                  </a:lnTo>
                  <a:lnTo>
                    <a:pt x="5993" y="7261"/>
                  </a:lnTo>
                  <a:lnTo>
                    <a:pt x="6183" y="7243"/>
                  </a:lnTo>
                  <a:cubicBezTo>
                    <a:pt x="6183" y="7243"/>
                    <a:pt x="5984" y="4472"/>
                    <a:pt x="5731" y="3278"/>
                  </a:cubicBezTo>
                  <a:cubicBezTo>
                    <a:pt x="5477" y="2083"/>
                    <a:pt x="4047" y="698"/>
                    <a:pt x="3196" y="381"/>
                  </a:cubicBezTo>
                  <a:cubicBezTo>
                    <a:pt x="2608" y="154"/>
                    <a:pt x="1195" y="0"/>
                    <a:pt x="11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25"/>
            <p:cNvSpPr/>
            <p:nvPr/>
          </p:nvSpPr>
          <p:spPr>
            <a:xfrm>
              <a:off x="6477661" y="2654294"/>
              <a:ext cx="591244" cy="792320"/>
            </a:xfrm>
            <a:custGeom>
              <a:rect b="b" l="l" r="r" t="t"/>
              <a:pathLst>
                <a:path extrusionOk="0" h="7207" w="5378">
                  <a:moveTo>
                    <a:pt x="1395" y="1"/>
                  </a:moveTo>
                  <a:lnTo>
                    <a:pt x="670" y="3169"/>
                  </a:lnTo>
                  <a:cubicBezTo>
                    <a:pt x="670" y="3169"/>
                    <a:pt x="507" y="3857"/>
                    <a:pt x="0" y="4455"/>
                  </a:cubicBezTo>
                  <a:cubicBezTo>
                    <a:pt x="82" y="4654"/>
                    <a:pt x="154" y="4862"/>
                    <a:pt x="236" y="5061"/>
                  </a:cubicBezTo>
                  <a:lnTo>
                    <a:pt x="172" y="5360"/>
                  </a:lnTo>
                  <a:cubicBezTo>
                    <a:pt x="308" y="5487"/>
                    <a:pt x="453" y="5604"/>
                    <a:pt x="589" y="5740"/>
                  </a:cubicBezTo>
                  <a:cubicBezTo>
                    <a:pt x="851" y="6012"/>
                    <a:pt x="1087" y="6320"/>
                    <a:pt x="1404" y="6537"/>
                  </a:cubicBezTo>
                  <a:cubicBezTo>
                    <a:pt x="1871" y="6859"/>
                    <a:pt x="2397" y="7207"/>
                    <a:pt x="2971" y="7207"/>
                  </a:cubicBezTo>
                  <a:cubicBezTo>
                    <a:pt x="3075" y="7207"/>
                    <a:pt x="3180" y="7196"/>
                    <a:pt x="3287" y="7171"/>
                  </a:cubicBezTo>
                  <a:cubicBezTo>
                    <a:pt x="3929" y="7017"/>
                    <a:pt x="4554" y="6184"/>
                    <a:pt x="4907" y="5677"/>
                  </a:cubicBezTo>
                  <a:cubicBezTo>
                    <a:pt x="5079" y="5423"/>
                    <a:pt x="5242" y="5161"/>
                    <a:pt x="5378" y="4889"/>
                  </a:cubicBezTo>
                  <a:cubicBezTo>
                    <a:pt x="4961" y="4627"/>
                    <a:pt x="4672" y="4256"/>
                    <a:pt x="4481" y="3921"/>
                  </a:cubicBezTo>
                  <a:lnTo>
                    <a:pt x="5178" y="888"/>
                  </a:lnTo>
                  <a:lnTo>
                    <a:pt x="1395" y="1"/>
                  </a:lnTo>
                  <a:close/>
                </a:path>
              </a:pathLst>
            </a:custGeom>
            <a:solidFill>
              <a:srgbClr val="F59D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25"/>
            <p:cNvSpPr/>
            <p:nvPr/>
          </p:nvSpPr>
          <p:spPr>
            <a:xfrm>
              <a:off x="6601009" y="2771816"/>
              <a:ext cx="405230" cy="248899"/>
            </a:xfrm>
            <a:custGeom>
              <a:rect b="b" l="l" r="r" t="t"/>
              <a:pathLst>
                <a:path extrusionOk="0" h="2264" w="3686">
                  <a:moveTo>
                    <a:pt x="28" y="0"/>
                  </a:moveTo>
                  <a:lnTo>
                    <a:pt x="1" y="136"/>
                  </a:lnTo>
                  <a:cubicBezTo>
                    <a:pt x="399" y="733"/>
                    <a:pt x="924" y="1258"/>
                    <a:pt x="1513" y="1593"/>
                  </a:cubicBezTo>
                  <a:lnTo>
                    <a:pt x="1513" y="1602"/>
                  </a:lnTo>
                  <a:cubicBezTo>
                    <a:pt x="1549" y="1621"/>
                    <a:pt x="1621" y="1657"/>
                    <a:pt x="1712" y="1702"/>
                  </a:cubicBezTo>
                  <a:cubicBezTo>
                    <a:pt x="1929" y="1811"/>
                    <a:pt x="2155" y="1901"/>
                    <a:pt x="2391" y="1955"/>
                  </a:cubicBezTo>
                  <a:cubicBezTo>
                    <a:pt x="2708" y="2064"/>
                    <a:pt x="3097" y="2173"/>
                    <a:pt x="3495" y="2263"/>
                  </a:cubicBezTo>
                  <a:lnTo>
                    <a:pt x="3685" y="1439"/>
                  </a:lnTo>
                  <a:cubicBezTo>
                    <a:pt x="2979" y="1358"/>
                    <a:pt x="2273" y="1168"/>
                    <a:pt x="1730" y="996"/>
                  </a:cubicBezTo>
                  <a:cubicBezTo>
                    <a:pt x="1495" y="933"/>
                    <a:pt x="1268" y="842"/>
                    <a:pt x="1051" y="733"/>
                  </a:cubicBezTo>
                  <a:cubicBezTo>
                    <a:pt x="961" y="697"/>
                    <a:pt x="888" y="661"/>
                    <a:pt x="852" y="634"/>
                  </a:cubicBezTo>
                  <a:cubicBezTo>
                    <a:pt x="562" y="462"/>
                    <a:pt x="273" y="235"/>
                    <a:pt x="28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25"/>
            <p:cNvSpPr/>
            <p:nvPr/>
          </p:nvSpPr>
          <p:spPr>
            <a:xfrm>
              <a:off x="5975032" y="3085245"/>
              <a:ext cx="1518897" cy="2058250"/>
            </a:xfrm>
            <a:custGeom>
              <a:rect b="b" l="l" r="r" t="t"/>
              <a:pathLst>
                <a:path extrusionOk="0" h="18722" w="13816">
                  <a:moveTo>
                    <a:pt x="9053" y="1"/>
                  </a:moveTo>
                  <a:cubicBezTo>
                    <a:pt x="9053" y="1"/>
                    <a:pt x="9225" y="2282"/>
                    <a:pt x="7533" y="2508"/>
                  </a:cubicBezTo>
                  <a:cubicBezTo>
                    <a:pt x="7452" y="2519"/>
                    <a:pt x="7373" y="2524"/>
                    <a:pt x="7295" y="2524"/>
                  </a:cubicBezTo>
                  <a:cubicBezTo>
                    <a:pt x="5735" y="2524"/>
                    <a:pt x="4627" y="471"/>
                    <a:pt x="4627" y="471"/>
                  </a:cubicBezTo>
                  <a:cubicBezTo>
                    <a:pt x="4627" y="471"/>
                    <a:pt x="4319" y="671"/>
                    <a:pt x="3866" y="870"/>
                  </a:cubicBezTo>
                  <a:cubicBezTo>
                    <a:pt x="3396" y="1087"/>
                    <a:pt x="2753" y="1304"/>
                    <a:pt x="2110" y="1304"/>
                  </a:cubicBezTo>
                  <a:cubicBezTo>
                    <a:pt x="1286" y="1304"/>
                    <a:pt x="463" y="1612"/>
                    <a:pt x="1" y="1820"/>
                  </a:cubicBezTo>
                  <a:lnTo>
                    <a:pt x="1" y="18106"/>
                  </a:lnTo>
                  <a:cubicBezTo>
                    <a:pt x="1" y="18450"/>
                    <a:pt x="272" y="18721"/>
                    <a:pt x="616" y="18721"/>
                  </a:cubicBezTo>
                  <a:lnTo>
                    <a:pt x="12593" y="18721"/>
                  </a:lnTo>
                  <a:cubicBezTo>
                    <a:pt x="12602" y="18568"/>
                    <a:pt x="12711" y="17427"/>
                    <a:pt x="12846" y="16114"/>
                  </a:cubicBezTo>
                  <a:cubicBezTo>
                    <a:pt x="12910" y="15517"/>
                    <a:pt x="12991" y="14829"/>
                    <a:pt x="13064" y="14114"/>
                  </a:cubicBezTo>
                  <a:cubicBezTo>
                    <a:pt x="13172" y="13064"/>
                    <a:pt x="13290" y="11932"/>
                    <a:pt x="13390" y="10846"/>
                  </a:cubicBezTo>
                  <a:cubicBezTo>
                    <a:pt x="13471" y="10067"/>
                    <a:pt x="13544" y="9307"/>
                    <a:pt x="13607" y="8628"/>
                  </a:cubicBezTo>
                  <a:cubicBezTo>
                    <a:pt x="13734" y="7125"/>
                    <a:pt x="13815" y="5975"/>
                    <a:pt x="13788" y="5650"/>
                  </a:cubicBezTo>
                  <a:cubicBezTo>
                    <a:pt x="13697" y="4753"/>
                    <a:pt x="13082" y="2599"/>
                    <a:pt x="12222" y="1684"/>
                  </a:cubicBezTo>
                  <a:cubicBezTo>
                    <a:pt x="11986" y="1440"/>
                    <a:pt x="11742" y="1277"/>
                    <a:pt x="11480" y="1268"/>
                  </a:cubicBezTo>
                  <a:cubicBezTo>
                    <a:pt x="11298" y="1259"/>
                    <a:pt x="11117" y="1223"/>
                    <a:pt x="10945" y="1168"/>
                  </a:cubicBezTo>
                  <a:cubicBezTo>
                    <a:pt x="10592" y="1069"/>
                    <a:pt x="10266" y="897"/>
                    <a:pt x="9977" y="725"/>
                  </a:cubicBezTo>
                  <a:cubicBezTo>
                    <a:pt x="9434" y="381"/>
                    <a:pt x="9054" y="1"/>
                    <a:pt x="9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25"/>
            <p:cNvSpPr/>
            <p:nvPr/>
          </p:nvSpPr>
          <p:spPr>
            <a:xfrm>
              <a:off x="5975032" y="4152178"/>
              <a:ext cx="1472063" cy="904786"/>
            </a:xfrm>
            <a:custGeom>
              <a:rect b="b" l="l" r="r" t="t"/>
              <a:pathLst>
                <a:path extrusionOk="0" h="8230" w="13390">
                  <a:moveTo>
                    <a:pt x="1" y="0"/>
                  </a:moveTo>
                  <a:lnTo>
                    <a:pt x="1" y="3087"/>
                  </a:lnTo>
                  <a:cubicBezTo>
                    <a:pt x="616" y="4916"/>
                    <a:pt x="1739" y="7984"/>
                    <a:pt x="2436" y="8202"/>
                  </a:cubicBezTo>
                  <a:cubicBezTo>
                    <a:pt x="2497" y="8221"/>
                    <a:pt x="2595" y="8229"/>
                    <a:pt x="2723" y="8229"/>
                  </a:cubicBezTo>
                  <a:cubicBezTo>
                    <a:pt x="4264" y="8229"/>
                    <a:pt x="10298" y="6961"/>
                    <a:pt x="12846" y="6409"/>
                  </a:cubicBezTo>
                  <a:cubicBezTo>
                    <a:pt x="13009" y="4934"/>
                    <a:pt x="13218" y="2969"/>
                    <a:pt x="13390" y="1141"/>
                  </a:cubicBezTo>
                  <a:lnTo>
                    <a:pt x="13390" y="1141"/>
                  </a:lnTo>
                  <a:lnTo>
                    <a:pt x="6519" y="1340"/>
                  </a:lnTo>
                  <a:lnTo>
                    <a:pt x="5025" y="30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25"/>
            <p:cNvSpPr/>
            <p:nvPr/>
          </p:nvSpPr>
          <p:spPr>
            <a:xfrm>
              <a:off x="6400046" y="3085245"/>
              <a:ext cx="671828" cy="383022"/>
            </a:xfrm>
            <a:custGeom>
              <a:rect b="b" l="l" r="r" t="t"/>
              <a:pathLst>
                <a:path extrusionOk="0" h="3484" w="6111">
                  <a:moveTo>
                    <a:pt x="5187" y="1"/>
                  </a:moveTo>
                  <a:cubicBezTo>
                    <a:pt x="5187" y="1"/>
                    <a:pt x="5359" y="2282"/>
                    <a:pt x="3667" y="2508"/>
                  </a:cubicBezTo>
                  <a:cubicBezTo>
                    <a:pt x="3586" y="2519"/>
                    <a:pt x="3507" y="2524"/>
                    <a:pt x="3429" y="2524"/>
                  </a:cubicBezTo>
                  <a:cubicBezTo>
                    <a:pt x="1869" y="2524"/>
                    <a:pt x="761" y="471"/>
                    <a:pt x="761" y="471"/>
                  </a:cubicBezTo>
                  <a:cubicBezTo>
                    <a:pt x="761" y="471"/>
                    <a:pt x="462" y="671"/>
                    <a:pt x="0" y="870"/>
                  </a:cubicBezTo>
                  <a:cubicBezTo>
                    <a:pt x="308" y="1757"/>
                    <a:pt x="869" y="2554"/>
                    <a:pt x="1666" y="3033"/>
                  </a:cubicBezTo>
                  <a:cubicBezTo>
                    <a:pt x="2143" y="3325"/>
                    <a:pt x="2708" y="3484"/>
                    <a:pt x="3267" y="3484"/>
                  </a:cubicBezTo>
                  <a:cubicBezTo>
                    <a:pt x="3748" y="3484"/>
                    <a:pt x="4225" y="3366"/>
                    <a:pt x="4635" y="3115"/>
                  </a:cubicBezTo>
                  <a:cubicBezTo>
                    <a:pt x="5468" y="2608"/>
                    <a:pt x="5921" y="1684"/>
                    <a:pt x="6111" y="725"/>
                  </a:cubicBezTo>
                  <a:cubicBezTo>
                    <a:pt x="5568" y="381"/>
                    <a:pt x="5188" y="1"/>
                    <a:pt x="5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25"/>
            <p:cNvSpPr/>
            <p:nvPr/>
          </p:nvSpPr>
          <p:spPr>
            <a:xfrm>
              <a:off x="5995920" y="4138216"/>
              <a:ext cx="2282193" cy="811449"/>
            </a:xfrm>
            <a:custGeom>
              <a:rect b="b" l="l" r="r" t="t"/>
              <a:pathLst>
                <a:path extrusionOk="0" h="7381" w="20759">
                  <a:moveTo>
                    <a:pt x="5532" y="0"/>
                  </a:moveTo>
                  <a:lnTo>
                    <a:pt x="1" y="1965"/>
                  </a:lnTo>
                  <a:cubicBezTo>
                    <a:pt x="988" y="4382"/>
                    <a:pt x="2083" y="6690"/>
                    <a:pt x="2662" y="7215"/>
                  </a:cubicBezTo>
                  <a:cubicBezTo>
                    <a:pt x="2788" y="7329"/>
                    <a:pt x="3057" y="7380"/>
                    <a:pt x="3437" y="7380"/>
                  </a:cubicBezTo>
                  <a:cubicBezTo>
                    <a:pt x="6555" y="7380"/>
                    <a:pt x="17128" y="3956"/>
                    <a:pt x="17128" y="3956"/>
                  </a:cubicBezTo>
                  <a:cubicBezTo>
                    <a:pt x="17536" y="3902"/>
                    <a:pt x="18007" y="3812"/>
                    <a:pt x="18387" y="3739"/>
                  </a:cubicBezTo>
                  <a:cubicBezTo>
                    <a:pt x="18758" y="3667"/>
                    <a:pt x="19030" y="3603"/>
                    <a:pt x="19030" y="3603"/>
                  </a:cubicBezTo>
                  <a:lnTo>
                    <a:pt x="19573" y="4328"/>
                  </a:lnTo>
                  <a:lnTo>
                    <a:pt x="20152" y="4328"/>
                  </a:lnTo>
                  <a:cubicBezTo>
                    <a:pt x="20152" y="4328"/>
                    <a:pt x="20759" y="3259"/>
                    <a:pt x="20605" y="2481"/>
                  </a:cubicBezTo>
                  <a:cubicBezTo>
                    <a:pt x="20446" y="1722"/>
                    <a:pt x="19978" y="1230"/>
                    <a:pt x="19477" y="1230"/>
                  </a:cubicBezTo>
                  <a:cubicBezTo>
                    <a:pt x="19464" y="1230"/>
                    <a:pt x="19450" y="1231"/>
                    <a:pt x="19437" y="1232"/>
                  </a:cubicBezTo>
                  <a:cubicBezTo>
                    <a:pt x="19057" y="1250"/>
                    <a:pt x="17346" y="1630"/>
                    <a:pt x="16440" y="1829"/>
                  </a:cubicBezTo>
                  <a:lnTo>
                    <a:pt x="6139" y="2055"/>
                  </a:lnTo>
                  <a:lnTo>
                    <a:pt x="5532" y="0"/>
                  </a:lnTo>
                  <a:close/>
                </a:path>
              </a:pathLst>
            </a:custGeom>
            <a:solidFill>
              <a:srgbClr val="F59D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25"/>
            <p:cNvSpPr/>
            <p:nvPr/>
          </p:nvSpPr>
          <p:spPr>
            <a:xfrm>
              <a:off x="6466667" y="4274537"/>
              <a:ext cx="204154" cy="186234"/>
            </a:xfrm>
            <a:custGeom>
              <a:rect b="b" l="l" r="r" t="t"/>
              <a:pathLst>
                <a:path extrusionOk="0" h="1694" w="1857">
                  <a:moveTo>
                    <a:pt x="1621" y="1"/>
                  </a:moveTo>
                  <a:lnTo>
                    <a:pt x="1" y="1693"/>
                  </a:lnTo>
                  <a:lnTo>
                    <a:pt x="1857" y="815"/>
                  </a:lnTo>
                  <a:lnTo>
                    <a:pt x="1621" y="1"/>
                  </a:ln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25"/>
            <p:cNvSpPr/>
            <p:nvPr/>
          </p:nvSpPr>
          <p:spPr>
            <a:xfrm>
              <a:off x="5995920" y="4138216"/>
              <a:ext cx="637088" cy="322557"/>
            </a:xfrm>
            <a:custGeom>
              <a:rect b="b" l="l" r="r" t="t"/>
              <a:pathLst>
                <a:path extrusionOk="0" h="2934" w="5795">
                  <a:moveTo>
                    <a:pt x="5532" y="0"/>
                  </a:moveTo>
                  <a:lnTo>
                    <a:pt x="1" y="1965"/>
                  </a:lnTo>
                  <a:lnTo>
                    <a:pt x="408" y="2933"/>
                  </a:lnTo>
                  <a:lnTo>
                    <a:pt x="5795" y="878"/>
                  </a:lnTo>
                  <a:lnTo>
                    <a:pt x="5532" y="0"/>
                  </a:ln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25"/>
            <p:cNvSpPr/>
            <p:nvPr/>
          </p:nvSpPr>
          <p:spPr>
            <a:xfrm>
              <a:off x="5701400" y="3222996"/>
              <a:ext cx="928642" cy="1139282"/>
            </a:xfrm>
            <a:custGeom>
              <a:rect b="b" l="l" r="r" t="t"/>
              <a:pathLst>
                <a:path extrusionOk="0" h="10363" w="8447">
                  <a:moveTo>
                    <a:pt x="4876" y="0"/>
                  </a:moveTo>
                  <a:cubicBezTo>
                    <a:pt x="4165" y="0"/>
                    <a:pt x="2159" y="108"/>
                    <a:pt x="1186" y="1273"/>
                  </a:cubicBezTo>
                  <a:cubicBezTo>
                    <a:pt x="0" y="2704"/>
                    <a:pt x="372" y="4623"/>
                    <a:pt x="444" y="5039"/>
                  </a:cubicBezTo>
                  <a:cubicBezTo>
                    <a:pt x="516" y="5456"/>
                    <a:pt x="2472" y="10362"/>
                    <a:pt x="2472" y="10362"/>
                  </a:cubicBezTo>
                  <a:lnTo>
                    <a:pt x="2680" y="10290"/>
                  </a:lnTo>
                  <a:lnTo>
                    <a:pt x="8211" y="8325"/>
                  </a:lnTo>
                  <a:lnTo>
                    <a:pt x="8446" y="8244"/>
                  </a:lnTo>
                  <a:lnTo>
                    <a:pt x="5984" y="730"/>
                  </a:lnTo>
                  <a:lnTo>
                    <a:pt x="5133" y="6"/>
                  </a:lnTo>
                  <a:cubicBezTo>
                    <a:pt x="5133" y="6"/>
                    <a:pt x="5038" y="0"/>
                    <a:pt x="48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25"/>
            <p:cNvSpPr/>
            <p:nvPr/>
          </p:nvSpPr>
          <p:spPr>
            <a:xfrm>
              <a:off x="6369154" y="1738854"/>
              <a:ext cx="1110809" cy="1195680"/>
            </a:xfrm>
            <a:custGeom>
              <a:rect b="b" l="l" r="r" t="t"/>
              <a:pathLst>
                <a:path extrusionOk="0" h="10876" w="10104">
                  <a:moveTo>
                    <a:pt x="5240" y="0"/>
                  </a:moveTo>
                  <a:cubicBezTo>
                    <a:pt x="3056" y="0"/>
                    <a:pt x="1077" y="1493"/>
                    <a:pt x="544" y="3711"/>
                  </a:cubicBezTo>
                  <a:cubicBezTo>
                    <a:pt x="1" y="5965"/>
                    <a:pt x="987" y="8889"/>
                    <a:pt x="2961" y="10021"/>
                  </a:cubicBezTo>
                  <a:lnTo>
                    <a:pt x="2961" y="10030"/>
                  </a:lnTo>
                  <a:cubicBezTo>
                    <a:pt x="2988" y="10048"/>
                    <a:pt x="3060" y="10084"/>
                    <a:pt x="3151" y="10129"/>
                  </a:cubicBezTo>
                  <a:cubicBezTo>
                    <a:pt x="3368" y="10238"/>
                    <a:pt x="3595" y="10319"/>
                    <a:pt x="3839" y="10383"/>
                  </a:cubicBezTo>
                  <a:cubicBezTo>
                    <a:pt x="4562" y="10622"/>
                    <a:pt x="5603" y="10875"/>
                    <a:pt x="6506" y="10875"/>
                  </a:cubicBezTo>
                  <a:cubicBezTo>
                    <a:pt x="7039" y="10875"/>
                    <a:pt x="7524" y="10787"/>
                    <a:pt x="7867" y="10555"/>
                  </a:cubicBezTo>
                  <a:cubicBezTo>
                    <a:pt x="8211" y="10319"/>
                    <a:pt x="8555" y="9749"/>
                    <a:pt x="8854" y="9097"/>
                  </a:cubicBezTo>
                  <a:cubicBezTo>
                    <a:pt x="9162" y="8427"/>
                    <a:pt x="9433" y="7658"/>
                    <a:pt x="9624" y="7051"/>
                  </a:cubicBezTo>
                  <a:cubicBezTo>
                    <a:pt x="9723" y="6735"/>
                    <a:pt x="9805" y="6454"/>
                    <a:pt x="9859" y="6264"/>
                  </a:cubicBezTo>
                  <a:cubicBezTo>
                    <a:pt x="9877" y="6219"/>
                    <a:pt x="9886" y="6164"/>
                    <a:pt x="9904" y="6119"/>
                  </a:cubicBezTo>
                  <a:lnTo>
                    <a:pt x="9931" y="6001"/>
                  </a:lnTo>
                  <a:cubicBezTo>
                    <a:pt x="9940" y="5974"/>
                    <a:pt x="9940" y="5965"/>
                    <a:pt x="9940" y="5965"/>
                  </a:cubicBezTo>
                  <a:cubicBezTo>
                    <a:pt x="10067" y="5449"/>
                    <a:pt x="10103" y="4933"/>
                    <a:pt x="10067" y="4435"/>
                  </a:cubicBezTo>
                  <a:cubicBezTo>
                    <a:pt x="9895" y="2417"/>
                    <a:pt x="8456" y="642"/>
                    <a:pt x="6374" y="135"/>
                  </a:cubicBezTo>
                  <a:cubicBezTo>
                    <a:pt x="5994" y="44"/>
                    <a:pt x="5614" y="0"/>
                    <a:pt x="5240" y="0"/>
                  </a:cubicBezTo>
                  <a:close/>
                </a:path>
              </a:pathLst>
            </a:custGeom>
            <a:solidFill>
              <a:srgbClr val="F59D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25"/>
            <p:cNvSpPr/>
            <p:nvPr/>
          </p:nvSpPr>
          <p:spPr>
            <a:xfrm>
              <a:off x="6608045" y="1852638"/>
              <a:ext cx="871914" cy="559032"/>
            </a:xfrm>
            <a:custGeom>
              <a:rect b="b" l="l" r="r" t="t"/>
              <a:pathLst>
                <a:path extrusionOk="0" h="5085" w="7931">
                  <a:moveTo>
                    <a:pt x="2351" y="0"/>
                  </a:moveTo>
                  <a:cubicBezTo>
                    <a:pt x="2248" y="0"/>
                    <a:pt x="2146" y="12"/>
                    <a:pt x="2046" y="42"/>
                  </a:cubicBezTo>
                  <a:cubicBezTo>
                    <a:pt x="1711" y="132"/>
                    <a:pt x="1458" y="431"/>
                    <a:pt x="1250" y="712"/>
                  </a:cubicBezTo>
                  <a:cubicBezTo>
                    <a:pt x="842" y="1255"/>
                    <a:pt x="480" y="1825"/>
                    <a:pt x="281" y="2468"/>
                  </a:cubicBezTo>
                  <a:cubicBezTo>
                    <a:pt x="82" y="3111"/>
                    <a:pt x="0" y="3862"/>
                    <a:pt x="272" y="4478"/>
                  </a:cubicBezTo>
                  <a:cubicBezTo>
                    <a:pt x="1367" y="4043"/>
                    <a:pt x="2245" y="3102"/>
                    <a:pt x="2607" y="1979"/>
                  </a:cubicBezTo>
                  <a:cubicBezTo>
                    <a:pt x="3149" y="2404"/>
                    <a:pt x="3807" y="2636"/>
                    <a:pt x="4475" y="2636"/>
                  </a:cubicBezTo>
                  <a:cubicBezTo>
                    <a:pt x="4790" y="2636"/>
                    <a:pt x="5106" y="2584"/>
                    <a:pt x="5414" y="2477"/>
                  </a:cubicBezTo>
                  <a:lnTo>
                    <a:pt x="5414" y="2477"/>
                  </a:lnTo>
                  <a:cubicBezTo>
                    <a:pt x="5296" y="2721"/>
                    <a:pt x="5350" y="3083"/>
                    <a:pt x="5495" y="3301"/>
                  </a:cubicBezTo>
                  <a:cubicBezTo>
                    <a:pt x="5631" y="3527"/>
                    <a:pt x="5857" y="3690"/>
                    <a:pt x="6084" y="3826"/>
                  </a:cubicBezTo>
                  <a:cubicBezTo>
                    <a:pt x="6319" y="3952"/>
                    <a:pt x="6563" y="4061"/>
                    <a:pt x="6790" y="4197"/>
                  </a:cubicBezTo>
                  <a:cubicBezTo>
                    <a:pt x="7161" y="4423"/>
                    <a:pt x="7469" y="4740"/>
                    <a:pt x="7731" y="5084"/>
                  </a:cubicBezTo>
                  <a:lnTo>
                    <a:pt x="7758" y="4966"/>
                  </a:lnTo>
                  <a:cubicBezTo>
                    <a:pt x="7767" y="4939"/>
                    <a:pt x="7767" y="4930"/>
                    <a:pt x="7767" y="4930"/>
                  </a:cubicBezTo>
                  <a:cubicBezTo>
                    <a:pt x="7894" y="4414"/>
                    <a:pt x="7930" y="3898"/>
                    <a:pt x="7894" y="3400"/>
                  </a:cubicBezTo>
                  <a:cubicBezTo>
                    <a:pt x="7876" y="3382"/>
                    <a:pt x="7867" y="3355"/>
                    <a:pt x="7858" y="3337"/>
                  </a:cubicBezTo>
                  <a:cubicBezTo>
                    <a:pt x="7559" y="2803"/>
                    <a:pt x="7270" y="2269"/>
                    <a:pt x="6853" y="1816"/>
                  </a:cubicBezTo>
                  <a:cubicBezTo>
                    <a:pt x="6355" y="1282"/>
                    <a:pt x="5694" y="902"/>
                    <a:pt x="5006" y="630"/>
                  </a:cubicBezTo>
                  <a:cubicBezTo>
                    <a:pt x="4318" y="368"/>
                    <a:pt x="3594" y="214"/>
                    <a:pt x="2879" y="69"/>
                  </a:cubicBezTo>
                  <a:cubicBezTo>
                    <a:pt x="2707" y="35"/>
                    <a:pt x="2528" y="0"/>
                    <a:pt x="2351" y="0"/>
                  </a:cubicBez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25"/>
            <p:cNvSpPr/>
            <p:nvPr/>
          </p:nvSpPr>
          <p:spPr>
            <a:xfrm>
              <a:off x="7081761" y="2363732"/>
              <a:ext cx="95646" cy="168314"/>
            </a:xfrm>
            <a:custGeom>
              <a:rect b="b" l="l" r="r" t="t"/>
              <a:pathLst>
                <a:path extrusionOk="0" h="1531" w="870">
                  <a:moveTo>
                    <a:pt x="688" y="1"/>
                  </a:moveTo>
                  <a:lnTo>
                    <a:pt x="688" y="1"/>
                  </a:lnTo>
                  <a:cubicBezTo>
                    <a:pt x="625" y="145"/>
                    <a:pt x="562" y="281"/>
                    <a:pt x="525" y="435"/>
                  </a:cubicBezTo>
                  <a:cubicBezTo>
                    <a:pt x="471" y="580"/>
                    <a:pt x="444" y="734"/>
                    <a:pt x="417" y="888"/>
                  </a:cubicBezTo>
                  <a:cubicBezTo>
                    <a:pt x="417" y="888"/>
                    <a:pt x="417" y="888"/>
                    <a:pt x="417" y="897"/>
                  </a:cubicBezTo>
                  <a:cubicBezTo>
                    <a:pt x="426" y="915"/>
                    <a:pt x="444" y="933"/>
                    <a:pt x="462" y="933"/>
                  </a:cubicBezTo>
                  <a:cubicBezTo>
                    <a:pt x="470" y="932"/>
                    <a:pt x="478" y="932"/>
                    <a:pt x="486" y="932"/>
                  </a:cubicBezTo>
                  <a:cubicBezTo>
                    <a:pt x="586" y="932"/>
                    <a:pt x="683" y="985"/>
                    <a:pt x="725" y="1069"/>
                  </a:cubicBezTo>
                  <a:cubicBezTo>
                    <a:pt x="770" y="1150"/>
                    <a:pt x="734" y="1268"/>
                    <a:pt x="652" y="1349"/>
                  </a:cubicBezTo>
                  <a:cubicBezTo>
                    <a:pt x="580" y="1422"/>
                    <a:pt x="471" y="1467"/>
                    <a:pt x="353" y="1476"/>
                  </a:cubicBezTo>
                  <a:cubicBezTo>
                    <a:pt x="332" y="1478"/>
                    <a:pt x="310" y="1479"/>
                    <a:pt x="289" y="1479"/>
                  </a:cubicBezTo>
                  <a:cubicBezTo>
                    <a:pt x="193" y="1479"/>
                    <a:pt x="96" y="1464"/>
                    <a:pt x="0" y="1449"/>
                  </a:cubicBezTo>
                  <a:lnTo>
                    <a:pt x="0" y="1449"/>
                  </a:lnTo>
                  <a:cubicBezTo>
                    <a:pt x="118" y="1485"/>
                    <a:pt x="236" y="1521"/>
                    <a:pt x="353" y="1530"/>
                  </a:cubicBezTo>
                  <a:cubicBezTo>
                    <a:pt x="480" y="1530"/>
                    <a:pt x="616" y="1494"/>
                    <a:pt x="715" y="1404"/>
                  </a:cubicBezTo>
                  <a:cubicBezTo>
                    <a:pt x="806" y="1313"/>
                    <a:pt x="869" y="1159"/>
                    <a:pt x="797" y="1023"/>
                  </a:cubicBezTo>
                  <a:cubicBezTo>
                    <a:pt x="751" y="915"/>
                    <a:pt x="632" y="853"/>
                    <a:pt x="513" y="849"/>
                  </a:cubicBezTo>
                  <a:lnTo>
                    <a:pt x="513" y="849"/>
                  </a:lnTo>
                  <a:cubicBezTo>
                    <a:pt x="531" y="712"/>
                    <a:pt x="555" y="582"/>
                    <a:pt x="580" y="444"/>
                  </a:cubicBezTo>
                  <a:cubicBezTo>
                    <a:pt x="616" y="299"/>
                    <a:pt x="652" y="154"/>
                    <a:pt x="688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25"/>
            <p:cNvSpPr/>
            <p:nvPr/>
          </p:nvSpPr>
          <p:spPr>
            <a:xfrm>
              <a:off x="7055816" y="2493128"/>
              <a:ext cx="15061" cy="25945"/>
            </a:xfrm>
            <a:custGeom>
              <a:rect b="b" l="l" r="r" t="t"/>
              <a:pathLst>
                <a:path extrusionOk="0" h="236" w="137">
                  <a:moveTo>
                    <a:pt x="19" y="0"/>
                  </a:moveTo>
                  <a:lnTo>
                    <a:pt x="19" y="0"/>
                  </a:lnTo>
                  <a:cubicBezTo>
                    <a:pt x="1" y="55"/>
                    <a:pt x="10" y="100"/>
                    <a:pt x="28" y="136"/>
                  </a:cubicBezTo>
                  <a:cubicBezTo>
                    <a:pt x="46" y="172"/>
                    <a:pt x="73" y="209"/>
                    <a:pt x="128" y="236"/>
                  </a:cubicBezTo>
                  <a:cubicBezTo>
                    <a:pt x="137" y="181"/>
                    <a:pt x="128" y="136"/>
                    <a:pt x="110" y="100"/>
                  </a:cubicBezTo>
                  <a:cubicBezTo>
                    <a:pt x="91" y="64"/>
                    <a:pt x="64" y="28"/>
                    <a:pt x="19" y="0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25"/>
            <p:cNvSpPr/>
            <p:nvPr/>
          </p:nvSpPr>
          <p:spPr>
            <a:xfrm>
              <a:off x="6898607" y="2142760"/>
              <a:ext cx="165346" cy="56178"/>
            </a:xfrm>
            <a:custGeom>
              <a:rect b="b" l="l" r="r" t="t"/>
              <a:pathLst>
                <a:path extrusionOk="0" h="511" w="1504">
                  <a:moveTo>
                    <a:pt x="836" y="1"/>
                  </a:moveTo>
                  <a:cubicBezTo>
                    <a:pt x="792" y="1"/>
                    <a:pt x="749" y="4"/>
                    <a:pt x="707" y="10"/>
                  </a:cubicBezTo>
                  <a:cubicBezTo>
                    <a:pt x="571" y="19"/>
                    <a:pt x="444" y="55"/>
                    <a:pt x="327" y="109"/>
                  </a:cubicBezTo>
                  <a:cubicBezTo>
                    <a:pt x="209" y="164"/>
                    <a:pt x="91" y="236"/>
                    <a:pt x="10" y="336"/>
                  </a:cubicBezTo>
                  <a:cubicBezTo>
                    <a:pt x="1" y="345"/>
                    <a:pt x="1" y="354"/>
                    <a:pt x="1" y="372"/>
                  </a:cubicBezTo>
                  <a:cubicBezTo>
                    <a:pt x="1" y="399"/>
                    <a:pt x="19" y="417"/>
                    <a:pt x="46" y="417"/>
                  </a:cubicBezTo>
                  <a:cubicBezTo>
                    <a:pt x="173" y="426"/>
                    <a:pt x="290" y="426"/>
                    <a:pt x="399" y="426"/>
                  </a:cubicBezTo>
                  <a:cubicBezTo>
                    <a:pt x="499" y="435"/>
                    <a:pt x="607" y="444"/>
                    <a:pt x="707" y="453"/>
                  </a:cubicBezTo>
                  <a:lnTo>
                    <a:pt x="1005" y="490"/>
                  </a:lnTo>
                  <a:cubicBezTo>
                    <a:pt x="1086" y="497"/>
                    <a:pt x="1167" y="510"/>
                    <a:pt x="1257" y="510"/>
                  </a:cubicBezTo>
                  <a:cubicBezTo>
                    <a:pt x="1278" y="510"/>
                    <a:pt x="1300" y="510"/>
                    <a:pt x="1322" y="508"/>
                  </a:cubicBezTo>
                  <a:lnTo>
                    <a:pt x="1331" y="508"/>
                  </a:lnTo>
                  <a:cubicBezTo>
                    <a:pt x="1368" y="508"/>
                    <a:pt x="1404" y="490"/>
                    <a:pt x="1431" y="463"/>
                  </a:cubicBezTo>
                  <a:cubicBezTo>
                    <a:pt x="1494" y="408"/>
                    <a:pt x="1503" y="309"/>
                    <a:pt x="1440" y="245"/>
                  </a:cubicBezTo>
                  <a:cubicBezTo>
                    <a:pt x="1349" y="137"/>
                    <a:pt x="1232" y="82"/>
                    <a:pt x="1096" y="37"/>
                  </a:cubicBezTo>
                  <a:cubicBezTo>
                    <a:pt x="1012" y="13"/>
                    <a:pt x="923" y="1"/>
                    <a:pt x="8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25"/>
            <p:cNvSpPr/>
            <p:nvPr/>
          </p:nvSpPr>
          <p:spPr>
            <a:xfrm>
              <a:off x="7295697" y="2225432"/>
              <a:ext cx="150395" cy="92347"/>
            </a:xfrm>
            <a:custGeom>
              <a:rect b="b" l="l" r="r" t="t"/>
              <a:pathLst>
                <a:path extrusionOk="0" h="840" w="1368">
                  <a:moveTo>
                    <a:pt x="358" y="0"/>
                  </a:moveTo>
                  <a:cubicBezTo>
                    <a:pt x="279" y="0"/>
                    <a:pt x="202" y="14"/>
                    <a:pt x="127" y="45"/>
                  </a:cubicBezTo>
                  <a:cubicBezTo>
                    <a:pt x="91" y="55"/>
                    <a:pt x="64" y="82"/>
                    <a:pt x="46" y="109"/>
                  </a:cubicBezTo>
                  <a:cubicBezTo>
                    <a:pt x="1" y="190"/>
                    <a:pt x="28" y="281"/>
                    <a:pt x="100" y="326"/>
                  </a:cubicBezTo>
                  <a:lnTo>
                    <a:pt x="118" y="335"/>
                  </a:lnTo>
                  <a:cubicBezTo>
                    <a:pt x="218" y="389"/>
                    <a:pt x="308" y="426"/>
                    <a:pt x="408" y="462"/>
                  </a:cubicBezTo>
                  <a:lnTo>
                    <a:pt x="689" y="561"/>
                  </a:lnTo>
                  <a:cubicBezTo>
                    <a:pt x="779" y="598"/>
                    <a:pt x="879" y="643"/>
                    <a:pt x="978" y="679"/>
                  </a:cubicBezTo>
                  <a:cubicBezTo>
                    <a:pt x="1078" y="724"/>
                    <a:pt x="1177" y="779"/>
                    <a:pt x="1286" y="833"/>
                  </a:cubicBezTo>
                  <a:cubicBezTo>
                    <a:pt x="1291" y="838"/>
                    <a:pt x="1297" y="840"/>
                    <a:pt x="1304" y="840"/>
                  </a:cubicBezTo>
                  <a:cubicBezTo>
                    <a:pt x="1311" y="840"/>
                    <a:pt x="1318" y="838"/>
                    <a:pt x="1322" y="833"/>
                  </a:cubicBezTo>
                  <a:cubicBezTo>
                    <a:pt x="1349" y="833"/>
                    <a:pt x="1368" y="806"/>
                    <a:pt x="1359" y="779"/>
                  </a:cubicBezTo>
                  <a:cubicBezTo>
                    <a:pt x="1331" y="643"/>
                    <a:pt x="1268" y="534"/>
                    <a:pt x="1187" y="426"/>
                  </a:cubicBezTo>
                  <a:cubicBezTo>
                    <a:pt x="1105" y="326"/>
                    <a:pt x="1005" y="236"/>
                    <a:pt x="888" y="163"/>
                  </a:cubicBezTo>
                  <a:cubicBezTo>
                    <a:pt x="779" y="91"/>
                    <a:pt x="652" y="36"/>
                    <a:pt x="526" y="18"/>
                  </a:cubicBezTo>
                  <a:cubicBezTo>
                    <a:pt x="469" y="7"/>
                    <a:pt x="413" y="0"/>
                    <a:pt x="358" y="0"/>
                  </a:cubicBezTo>
                  <a:close/>
                </a:path>
              </a:pathLst>
            </a:custGeom>
            <a:solidFill>
              <a:srgbClr val="00244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25"/>
            <p:cNvSpPr/>
            <p:nvPr/>
          </p:nvSpPr>
          <p:spPr>
            <a:xfrm>
              <a:off x="7256890" y="2364722"/>
              <a:ext cx="104660" cy="110707"/>
            </a:xfrm>
            <a:custGeom>
              <a:rect b="b" l="l" r="r" t="t"/>
              <a:pathLst>
                <a:path extrusionOk="0" h="1007" w="952">
                  <a:moveTo>
                    <a:pt x="508" y="0"/>
                  </a:moveTo>
                  <a:cubicBezTo>
                    <a:pt x="309" y="0"/>
                    <a:pt x="120" y="169"/>
                    <a:pt x="64" y="408"/>
                  </a:cubicBezTo>
                  <a:cubicBezTo>
                    <a:pt x="1" y="680"/>
                    <a:pt x="127" y="942"/>
                    <a:pt x="354" y="996"/>
                  </a:cubicBezTo>
                  <a:cubicBezTo>
                    <a:pt x="382" y="1003"/>
                    <a:pt x="410" y="1006"/>
                    <a:pt x="438" y="1006"/>
                  </a:cubicBezTo>
                  <a:cubicBezTo>
                    <a:pt x="636" y="1006"/>
                    <a:pt x="823" y="845"/>
                    <a:pt x="879" y="607"/>
                  </a:cubicBezTo>
                  <a:cubicBezTo>
                    <a:pt x="951" y="326"/>
                    <a:pt x="815" y="64"/>
                    <a:pt x="589" y="10"/>
                  </a:cubicBezTo>
                  <a:cubicBezTo>
                    <a:pt x="562" y="3"/>
                    <a:pt x="535" y="0"/>
                    <a:pt x="5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25"/>
            <p:cNvSpPr/>
            <p:nvPr/>
          </p:nvSpPr>
          <p:spPr>
            <a:xfrm>
              <a:off x="6919495" y="2284029"/>
              <a:ext cx="104660" cy="110707"/>
            </a:xfrm>
            <a:custGeom>
              <a:rect b="b" l="l" r="r" t="t"/>
              <a:pathLst>
                <a:path extrusionOk="0" h="1007" w="952">
                  <a:moveTo>
                    <a:pt x="505" y="0"/>
                  </a:moveTo>
                  <a:cubicBezTo>
                    <a:pt x="307" y="0"/>
                    <a:pt x="120" y="163"/>
                    <a:pt x="64" y="409"/>
                  </a:cubicBezTo>
                  <a:cubicBezTo>
                    <a:pt x="1" y="680"/>
                    <a:pt x="128" y="943"/>
                    <a:pt x="354" y="997"/>
                  </a:cubicBezTo>
                  <a:cubicBezTo>
                    <a:pt x="381" y="1004"/>
                    <a:pt x="408" y="1007"/>
                    <a:pt x="435" y="1007"/>
                  </a:cubicBezTo>
                  <a:cubicBezTo>
                    <a:pt x="634" y="1007"/>
                    <a:pt x="823" y="838"/>
                    <a:pt x="879" y="599"/>
                  </a:cubicBezTo>
                  <a:cubicBezTo>
                    <a:pt x="951" y="327"/>
                    <a:pt x="815" y="65"/>
                    <a:pt x="589" y="10"/>
                  </a:cubicBezTo>
                  <a:cubicBezTo>
                    <a:pt x="561" y="4"/>
                    <a:pt x="533" y="0"/>
                    <a:pt x="5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25"/>
            <p:cNvSpPr/>
            <p:nvPr/>
          </p:nvSpPr>
          <p:spPr>
            <a:xfrm>
              <a:off x="7251943" y="2505880"/>
              <a:ext cx="175240" cy="233177"/>
            </a:xfrm>
            <a:custGeom>
              <a:rect b="b" l="l" r="r" t="t"/>
              <a:pathLst>
                <a:path extrusionOk="0" h="2121" w="1594">
                  <a:moveTo>
                    <a:pt x="1195" y="0"/>
                  </a:moveTo>
                  <a:cubicBezTo>
                    <a:pt x="700" y="0"/>
                    <a:pt x="251" y="331"/>
                    <a:pt x="127" y="835"/>
                  </a:cubicBezTo>
                  <a:cubicBezTo>
                    <a:pt x="0" y="1387"/>
                    <a:pt x="308" y="1939"/>
                    <a:pt x="824" y="2120"/>
                  </a:cubicBezTo>
                  <a:cubicBezTo>
                    <a:pt x="1132" y="1450"/>
                    <a:pt x="1403" y="681"/>
                    <a:pt x="1594" y="74"/>
                  </a:cubicBezTo>
                  <a:cubicBezTo>
                    <a:pt x="1548" y="56"/>
                    <a:pt x="1494" y="38"/>
                    <a:pt x="1449" y="29"/>
                  </a:cubicBezTo>
                  <a:cubicBezTo>
                    <a:pt x="1364" y="10"/>
                    <a:pt x="1279" y="0"/>
                    <a:pt x="1195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25"/>
            <p:cNvSpPr/>
            <p:nvPr/>
          </p:nvSpPr>
          <p:spPr>
            <a:xfrm>
              <a:off x="6679724" y="2368570"/>
              <a:ext cx="264839" cy="240653"/>
            </a:xfrm>
            <a:custGeom>
              <a:rect b="b" l="l" r="r" t="t"/>
              <a:pathLst>
                <a:path extrusionOk="0" h="2189" w="2409">
                  <a:moveTo>
                    <a:pt x="1208" y="0"/>
                  </a:moveTo>
                  <a:cubicBezTo>
                    <a:pt x="711" y="0"/>
                    <a:pt x="260" y="339"/>
                    <a:pt x="136" y="844"/>
                  </a:cubicBezTo>
                  <a:cubicBezTo>
                    <a:pt x="0" y="1432"/>
                    <a:pt x="362" y="2021"/>
                    <a:pt x="951" y="2156"/>
                  </a:cubicBezTo>
                  <a:cubicBezTo>
                    <a:pt x="1038" y="2178"/>
                    <a:pt x="1126" y="2188"/>
                    <a:pt x="1212" y="2188"/>
                  </a:cubicBezTo>
                  <a:cubicBezTo>
                    <a:pt x="1704" y="2188"/>
                    <a:pt x="2148" y="1851"/>
                    <a:pt x="2263" y="1351"/>
                  </a:cubicBezTo>
                  <a:cubicBezTo>
                    <a:pt x="2408" y="762"/>
                    <a:pt x="2046" y="174"/>
                    <a:pt x="1458" y="29"/>
                  </a:cubicBezTo>
                  <a:cubicBezTo>
                    <a:pt x="1374" y="10"/>
                    <a:pt x="1291" y="0"/>
                    <a:pt x="1208" y="0"/>
                  </a:cubicBezTo>
                  <a:close/>
                </a:path>
              </a:pathLst>
            </a:custGeom>
            <a:solidFill>
              <a:srgbClr val="F48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25"/>
            <p:cNvSpPr/>
            <p:nvPr/>
          </p:nvSpPr>
          <p:spPr>
            <a:xfrm>
              <a:off x="7017009" y="2650337"/>
              <a:ext cx="80804" cy="24626"/>
            </a:xfrm>
            <a:custGeom>
              <a:rect b="b" l="l" r="r" t="t"/>
              <a:pathLst>
                <a:path extrusionOk="0" h="224" w="735">
                  <a:moveTo>
                    <a:pt x="1" y="1"/>
                  </a:moveTo>
                  <a:cubicBezTo>
                    <a:pt x="91" y="100"/>
                    <a:pt x="209" y="164"/>
                    <a:pt x="336" y="200"/>
                  </a:cubicBezTo>
                  <a:cubicBezTo>
                    <a:pt x="409" y="214"/>
                    <a:pt x="481" y="224"/>
                    <a:pt x="552" y="224"/>
                  </a:cubicBezTo>
                  <a:cubicBezTo>
                    <a:pt x="614" y="224"/>
                    <a:pt x="675" y="217"/>
                    <a:pt x="734" y="200"/>
                  </a:cubicBezTo>
                  <a:cubicBezTo>
                    <a:pt x="598" y="173"/>
                    <a:pt x="481" y="155"/>
                    <a:pt x="363" y="127"/>
                  </a:cubicBezTo>
                  <a:cubicBezTo>
                    <a:pt x="236" y="91"/>
                    <a:pt x="119" y="46"/>
                    <a:pt x="1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25"/>
            <p:cNvSpPr/>
            <p:nvPr/>
          </p:nvSpPr>
          <p:spPr>
            <a:xfrm>
              <a:off x="6967318" y="2522920"/>
              <a:ext cx="233947" cy="128297"/>
            </a:xfrm>
            <a:custGeom>
              <a:rect b="b" l="l" r="r" t="t"/>
              <a:pathLst>
                <a:path extrusionOk="0" h="1167" w="2128">
                  <a:moveTo>
                    <a:pt x="0" y="1"/>
                  </a:moveTo>
                  <a:cubicBezTo>
                    <a:pt x="0" y="1"/>
                    <a:pt x="18" y="381"/>
                    <a:pt x="236" y="707"/>
                  </a:cubicBezTo>
                  <a:cubicBezTo>
                    <a:pt x="371" y="906"/>
                    <a:pt x="580" y="1087"/>
                    <a:pt x="896" y="1151"/>
                  </a:cubicBezTo>
                  <a:cubicBezTo>
                    <a:pt x="966" y="1162"/>
                    <a:pt x="1032" y="1167"/>
                    <a:pt x="1096" y="1167"/>
                  </a:cubicBezTo>
                  <a:cubicBezTo>
                    <a:pt x="1290" y="1167"/>
                    <a:pt x="1457" y="1119"/>
                    <a:pt x="1594" y="1051"/>
                  </a:cubicBezTo>
                  <a:cubicBezTo>
                    <a:pt x="1956" y="861"/>
                    <a:pt x="2128" y="526"/>
                    <a:pt x="2128" y="526"/>
                  </a:cubicBezTo>
                  <a:cubicBezTo>
                    <a:pt x="2128" y="526"/>
                    <a:pt x="1032" y="390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25"/>
            <p:cNvSpPr/>
            <p:nvPr/>
          </p:nvSpPr>
          <p:spPr>
            <a:xfrm>
              <a:off x="6993153" y="2594929"/>
              <a:ext cx="149405" cy="56288"/>
            </a:xfrm>
            <a:custGeom>
              <a:rect b="b" l="l" r="r" t="t"/>
              <a:pathLst>
                <a:path extrusionOk="0" h="512" w="1359">
                  <a:moveTo>
                    <a:pt x="390" y="0"/>
                  </a:moveTo>
                  <a:cubicBezTo>
                    <a:pt x="240" y="0"/>
                    <a:pt x="106" y="24"/>
                    <a:pt x="1" y="52"/>
                  </a:cubicBezTo>
                  <a:cubicBezTo>
                    <a:pt x="136" y="251"/>
                    <a:pt x="345" y="432"/>
                    <a:pt x="661" y="496"/>
                  </a:cubicBezTo>
                  <a:cubicBezTo>
                    <a:pt x="731" y="507"/>
                    <a:pt x="797" y="512"/>
                    <a:pt x="861" y="512"/>
                  </a:cubicBezTo>
                  <a:cubicBezTo>
                    <a:pt x="1055" y="512"/>
                    <a:pt x="1222" y="464"/>
                    <a:pt x="1359" y="396"/>
                  </a:cubicBezTo>
                  <a:cubicBezTo>
                    <a:pt x="1026" y="87"/>
                    <a:pt x="677" y="0"/>
                    <a:pt x="390" y="0"/>
                  </a:cubicBezTo>
                  <a:close/>
                </a:path>
              </a:pathLst>
            </a:custGeom>
            <a:solidFill>
              <a:srgbClr val="D45B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25"/>
            <p:cNvSpPr/>
            <p:nvPr/>
          </p:nvSpPr>
          <p:spPr>
            <a:xfrm>
              <a:off x="6462709" y="2227961"/>
              <a:ext cx="127528" cy="222074"/>
            </a:xfrm>
            <a:custGeom>
              <a:rect b="b" l="l" r="r" t="t"/>
              <a:pathLst>
                <a:path extrusionOk="0" h="2020" w="1160">
                  <a:moveTo>
                    <a:pt x="904" y="683"/>
                  </a:moveTo>
                  <a:cubicBezTo>
                    <a:pt x="917" y="683"/>
                    <a:pt x="930" y="684"/>
                    <a:pt x="942" y="686"/>
                  </a:cubicBezTo>
                  <a:lnTo>
                    <a:pt x="942" y="686"/>
                  </a:lnTo>
                  <a:cubicBezTo>
                    <a:pt x="974" y="885"/>
                    <a:pt x="999" y="1091"/>
                    <a:pt x="1024" y="1290"/>
                  </a:cubicBezTo>
                  <a:cubicBezTo>
                    <a:pt x="1033" y="1408"/>
                    <a:pt x="1042" y="1516"/>
                    <a:pt x="1051" y="1625"/>
                  </a:cubicBezTo>
                  <a:cubicBezTo>
                    <a:pt x="1060" y="1733"/>
                    <a:pt x="1051" y="1842"/>
                    <a:pt x="978" y="1887"/>
                  </a:cubicBezTo>
                  <a:cubicBezTo>
                    <a:pt x="949" y="1912"/>
                    <a:pt x="911" y="1924"/>
                    <a:pt x="870" y="1924"/>
                  </a:cubicBezTo>
                  <a:cubicBezTo>
                    <a:pt x="821" y="1924"/>
                    <a:pt x="769" y="1908"/>
                    <a:pt x="725" y="1878"/>
                  </a:cubicBezTo>
                  <a:cubicBezTo>
                    <a:pt x="634" y="1824"/>
                    <a:pt x="562" y="1742"/>
                    <a:pt x="517" y="1652"/>
                  </a:cubicBezTo>
                  <a:cubicBezTo>
                    <a:pt x="417" y="1462"/>
                    <a:pt x="399" y="1226"/>
                    <a:pt x="480" y="1027"/>
                  </a:cubicBezTo>
                  <a:cubicBezTo>
                    <a:pt x="517" y="928"/>
                    <a:pt x="580" y="837"/>
                    <a:pt x="671" y="774"/>
                  </a:cubicBezTo>
                  <a:cubicBezTo>
                    <a:pt x="734" y="718"/>
                    <a:pt x="819" y="683"/>
                    <a:pt x="904" y="683"/>
                  </a:cubicBezTo>
                  <a:close/>
                  <a:moveTo>
                    <a:pt x="615" y="1"/>
                  </a:moveTo>
                  <a:cubicBezTo>
                    <a:pt x="521" y="1"/>
                    <a:pt x="431" y="40"/>
                    <a:pt x="363" y="95"/>
                  </a:cubicBezTo>
                  <a:cubicBezTo>
                    <a:pt x="263" y="158"/>
                    <a:pt x="191" y="258"/>
                    <a:pt x="145" y="357"/>
                  </a:cubicBezTo>
                  <a:cubicBezTo>
                    <a:pt x="37" y="566"/>
                    <a:pt x="1" y="801"/>
                    <a:pt x="55" y="1018"/>
                  </a:cubicBezTo>
                  <a:cubicBezTo>
                    <a:pt x="28" y="801"/>
                    <a:pt x="73" y="566"/>
                    <a:pt x="191" y="385"/>
                  </a:cubicBezTo>
                  <a:cubicBezTo>
                    <a:pt x="245" y="294"/>
                    <a:pt x="308" y="204"/>
                    <a:pt x="399" y="149"/>
                  </a:cubicBezTo>
                  <a:cubicBezTo>
                    <a:pt x="462" y="105"/>
                    <a:pt x="533" y="79"/>
                    <a:pt x="602" y="79"/>
                  </a:cubicBezTo>
                  <a:cubicBezTo>
                    <a:pt x="632" y="79"/>
                    <a:pt x="661" y="84"/>
                    <a:pt x="689" y="95"/>
                  </a:cubicBezTo>
                  <a:cubicBezTo>
                    <a:pt x="779" y="122"/>
                    <a:pt x="833" y="213"/>
                    <a:pt x="870" y="312"/>
                  </a:cubicBezTo>
                  <a:cubicBezTo>
                    <a:pt x="897" y="412"/>
                    <a:pt x="915" y="520"/>
                    <a:pt x="933" y="629"/>
                  </a:cubicBezTo>
                  <a:cubicBezTo>
                    <a:pt x="936" y="647"/>
                    <a:pt x="939" y="665"/>
                    <a:pt x="942" y="683"/>
                  </a:cubicBezTo>
                  <a:lnTo>
                    <a:pt x="942" y="683"/>
                  </a:lnTo>
                  <a:cubicBezTo>
                    <a:pt x="920" y="678"/>
                    <a:pt x="899" y="676"/>
                    <a:pt x="877" y="676"/>
                  </a:cubicBezTo>
                  <a:cubicBezTo>
                    <a:pt x="799" y="676"/>
                    <a:pt x="722" y="703"/>
                    <a:pt x="652" y="747"/>
                  </a:cubicBezTo>
                  <a:cubicBezTo>
                    <a:pt x="553" y="810"/>
                    <a:pt x="480" y="901"/>
                    <a:pt x="426" y="1009"/>
                  </a:cubicBezTo>
                  <a:cubicBezTo>
                    <a:pt x="336" y="1217"/>
                    <a:pt x="345" y="1471"/>
                    <a:pt x="444" y="1688"/>
                  </a:cubicBezTo>
                  <a:cubicBezTo>
                    <a:pt x="499" y="1788"/>
                    <a:pt x="571" y="1887"/>
                    <a:pt x="671" y="1960"/>
                  </a:cubicBezTo>
                  <a:cubicBezTo>
                    <a:pt x="726" y="1995"/>
                    <a:pt x="799" y="2019"/>
                    <a:pt x="873" y="2019"/>
                  </a:cubicBezTo>
                  <a:cubicBezTo>
                    <a:pt x="931" y="2019"/>
                    <a:pt x="990" y="2005"/>
                    <a:pt x="1042" y="1969"/>
                  </a:cubicBezTo>
                  <a:cubicBezTo>
                    <a:pt x="1096" y="1924"/>
                    <a:pt x="1132" y="1860"/>
                    <a:pt x="1141" y="1797"/>
                  </a:cubicBezTo>
                  <a:cubicBezTo>
                    <a:pt x="1159" y="1733"/>
                    <a:pt x="1159" y="1679"/>
                    <a:pt x="1150" y="1616"/>
                  </a:cubicBezTo>
                  <a:cubicBezTo>
                    <a:pt x="1150" y="1507"/>
                    <a:pt x="1141" y="1389"/>
                    <a:pt x="1123" y="1281"/>
                  </a:cubicBezTo>
                  <a:cubicBezTo>
                    <a:pt x="1105" y="1054"/>
                    <a:pt x="1069" y="837"/>
                    <a:pt x="1033" y="611"/>
                  </a:cubicBezTo>
                  <a:cubicBezTo>
                    <a:pt x="1005" y="502"/>
                    <a:pt x="996" y="394"/>
                    <a:pt x="951" y="285"/>
                  </a:cubicBezTo>
                  <a:cubicBezTo>
                    <a:pt x="915" y="167"/>
                    <a:pt x="843" y="50"/>
                    <a:pt x="707" y="13"/>
                  </a:cubicBezTo>
                  <a:cubicBezTo>
                    <a:pt x="676" y="5"/>
                    <a:pt x="645" y="1"/>
                    <a:pt x="615" y="1"/>
                  </a:cubicBezTo>
                  <a:close/>
                </a:path>
              </a:pathLst>
            </a:custGeom>
            <a:solidFill>
              <a:srgbClr val="D867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25"/>
            <p:cNvSpPr/>
            <p:nvPr/>
          </p:nvSpPr>
          <p:spPr>
            <a:xfrm>
              <a:off x="6262735" y="1624300"/>
              <a:ext cx="1419293" cy="852016"/>
            </a:xfrm>
            <a:custGeom>
              <a:rect b="b" l="l" r="r" t="t"/>
              <a:pathLst>
                <a:path extrusionOk="0" h="7750" w="12910">
                  <a:moveTo>
                    <a:pt x="6144" y="0"/>
                  </a:moveTo>
                  <a:cubicBezTo>
                    <a:pt x="5449" y="0"/>
                    <a:pt x="4756" y="137"/>
                    <a:pt x="4119" y="417"/>
                  </a:cubicBezTo>
                  <a:cubicBezTo>
                    <a:pt x="3666" y="616"/>
                    <a:pt x="3286" y="924"/>
                    <a:pt x="3114" y="1385"/>
                  </a:cubicBezTo>
                  <a:cubicBezTo>
                    <a:pt x="2905" y="1170"/>
                    <a:pt x="2606" y="1054"/>
                    <a:pt x="2310" y="1054"/>
                  </a:cubicBezTo>
                  <a:cubicBezTo>
                    <a:pt x="2208" y="1054"/>
                    <a:pt x="2107" y="1068"/>
                    <a:pt x="2010" y="1096"/>
                  </a:cubicBezTo>
                  <a:cubicBezTo>
                    <a:pt x="1620" y="1213"/>
                    <a:pt x="1313" y="1548"/>
                    <a:pt x="1231" y="1938"/>
                  </a:cubicBezTo>
                  <a:cubicBezTo>
                    <a:pt x="1141" y="2354"/>
                    <a:pt x="1286" y="2798"/>
                    <a:pt x="1123" y="3187"/>
                  </a:cubicBezTo>
                  <a:cubicBezTo>
                    <a:pt x="978" y="3549"/>
                    <a:pt x="607" y="3757"/>
                    <a:pt x="371" y="4065"/>
                  </a:cubicBezTo>
                  <a:cubicBezTo>
                    <a:pt x="18" y="4518"/>
                    <a:pt x="0" y="5160"/>
                    <a:pt x="163" y="5713"/>
                  </a:cubicBezTo>
                  <a:cubicBezTo>
                    <a:pt x="163" y="5722"/>
                    <a:pt x="172" y="5722"/>
                    <a:pt x="172" y="5731"/>
                  </a:cubicBezTo>
                  <a:cubicBezTo>
                    <a:pt x="244" y="6147"/>
                    <a:pt x="426" y="6536"/>
                    <a:pt x="670" y="6880"/>
                  </a:cubicBezTo>
                  <a:cubicBezTo>
                    <a:pt x="824" y="7080"/>
                    <a:pt x="996" y="7270"/>
                    <a:pt x="1204" y="7405"/>
                  </a:cubicBezTo>
                  <a:cubicBezTo>
                    <a:pt x="1322" y="7532"/>
                    <a:pt x="1448" y="7641"/>
                    <a:pt x="1584" y="7722"/>
                  </a:cubicBezTo>
                  <a:cubicBezTo>
                    <a:pt x="1604" y="7727"/>
                    <a:pt x="1623" y="7728"/>
                    <a:pt x="1641" y="7728"/>
                  </a:cubicBezTo>
                  <a:cubicBezTo>
                    <a:pt x="1774" y="7728"/>
                    <a:pt x="1838" y="7623"/>
                    <a:pt x="1838" y="7623"/>
                  </a:cubicBezTo>
                  <a:cubicBezTo>
                    <a:pt x="1231" y="6899"/>
                    <a:pt x="1430" y="5441"/>
                    <a:pt x="2164" y="5169"/>
                  </a:cubicBezTo>
                  <a:cubicBezTo>
                    <a:pt x="2272" y="5130"/>
                    <a:pt x="2373" y="5113"/>
                    <a:pt x="2467" y="5113"/>
                  </a:cubicBezTo>
                  <a:cubicBezTo>
                    <a:pt x="2822" y="5113"/>
                    <a:pt x="3074" y="5352"/>
                    <a:pt x="3196" y="5495"/>
                  </a:cubicBezTo>
                  <a:cubicBezTo>
                    <a:pt x="3205" y="5830"/>
                    <a:pt x="3223" y="6727"/>
                    <a:pt x="3331" y="6772"/>
                  </a:cubicBezTo>
                  <a:cubicBezTo>
                    <a:pt x="3333" y="6773"/>
                    <a:pt x="3335" y="6773"/>
                    <a:pt x="3337" y="6773"/>
                  </a:cubicBezTo>
                  <a:cubicBezTo>
                    <a:pt x="3525" y="6773"/>
                    <a:pt x="5816" y="4303"/>
                    <a:pt x="5414" y="3033"/>
                  </a:cubicBezTo>
                  <a:lnTo>
                    <a:pt x="5414" y="3033"/>
                  </a:lnTo>
                  <a:cubicBezTo>
                    <a:pt x="5694" y="3612"/>
                    <a:pt x="6210" y="4065"/>
                    <a:pt x="6817" y="4282"/>
                  </a:cubicBezTo>
                  <a:cubicBezTo>
                    <a:pt x="7075" y="4371"/>
                    <a:pt x="7348" y="4415"/>
                    <a:pt x="7621" y="4415"/>
                  </a:cubicBezTo>
                  <a:cubicBezTo>
                    <a:pt x="7990" y="4415"/>
                    <a:pt x="8358" y="4335"/>
                    <a:pt x="8691" y="4174"/>
                  </a:cubicBezTo>
                  <a:lnTo>
                    <a:pt x="8691" y="4174"/>
                  </a:lnTo>
                  <a:cubicBezTo>
                    <a:pt x="8672" y="4825"/>
                    <a:pt x="9053" y="5441"/>
                    <a:pt x="9641" y="5722"/>
                  </a:cubicBezTo>
                  <a:cubicBezTo>
                    <a:pt x="9958" y="5867"/>
                    <a:pt x="10320" y="5921"/>
                    <a:pt x="10555" y="6183"/>
                  </a:cubicBezTo>
                  <a:cubicBezTo>
                    <a:pt x="10700" y="6346"/>
                    <a:pt x="10773" y="6564"/>
                    <a:pt x="10899" y="6745"/>
                  </a:cubicBezTo>
                  <a:cubicBezTo>
                    <a:pt x="10917" y="6763"/>
                    <a:pt x="10936" y="6781"/>
                    <a:pt x="10954" y="6799"/>
                  </a:cubicBezTo>
                  <a:cubicBezTo>
                    <a:pt x="10945" y="6871"/>
                    <a:pt x="10927" y="6935"/>
                    <a:pt x="10908" y="7007"/>
                  </a:cubicBezTo>
                  <a:cubicBezTo>
                    <a:pt x="10908" y="7007"/>
                    <a:pt x="10908" y="7016"/>
                    <a:pt x="10899" y="7043"/>
                  </a:cubicBezTo>
                  <a:cubicBezTo>
                    <a:pt x="10881" y="7125"/>
                    <a:pt x="10854" y="7215"/>
                    <a:pt x="10827" y="7306"/>
                  </a:cubicBezTo>
                  <a:cubicBezTo>
                    <a:pt x="10800" y="7424"/>
                    <a:pt x="10755" y="7577"/>
                    <a:pt x="10700" y="7749"/>
                  </a:cubicBezTo>
                  <a:cubicBezTo>
                    <a:pt x="11252" y="7523"/>
                    <a:pt x="11787" y="7215"/>
                    <a:pt x="12176" y="6772"/>
                  </a:cubicBezTo>
                  <a:cubicBezTo>
                    <a:pt x="12665" y="6220"/>
                    <a:pt x="12909" y="5396"/>
                    <a:pt x="12619" y="4717"/>
                  </a:cubicBezTo>
                  <a:cubicBezTo>
                    <a:pt x="12493" y="4436"/>
                    <a:pt x="12284" y="4174"/>
                    <a:pt x="12266" y="3866"/>
                  </a:cubicBezTo>
                  <a:cubicBezTo>
                    <a:pt x="12248" y="3558"/>
                    <a:pt x="12420" y="3277"/>
                    <a:pt x="12484" y="2970"/>
                  </a:cubicBezTo>
                  <a:cubicBezTo>
                    <a:pt x="12556" y="2562"/>
                    <a:pt x="12411" y="2119"/>
                    <a:pt x="12112" y="1829"/>
                  </a:cubicBezTo>
                  <a:cubicBezTo>
                    <a:pt x="11844" y="1560"/>
                    <a:pt x="11465" y="1416"/>
                    <a:pt x="11089" y="1416"/>
                  </a:cubicBezTo>
                  <a:cubicBezTo>
                    <a:pt x="11047" y="1416"/>
                    <a:pt x="11005" y="1418"/>
                    <a:pt x="10963" y="1422"/>
                  </a:cubicBezTo>
                  <a:cubicBezTo>
                    <a:pt x="10726" y="1437"/>
                    <a:pt x="10489" y="1506"/>
                    <a:pt x="10257" y="1506"/>
                  </a:cubicBezTo>
                  <a:cubicBezTo>
                    <a:pt x="10205" y="1506"/>
                    <a:pt x="10154" y="1502"/>
                    <a:pt x="10103" y="1494"/>
                  </a:cubicBezTo>
                  <a:cubicBezTo>
                    <a:pt x="9768" y="1440"/>
                    <a:pt x="9505" y="1204"/>
                    <a:pt x="9234" y="1005"/>
                  </a:cubicBezTo>
                  <a:cubicBezTo>
                    <a:pt x="8351" y="344"/>
                    <a:pt x="7246" y="0"/>
                    <a:pt x="61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25"/>
            <p:cNvSpPr/>
            <p:nvPr/>
          </p:nvSpPr>
          <p:spPr>
            <a:xfrm>
              <a:off x="6388063" y="1731818"/>
              <a:ext cx="1276045" cy="628073"/>
            </a:xfrm>
            <a:custGeom>
              <a:rect b="b" l="l" r="r" t="t"/>
              <a:pathLst>
                <a:path extrusionOk="0" h="5713" w="11607">
                  <a:moveTo>
                    <a:pt x="2210" y="0"/>
                  </a:moveTo>
                  <a:cubicBezTo>
                    <a:pt x="2110" y="118"/>
                    <a:pt x="2028" y="254"/>
                    <a:pt x="1974" y="407"/>
                  </a:cubicBezTo>
                  <a:cubicBezTo>
                    <a:pt x="1765" y="192"/>
                    <a:pt x="1466" y="76"/>
                    <a:pt x="1170" y="76"/>
                  </a:cubicBezTo>
                  <a:cubicBezTo>
                    <a:pt x="1068" y="76"/>
                    <a:pt x="967" y="90"/>
                    <a:pt x="870" y="118"/>
                  </a:cubicBezTo>
                  <a:cubicBezTo>
                    <a:pt x="480" y="235"/>
                    <a:pt x="173" y="570"/>
                    <a:pt x="91" y="960"/>
                  </a:cubicBezTo>
                  <a:cubicBezTo>
                    <a:pt x="1" y="1358"/>
                    <a:pt x="136" y="1793"/>
                    <a:pt x="1" y="2164"/>
                  </a:cubicBezTo>
                  <a:cubicBezTo>
                    <a:pt x="417" y="2327"/>
                    <a:pt x="843" y="2462"/>
                    <a:pt x="1150" y="2616"/>
                  </a:cubicBezTo>
                  <a:cubicBezTo>
                    <a:pt x="2038" y="3033"/>
                    <a:pt x="2952" y="3404"/>
                    <a:pt x="3866" y="3748"/>
                  </a:cubicBezTo>
                  <a:cubicBezTo>
                    <a:pt x="4210" y="3141"/>
                    <a:pt x="4418" y="2517"/>
                    <a:pt x="4274" y="2055"/>
                  </a:cubicBezTo>
                  <a:lnTo>
                    <a:pt x="4274" y="2055"/>
                  </a:lnTo>
                  <a:cubicBezTo>
                    <a:pt x="4554" y="2634"/>
                    <a:pt x="5070" y="3087"/>
                    <a:pt x="5677" y="3304"/>
                  </a:cubicBezTo>
                  <a:cubicBezTo>
                    <a:pt x="5935" y="3393"/>
                    <a:pt x="6208" y="3437"/>
                    <a:pt x="6481" y="3437"/>
                  </a:cubicBezTo>
                  <a:cubicBezTo>
                    <a:pt x="6850" y="3437"/>
                    <a:pt x="7218" y="3357"/>
                    <a:pt x="7551" y="3196"/>
                  </a:cubicBezTo>
                  <a:lnTo>
                    <a:pt x="7551" y="3196"/>
                  </a:lnTo>
                  <a:cubicBezTo>
                    <a:pt x="7532" y="3847"/>
                    <a:pt x="7913" y="4463"/>
                    <a:pt x="8501" y="4744"/>
                  </a:cubicBezTo>
                  <a:cubicBezTo>
                    <a:pt x="8818" y="4889"/>
                    <a:pt x="9180" y="4943"/>
                    <a:pt x="9415" y="5205"/>
                  </a:cubicBezTo>
                  <a:cubicBezTo>
                    <a:pt x="9479" y="5278"/>
                    <a:pt x="9533" y="5359"/>
                    <a:pt x="9578" y="5450"/>
                  </a:cubicBezTo>
                  <a:cubicBezTo>
                    <a:pt x="9705" y="5477"/>
                    <a:pt x="9841" y="5504"/>
                    <a:pt x="9968" y="5531"/>
                  </a:cubicBezTo>
                  <a:cubicBezTo>
                    <a:pt x="10348" y="5604"/>
                    <a:pt x="10728" y="5658"/>
                    <a:pt x="11108" y="5712"/>
                  </a:cubicBezTo>
                  <a:cubicBezTo>
                    <a:pt x="11389" y="5359"/>
                    <a:pt x="11579" y="4907"/>
                    <a:pt x="11606" y="4463"/>
                  </a:cubicBezTo>
                  <a:cubicBezTo>
                    <a:pt x="11525" y="4436"/>
                    <a:pt x="11434" y="4409"/>
                    <a:pt x="11362" y="4382"/>
                  </a:cubicBezTo>
                  <a:cubicBezTo>
                    <a:pt x="9877" y="3829"/>
                    <a:pt x="8429" y="3187"/>
                    <a:pt x="6971" y="2580"/>
                  </a:cubicBezTo>
                  <a:cubicBezTo>
                    <a:pt x="5523" y="1965"/>
                    <a:pt x="4083" y="1304"/>
                    <a:pt x="2789" y="398"/>
                  </a:cubicBezTo>
                  <a:cubicBezTo>
                    <a:pt x="2599" y="263"/>
                    <a:pt x="2400" y="136"/>
                    <a:pt x="2210" y="0"/>
                  </a:cubicBez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25"/>
            <p:cNvSpPr/>
            <p:nvPr/>
          </p:nvSpPr>
          <p:spPr>
            <a:xfrm>
              <a:off x="7530632" y="4704499"/>
              <a:ext cx="1796489" cy="438980"/>
            </a:xfrm>
            <a:custGeom>
              <a:rect b="b" l="l" r="r" t="t"/>
              <a:pathLst>
                <a:path extrusionOk="0" h="3993" w="16341">
                  <a:moveTo>
                    <a:pt x="0" y="0"/>
                  </a:moveTo>
                  <a:lnTo>
                    <a:pt x="0" y="3992"/>
                  </a:lnTo>
                  <a:lnTo>
                    <a:pt x="15734" y="3992"/>
                  </a:lnTo>
                  <a:cubicBezTo>
                    <a:pt x="16068" y="3992"/>
                    <a:pt x="16340" y="3721"/>
                    <a:pt x="16340" y="3377"/>
                  </a:cubicBezTo>
                  <a:lnTo>
                    <a:pt x="163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25"/>
            <p:cNvSpPr/>
            <p:nvPr/>
          </p:nvSpPr>
          <p:spPr>
            <a:xfrm>
              <a:off x="7631113" y="4633810"/>
              <a:ext cx="853005" cy="70800"/>
            </a:xfrm>
            <a:custGeom>
              <a:rect b="b" l="l" r="r" t="t"/>
              <a:pathLst>
                <a:path extrusionOk="0" h="644" w="7759">
                  <a:moveTo>
                    <a:pt x="0" y="1"/>
                  </a:moveTo>
                  <a:lnTo>
                    <a:pt x="0" y="643"/>
                  </a:lnTo>
                  <a:lnTo>
                    <a:pt x="7758" y="643"/>
                  </a:lnTo>
                  <a:lnTo>
                    <a:pt x="77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25"/>
            <p:cNvSpPr/>
            <p:nvPr/>
          </p:nvSpPr>
          <p:spPr>
            <a:xfrm>
              <a:off x="8131654" y="4633810"/>
              <a:ext cx="1213270" cy="70800"/>
            </a:xfrm>
            <a:custGeom>
              <a:rect b="b" l="l" r="r" t="t"/>
              <a:pathLst>
                <a:path extrusionOk="0" h="644" w="11036">
                  <a:moveTo>
                    <a:pt x="1" y="1"/>
                  </a:moveTo>
                  <a:lnTo>
                    <a:pt x="1" y="643"/>
                  </a:lnTo>
                  <a:lnTo>
                    <a:pt x="11036" y="643"/>
                  </a:lnTo>
                  <a:lnTo>
                    <a:pt x="110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25"/>
            <p:cNvSpPr/>
            <p:nvPr/>
          </p:nvSpPr>
          <p:spPr>
            <a:xfrm>
              <a:off x="8131654" y="3731122"/>
              <a:ext cx="1380485" cy="902807"/>
            </a:xfrm>
            <a:custGeom>
              <a:rect b="b" l="l" r="r" t="t"/>
              <a:pathLst>
                <a:path extrusionOk="0" h="8212" w="12557">
                  <a:moveTo>
                    <a:pt x="1848" y="1"/>
                  </a:moveTo>
                  <a:cubicBezTo>
                    <a:pt x="1685" y="1"/>
                    <a:pt x="1540" y="128"/>
                    <a:pt x="1504" y="291"/>
                  </a:cubicBezTo>
                  <a:lnTo>
                    <a:pt x="1" y="8212"/>
                  </a:lnTo>
                  <a:lnTo>
                    <a:pt x="11036" y="8212"/>
                  </a:lnTo>
                  <a:lnTo>
                    <a:pt x="12512" y="417"/>
                  </a:lnTo>
                  <a:cubicBezTo>
                    <a:pt x="12557" y="200"/>
                    <a:pt x="12394" y="1"/>
                    <a:pt x="121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References </a:t>
            </a:r>
            <a:endParaRPr/>
          </a:p>
        </p:txBody>
      </p:sp>
      <p:sp>
        <p:nvSpPr>
          <p:cNvPr id="920" name="Google Shape;920;p26"/>
          <p:cNvSpPr txBox="1"/>
          <p:nvPr/>
        </p:nvSpPr>
        <p:spPr>
          <a:xfrm>
            <a:off x="828431" y="1250462"/>
            <a:ext cx="75957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lang="en-US" sz="1200">
                <a:solidFill>
                  <a:schemeClr val="lt1"/>
                </a:solidFill>
              </a:rPr>
              <a:t>Chengying Gao, Qi Liu, Qi Xu, Limin Wang, Jianzhuang Liu, Changqing Zou (2022) SketchyCOCO: Image Generation from Freehand Scene Sketches</a:t>
            </a:r>
            <a:endParaRPr sz="1200">
              <a:solidFill>
                <a:schemeClr val="lt1"/>
              </a:solidFill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lang="en-US" sz="1200">
                <a:solidFill>
                  <a:schemeClr val="lt1"/>
                </a:solidFill>
              </a:rPr>
              <a:t>Xiaoyu Xiang, Ding Liu, Xiao Yang, Yiheng Zhu, Xiaohui Shen, Jan P. Allebach (2021) Adversarial Open Domain Adaptation for Sketch-to-Photo Synthesis</a:t>
            </a:r>
            <a:endParaRPr sz="1200">
              <a:solidFill>
                <a:schemeClr val="lt1"/>
              </a:solidFill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lang="en-US" sz="1200">
                <a:solidFill>
                  <a:schemeClr val="lt1"/>
                </a:solidFill>
              </a:rPr>
              <a:t>Chengying Gao, Qu Liu, Limin Wang, Jianzhuang Liu, and Changqing Zou (7.4.2020) SketchyCOCO: Image Generation from Freehand Scene Sketches</a:t>
            </a:r>
            <a:endParaRPr sz="1200">
              <a:solidFill>
                <a:schemeClr val="lt1"/>
              </a:solidFill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lang="en-US" sz="1200">
                <a:solidFill>
                  <a:schemeClr val="lt1"/>
                </a:solidFill>
              </a:rPr>
              <a:t>Runtao Liu, Qian Yu, and Stella Yu (23.3.2020) Unsupervised Sketch-to-Photo Synthesis</a:t>
            </a:r>
            <a:endParaRPr sz="1200">
              <a:solidFill>
                <a:schemeClr val="lt1"/>
              </a:solidFill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lang="en-US" sz="1200">
                <a:solidFill>
                  <a:schemeClr val="lt1"/>
                </a:solidFill>
              </a:rPr>
              <a:t>Picture that Sketch: Photorealistic Image Generation from Abstract Sketches</a:t>
            </a:r>
            <a:endParaRPr sz="1200">
              <a:solidFill>
                <a:schemeClr val="lt1"/>
              </a:solidFill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lang="en-US" sz="1200">
                <a:solidFill>
                  <a:schemeClr val="lt1"/>
                </a:solidFill>
              </a:rPr>
              <a:t>Li Liu et al.(2017), Deep Sketch Hashing</a:t>
            </a:r>
            <a:endParaRPr sz="1200">
              <a:solidFill>
                <a:schemeClr val="lt1"/>
              </a:solidFill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/>
            </a:pPr>
            <a:r>
              <a:rPr lang="en-US" sz="1200">
                <a:solidFill>
                  <a:schemeClr val="lt1"/>
                </a:solidFill>
              </a:rPr>
              <a:t>Yunji Kim, Jiyoung Lee, Jin-Hwa Kim, Jung-Woo Ha, Jun-Yan Zhu (2023) Dense Text-to-Image Generation with Attention Modulation</a:t>
            </a:r>
            <a:endParaRPr sz="1200">
              <a:solidFill>
                <a:schemeClr val="lt1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296e8571644_0_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References </a:t>
            </a:r>
            <a:endParaRPr/>
          </a:p>
        </p:txBody>
      </p:sp>
      <p:sp>
        <p:nvSpPr>
          <p:cNvPr id="926" name="Google Shape;926;g296e8571644_0_1"/>
          <p:cNvSpPr txBox="1"/>
          <p:nvPr/>
        </p:nvSpPr>
        <p:spPr>
          <a:xfrm>
            <a:off x="828425" y="1250451"/>
            <a:ext cx="759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667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g296e8571644_0_1"/>
          <p:cNvSpPr txBox="1"/>
          <p:nvPr/>
        </p:nvSpPr>
        <p:spPr>
          <a:xfrm>
            <a:off x="828425" y="1250450"/>
            <a:ext cx="75957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 startAt="8"/>
            </a:pPr>
            <a:r>
              <a:rPr lang="en-US" sz="1200">
                <a:solidFill>
                  <a:schemeClr val="lt1"/>
                </a:solidFill>
              </a:rPr>
              <a:t>SketchyScene: Richly-Annotated Scene Sketches</a:t>
            </a:r>
            <a:endParaRPr sz="1200">
              <a:solidFill>
                <a:schemeClr val="lt1"/>
              </a:solidFill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 startAt="8"/>
            </a:pPr>
            <a:r>
              <a:rPr lang="en-US" sz="1200">
                <a:solidFill>
                  <a:schemeClr val="lt1"/>
                </a:solidFill>
              </a:rPr>
              <a:t>Sheng-Yu Wang, David Bau, Jun-Yan Zhu (2021) Sketch Your Own GAN</a:t>
            </a:r>
            <a:endParaRPr sz="1200">
              <a:solidFill>
                <a:schemeClr val="lt1"/>
              </a:solidFill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 startAt="8"/>
            </a:pPr>
            <a:r>
              <a:rPr lang="en-US" sz="1200">
                <a:solidFill>
                  <a:schemeClr val="lt1"/>
                </a:solidFill>
              </a:rPr>
              <a:t>Wenjing Huang, Shikui Tu, Lei Xu, Shanghai Jiao, Tong University (2023) PFB-Diff: Progressive Feature Blending Diffusion for Text-driven Image Editing</a:t>
            </a:r>
            <a:endParaRPr sz="1200">
              <a:solidFill>
                <a:schemeClr val="lt1"/>
              </a:solidFill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 startAt="8"/>
            </a:pPr>
            <a:r>
              <a:rPr lang="en-US" sz="1200">
                <a:solidFill>
                  <a:schemeClr val="lt1"/>
                </a:solidFill>
              </a:rPr>
              <a:t>Yongyi Lu ,Shangzhe Wu,Yu-Wing Tai, (2018) , Sketch Constraint Using Contextual GAN</a:t>
            </a:r>
            <a:endParaRPr sz="1200">
              <a:solidFill>
                <a:schemeClr val="lt1"/>
              </a:solidFill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 startAt="8"/>
            </a:pPr>
            <a:r>
              <a:rPr lang="en-US" sz="1200">
                <a:solidFill>
                  <a:schemeClr val="lt1"/>
                </a:solidFill>
              </a:rPr>
              <a:t> Hangyu Lin, Yanwei Fu , (2020) ,Sketch-BERT: Learning Sketch Bidirectional Encoder Representation </a:t>
            </a:r>
            <a:endParaRPr sz="1200">
              <a:solidFill>
                <a:schemeClr val="lt1"/>
              </a:solidFill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rabicPeriod" startAt="8"/>
            </a:pPr>
            <a:r>
              <a:rPr lang="en-US" sz="1200">
                <a:solidFill>
                  <a:schemeClr val="lt1"/>
                </a:solidFill>
              </a:rPr>
              <a:t> SketchyGAN: Towards Diverse and Realistic Sketch to Image Synthesis</a:t>
            </a:r>
            <a:endParaRPr sz="12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27"/>
          <p:cNvSpPr txBox="1"/>
          <p:nvPr>
            <p:ph type="title"/>
          </p:nvPr>
        </p:nvSpPr>
        <p:spPr>
          <a:xfrm flipH="1">
            <a:off x="3639354" y="1309796"/>
            <a:ext cx="4523100" cy="703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r>
              <a:rPr b="1" lang="en-US" sz="1600">
                <a:solidFill>
                  <a:schemeClr val="dk2"/>
                </a:solidFill>
              </a:rPr>
              <a:t>Do you have any questions?</a:t>
            </a:r>
            <a:br>
              <a:rPr b="1" lang="en-US" sz="1600">
                <a:solidFill>
                  <a:schemeClr val="dk2"/>
                </a:solidFill>
              </a:rPr>
            </a:br>
            <a:endParaRPr sz="1600"/>
          </a:p>
        </p:txBody>
      </p:sp>
      <p:sp>
        <p:nvSpPr>
          <p:cNvPr id="933" name="Google Shape;933;p27"/>
          <p:cNvSpPr txBox="1"/>
          <p:nvPr>
            <p:ph idx="2" type="title"/>
          </p:nvPr>
        </p:nvSpPr>
        <p:spPr>
          <a:xfrm flipH="1">
            <a:off x="4114388" y="501258"/>
            <a:ext cx="3509525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</a:pPr>
            <a:r>
              <a:rPr lang="en-US"/>
              <a:t>Thanks!</a:t>
            </a:r>
            <a:endParaRPr/>
          </a:p>
        </p:txBody>
      </p:sp>
      <p:grpSp>
        <p:nvGrpSpPr>
          <p:cNvPr id="934" name="Google Shape;934;p27"/>
          <p:cNvGrpSpPr/>
          <p:nvPr/>
        </p:nvGrpSpPr>
        <p:grpSpPr>
          <a:xfrm>
            <a:off x="3368520" y="3278678"/>
            <a:ext cx="1491735" cy="1864809"/>
            <a:chOff x="3021500" y="684925"/>
            <a:chExt cx="862075" cy="1077675"/>
          </a:xfrm>
        </p:grpSpPr>
        <p:sp>
          <p:nvSpPr>
            <p:cNvPr id="935" name="Google Shape;935;p27"/>
            <p:cNvSpPr/>
            <p:nvPr/>
          </p:nvSpPr>
          <p:spPr>
            <a:xfrm>
              <a:off x="3257550" y="767000"/>
              <a:ext cx="308725" cy="553600"/>
            </a:xfrm>
            <a:custGeom>
              <a:rect b="b" l="l" r="r" t="t"/>
              <a:pathLst>
                <a:path extrusionOk="0" h="22144" w="12349">
                  <a:moveTo>
                    <a:pt x="3015" y="1"/>
                  </a:moveTo>
                  <a:cubicBezTo>
                    <a:pt x="2671" y="408"/>
                    <a:pt x="2517" y="942"/>
                    <a:pt x="2390" y="1458"/>
                  </a:cubicBezTo>
                  <a:cubicBezTo>
                    <a:pt x="2191" y="2318"/>
                    <a:pt x="2037" y="3178"/>
                    <a:pt x="1938" y="4057"/>
                  </a:cubicBezTo>
                  <a:cubicBezTo>
                    <a:pt x="1856" y="4799"/>
                    <a:pt x="1585" y="5867"/>
                    <a:pt x="1585" y="5867"/>
                  </a:cubicBezTo>
                  <a:cubicBezTo>
                    <a:pt x="1585" y="5867"/>
                    <a:pt x="915" y="6356"/>
                    <a:pt x="643" y="6790"/>
                  </a:cubicBezTo>
                  <a:cubicBezTo>
                    <a:pt x="191" y="7487"/>
                    <a:pt x="1" y="8402"/>
                    <a:pt x="1" y="8402"/>
                  </a:cubicBezTo>
                  <a:cubicBezTo>
                    <a:pt x="1" y="8402"/>
                    <a:pt x="1105" y="8845"/>
                    <a:pt x="1648" y="9072"/>
                  </a:cubicBezTo>
                  <a:cubicBezTo>
                    <a:pt x="1648" y="9533"/>
                    <a:pt x="1657" y="10004"/>
                    <a:pt x="1693" y="10475"/>
                  </a:cubicBezTo>
                  <a:cubicBezTo>
                    <a:pt x="2218" y="10321"/>
                    <a:pt x="2716" y="10067"/>
                    <a:pt x="3142" y="9733"/>
                  </a:cubicBezTo>
                  <a:lnTo>
                    <a:pt x="3142" y="9733"/>
                  </a:lnTo>
                  <a:cubicBezTo>
                    <a:pt x="2834" y="10312"/>
                    <a:pt x="2345" y="10801"/>
                    <a:pt x="1775" y="11118"/>
                  </a:cubicBezTo>
                  <a:cubicBezTo>
                    <a:pt x="1838" y="11507"/>
                    <a:pt x="1929" y="11887"/>
                    <a:pt x="2083" y="12240"/>
                  </a:cubicBezTo>
                  <a:cubicBezTo>
                    <a:pt x="2191" y="12494"/>
                    <a:pt x="2327" y="12747"/>
                    <a:pt x="2526" y="12937"/>
                  </a:cubicBezTo>
                  <a:cubicBezTo>
                    <a:pt x="2916" y="13335"/>
                    <a:pt x="3495" y="13462"/>
                    <a:pt x="4047" y="13544"/>
                  </a:cubicBezTo>
                  <a:cubicBezTo>
                    <a:pt x="4279" y="13576"/>
                    <a:pt x="4511" y="13587"/>
                    <a:pt x="4745" y="13587"/>
                  </a:cubicBezTo>
                  <a:cubicBezTo>
                    <a:pt x="5231" y="13587"/>
                    <a:pt x="5721" y="13538"/>
                    <a:pt x="6211" y="13526"/>
                  </a:cubicBezTo>
                  <a:lnTo>
                    <a:pt x="6211" y="13526"/>
                  </a:lnTo>
                  <a:cubicBezTo>
                    <a:pt x="6301" y="14005"/>
                    <a:pt x="6337" y="14766"/>
                    <a:pt x="6066" y="15182"/>
                  </a:cubicBezTo>
                  <a:cubicBezTo>
                    <a:pt x="5984" y="15318"/>
                    <a:pt x="5867" y="15427"/>
                    <a:pt x="5731" y="15517"/>
                  </a:cubicBezTo>
                  <a:lnTo>
                    <a:pt x="7016" y="22144"/>
                  </a:lnTo>
                  <a:lnTo>
                    <a:pt x="12348" y="15173"/>
                  </a:lnTo>
                  <a:lnTo>
                    <a:pt x="11090" y="11552"/>
                  </a:lnTo>
                  <a:lnTo>
                    <a:pt x="9216" y="1006"/>
                  </a:lnTo>
                  <a:lnTo>
                    <a:pt x="3015" y="1"/>
                  </a:ln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27"/>
            <p:cNvSpPr/>
            <p:nvPr/>
          </p:nvSpPr>
          <p:spPr>
            <a:xfrm>
              <a:off x="3327475" y="909600"/>
              <a:ext cx="23800" cy="23775"/>
            </a:xfrm>
            <a:custGeom>
              <a:rect b="b" l="l" r="r" t="t"/>
              <a:pathLst>
                <a:path extrusionOk="0" h="951" w="952">
                  <a:moveTo>
                    <a:pt x="481" y="0"/>
                  </a:moveTo>
                  <a:cubicBezTo>
                    <a:pt x="218" y="0"/>
                    <a:pt x="10" y="208"/>
                    <a:pt x="1" y="471"/>
                  </a:cubicBezTo>
                  <a:cubicBezTo>
                    <a:pt x="1" y="724"/>
                    <a:pt x="209" y="942"/>
                    <a:pt x="463" y="951"/>
                  </a:cubicBezTo>
                  <a:cubicBezTo>
                    <a:pt x="725" y="951"/>
                    <a:pt x="942" y="742"/>
                    <a:pt x="942" y="480"/>
                  </a:cubicBezTo>
                  <a:cubicBezTo>
                    <a:pt x="951" y="226"/>
                    <a:pt x="743" y="9"/>
                    <a:pt x="4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27"/>
            <p:cNvSpPr/>
            <p:nvPr/>
          </p:nvSpPr>
          <p:spPr>
            <a:xfrm>
              <a:off x="3315275" y="874650"/>
              <a:ext cx="62475" cy="39275"/>
            </a:xfrm>
            <a:custGeom>
              <a:rect b="b" l="l" r="r" t="t"/>
              <a:pathLst>
                <a:path extrusionOk="0" h="1571" w="2499">
                  <a:moveTo>
                    <a:pt x="661" y="1"/>
                  </a:moveTo>
                  <a:cubicBezTo>
                    <a:pt x="435" y="1"/>
                    <a:pt x="210" y="64"/>
                    <a:pt x="0" y="212"/>
                  </a:cubicBezTo>
                  <a:lnTo>
                    <a:pt x="9" y="257"/>
                  </a:lnTo>
                  <a:cubicBezTo>
                    <a:pt x="272" y="339"/>
                    <a:pt x="498" y="393"/>
                    <a:pt x="724" y="457"/>
                  </a:cubicBezTo>
                  <a:cubicBezTo>
                    <a:pt x="941" y="529"/>
                    <a:pt x="1168" y="538"/>
                    <a:pt x="1385" y="638"/>
                  </a:cubicBezTo>
                  <a:cubicBezTo>
                    <a:pt x="1829" y="828"/>
                    <a:pt x="2209" y="1154"/>
                    <a:pt x="2462" y="1570"/>
                  </a:cubicBezTo>
                  <a:lnTo>
                    <a:pt x="2499" y="1552"/>
                  </a:lnTo>
                  <a:cubicBezTo>
                    <a:pt x="2435" y="1308"/>
                    <a:pt x="2308" y="1072"/>
                    <a:pt x="2155" y="855"/>
                  </a:cubicBezTo>
                  <a:cubicBezTo>
                    <a:pt x="1810" y="407"/>
                    <a:pt x="1233" y="1"/>
                    <a:pt x="6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27"/>
            <p:cNvSpPr/>
            <p:nvPr/>
          </p:nvSpPr>
          <p:spPr>
            <a:xfrm>
              <a:off x="3254600" y="684925"/>
              <a:ext cx="404225" cy="370900"/>
            </a:xfrm>
            <a:custGeom>
              <a:rect b="b" l="l" r="r" t="t"/>
              <a:pathLst>
                <a:path extrusionOk="0" h="14836" w="16169">
                  <a:moveTo>
                    <a:pt x="9796" y="1"/>
                  </a:moveTo>
                  <a:cubicBezTo>
                    <a:pt x="9512" y="1"/>
                    <a:pt x="9227" y="12"/>
                    <a:pt x="8945" y="25"/>
                  </a:cubicBezTo>
                  <a:cubicBezTo>
                    <a:pt x="8556" y="43"/>
                    <a:pt x="8271" y="49"/>
                    <a:pt x="8030" y="49"/>
                  </a:cubicBezTo>
                  <a:cubicBezTo>
                    <a:pt x="7639" y="49"/>
                    <a:pt x="7366" y="34"/>
                    <a:pt x="6961" y="34"/>
                  </a:cubicBezTo>
                  <a:cubicBezTo>
                    <a:pt x="6738" y="34"/>
                    <a:pt x="6475" y="38"/>
                    <a:pt x="6130" y="52"/>
                  </a:cubicBezTo>
                  <a:cubicBezTo>
                    <a:pt x="5369" y="88"/>
                    <a:pt x="4618" y="116"/>
                    <a:pt x="3866" y="224"/>
                  </a:cubicBezTo>
                  <a:cubicBezTo>
                    <a:pt x="3070" y="342"/>
                    <a:pt x="2264" y="550"/>
                    <a:pt x="1594" y="994"/>
                  </a:cubicBezTo>
                  <a:cubicBezTo>
                    <a:pt x="788" y="1537"/>
                    <a:pt x="218" y="2433"/>
                    <a:pt x="55" y="3393"/>
                  </a:cubicBezTo>
                  <a:cubicBezTo>
                    <a:pt x="1" y="3764"/>
                    <a:pt x="1" y="4144"/>
                    <a:pt x="91" y="4497"/>
                  </a:cubicBezTo>
                  <a:cubicBezTo>
                    <a:pt x="291" y="5248"/>
                    <a:pt x="1015" y="5819"/>
                    <a:pt x="1712" y="6154"/>
                  </a:cubicBezTo>
                  <a:cubicBezTo>
                    <a:pt x="1241" y="5429"/>
                    <a:pt x="1160" y="4895"/>
                    <a:pt x="1639" y="4180"/>
                  </a:cubicBezTo>
                  <a:lnTo>
                    <a:pt x="1639" y="4180"/>
                  </a:lnTo>
                  <a:cubicBezTo>
                    <a:pt x="1639" y="4180"/>
                    <a:pt x="2056" y="5710"/>
                    <a:pt x="3857" y="6108"/>
                  </a:cubicBezTo>
                  <a:cubicBezTo>
                    <a:pt x="4138" y="6169"/>
                    <a:pt x="4414" y="6194"/>
                    <a:pt x="4679" y="6194"/>
                  </a:cubicBezTo>
                  <a:cubicBezTo>
                    <a:pt x="6121" y="6194"/>
                    <a:pt x="7252" y="5439"/>
                    <a:pt x="7252" y="5438"/>
                  </a:cubicBezTo>
                  <a:lnTo>
                    <a:pt x="7252" y="5438"/>
                  </a:lnTo>
                  <a:cubicBezTo>
                    <a:pt x="7252" y="5439"/>
                    <a:pt x="6627" y="7638"/>
                    <a:pt x="7922" y="10789"/>
                  </a:cubicBezTo>
                  <a:cubicBezTo>
                    <a:pt x="9216" y="13939"/>
                    <a:pt x="11208" y="14835"/>
                    <a:pt x="11208" y="14835"/>
                  </a:cubicBezTo>
                  <a:cubicBezTo>
                    <a:pt x="11208" y="14835"/>
                    <a:pt x="13761" y="12382"/>
                    <a:pt x="15327" y="8851"/>
                  </a:cubicBezTo>
                  <a:cubicBezTo>
                    <a:pt x="16169" y="6959"/>
                    <a:pt x="16069" y="5022"/>
                    <a:pt x="15245" y="3420"/>
                  </a:cubicBezTo>
                  <a:cubicBezTo>
                    <a:pt x="14929" y="2804"/>
                    <a:pt x="13815" y="1772"/>
                    <a:pt x="13127" y="1727"/>
                  </a:cubicBezTo>
                  <a:cubicBezTo>
                    <a:pt x="12883" y="957"/>
                    <a:pt x="12140" y="414"/>
                    <a:pt x="11362" y="188"/>
                  </a:cubicBezTo>
                  <a:cubicBezTo>
                    <a:pt x="10856" y="41"/>
                    <a:pt x="10326" y="1"/>
                    <a:pt x="97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27"/>
            <p:cNvSpPr/>
            <p:nvPr/>
          </p:nvSpPr>
          <p:spPr>
            <a:xfrm>
              <a:off x="3441775" y="896675"/>
              <a:ext cx="77425" cy="99475"/>
            </a:xfrm>
            <a:custGeom>
              <a:rect b="b" l="l" r="r" t="t"/>
              <a:pathLst>
                <a:path extrusionOk="0" h="3979" w="3097">
                  <a:moveTo>
                    <a:pt x="1668" y="1"/>
                  </a:moveTo>
                  <a:cubicBezTo>
                    <a:pt x="1290" y="1"/>
                    <a:pt x="912" y="220"/>
                    <a:pt x="688" y="508"/>
                  </a:cubicBezTo>
                  <a:cubicBezTo>
                    <a:pt x="408" y="879"/>
                    <a:pt x="317" y="1350"/>
                    <a:pt x="163" y="1766"/>
                  </a:cubicBezTo>
                  <a:cubicBezTo>
                    <a:pt x="0" y="2183"/>
                    <a:pt x="19" y="2726"/>
                    <a:pt x="172" y="3142"/>
                  </a:cubicBezTo>
                  <a:cubicBezTo>
                    <a:pt x="327" y="3581"/>
                    <a:pt x="760" y="3979"/>
                    <a:pt x="1260" y="3979"/>
                  </a:cubicBezTo>
                  <a:cubicBezTo>
                    <a:pt x="1287" y="3979"/>
                    <a:pt x="1313" y="3977"/>
                    <a:pt x="1340" y="3975"/>
                  </a:cubicBezTo>
                  <a:cubicBezTo>
                    <a:pt x="1630" y="3948"/>
                    <a:pt x="1901" y="3794"/>
                    <a:pt x="2110" y="3604"/>
                  </a:cubicBezTo>
                  <a:cubicBezTo>
                    <a:pt x="2915" y="2898"/>
                    <a:pt x="3096" y="1703"/>
                    <a:pt x="2653" y="762"/>
                  </a:cubicBezTo>
                  <a:cubicBezTo>
                    <a:pt x="2517" y="463"/>
                    <a:pt x="2291" y="164"/>
                    <a:pt x="1956" y="46"/>
                  </a:cubicBezTo>
                  <a:cubicBezTo>
                    <a:pt x="1862" y="15"/>
                    <a:pt x="1765" y="1"/>
                    <a:pt x="1668" y="1"/>
                  </a:cubicBez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27"/>
            <p:cNvSpPr/>
            <p:nvPr/>
          </p:nvSpPr>
          <p:spPr>
            <a:xfrm>
              <a:off x="3458525" y="915800"/>
              <a:ext cx="43700" cy="69400"/>
            </a:xfrm>
            <a:custGeom>
              <a:rect b="b" l="l" r="r" t="t"/>
              <a:pathLst>
                <a:path extrusionOk="0" h="2776" w="1748">
                  <a:moveTo>
                    <a:pt x="899" y="1"/>
                  </a:moveTo>
                  <a:cubicBezTo>
                    <a:pt x="600" y="1"/>
                    <a:pt x="325" y="266"/>
                    <a:pt x="190" y="594"/>
                  </a:cubicBezTo>
                  <a:cubicBezTo>
                    <a:pt x="46" y="947"/>
                    <a:pt x="27" y="1363"/>
                    <a:pt x="0" y="1762"/>
                  </a:cubicBezTo>
                  <a:cubicBezTo>
                    <a:pt x="209" y="1798"/>
                    <a:pt x="408" y="1889"/>
                    <a:pt x="589" y="2033"/>
                  </a:cubicBezTo>
                  <a:cubicBezTo>
                    <a:pt x="616" y="2051"/>
                    <a:pt x="643" y="2079"/>
                    <a:pt x="652" y="2106"/>
                  </a:cubicBezTo>
                  <a:cubicBezTo>
                    <a:pt x="670" y="2142"/>
                    <a:pt x="670" y="2187"/>
                    <a:pt x="661" y="2223"/>
                  </a:cubicBezTo>
                  <a:cubicBezTo>
                    <a:pt x="634" y="2468"/>
                    <a:pt x="462" y="2649"/>
                    <a:pt x="290" y="2776"/>
                  </a:cubicBezTo>
                  <a:cubicBezTo>
                    <a:pt x="290" y="2776"/>
                    <a:pt x="1141" y="2640"/>
                    <a:pt x="1449" y="1925"/>
                  </a:cubicBezTo>
                  <a:cubicBezTo>
                    <a:pt x="1747" y="1201"/>
                    <a:pt x="1530" y="603"/>
                    <a:pt x="1530" y="603"/>
                  </a:cubicBezTo>
                  <a:cubicBezTo>
                    <a:pt x="1467" y="295"/>
                    <a:pt x="1231" y="42"/>
                    <a:pt x="969" y="6"/>
                  </a:cubicBezTo>
                  <a:cubicBezTo>
                    <a:pt x="946" y="2"/>
                    <a:pt x="922" y="1"/>
                    <a:pt x="899" y="1"/>
                  </a:cubicBez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27"/>
            <p:cNvSpPr/>
            <p:nvPr/>
          </p:nvSpPr>
          <p:spPr>
            <a:xfrm>
              <a:off x="3455800" y="913875"/>
              <a:ext cx="41000" cy="71325"/>
            </a:xfrm>
            <a:custGeom>
              <a:rect b="b" l="l" r="r" t="t"/>
              <a:pathLst>
                <a:path extrusionOk="0" h="2853" w="1640">
                  <a:moveTo>
                    <a:pt x="964" y="1"/>
                  </a:moveTo>
                  <a:cubicBezTo>
                    <a:pt x="770" y="1"/>
                    <a:pt x="566" y="90"/>
                    <a:pt x="399" y="291"/>
                  </a:cubicBezTo>
                  <a:cubicBezTo>
                    <a:pt x="37" y="725"/>
                    <a:pt x="19" y="1305"/>
                    <a:pt x="1" y="1830"/>
                  </a:cubicBezTo>
                  <a:lnTo>
                    <a:pt x="1" y="1929"/>
                  </a:lnTo>
                  <a:lnTo>
                    <a:pt x="91" y="1947"/>
                  </a:lnTo>
                  <a:cubicBezTo>
                    <a:pt x="290" y="1984"/>
                    <a:pt x="562" y="2074"/>
                    <a:pt x="698" y="2228"/>
                  </a:cubicBezTo>
                  <a:cubicBezTo>
                    <a:pt x="725" y="2319"/>
                    <a:pt x="680" y="2463"/>
                    <a:pt x="634" y="2554"/>
                  </a:cubicBezTo>
                  <a:cubicBezTo>
                    <a:pt x="580" y="2663"/>
                    <a:pt x="490" y="2762"/>
                    <a:pt x="399" y="2853"/>
                  </a:cubicBezTo>
                  <a:cubicBezTo>
                    <a:pt x="680" y="2717"/>
                    <a:pt x="1069" y="2246"/>
                    <a:pt x="698" y="2002"/>
                  </a:cubicBezTo>
                  <a:cubicBezTo>
                    <a:pt x="561" y="1888"/>
                    <a:pt x="405" y="1805"/>
                    <a:pt x="235" y="1755"/>
                  </a:cubicBezTo>
                  <a:lnTo>
                    <a:pt x="235" y="1755"/>
                  </a:lnTo>
                  <a:cubicBezTo>
                    <a:pt x="274" y="1298"/>
                    <a:pt x="298" y="802"/>
                    <a:pt x="571" y="436"/>
                  </a:cubicBezTo>
                  <a:cubicBezTo>
                    <a:pt x="705" y="249"/>
                    <a:pt x="868" y="168"/>
                    <a:pt x="1029" y="168"/>
                  </a:cubicBezTo>
                  <a:cubicBezTo>
                    <a:pt x="1282" y="168"/>
                    <a:pt x="1528" y="370"/>
                    <a:pt x="1639" y="680"/>
                  </a:cubicBezTo>
                  <a:cubicBezTo>
                    <a:pt x="1599" y="263"/>
                    <a:pt x="1296" y="1"/>
                    <a:pt x="9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27"/>
            <p:cNvSpPr/>
            <p:nvPr/>
          </p:nvSpPr>
          <p:spPr>
            <a:xfrm>
              <a:off x="3518725" y="797575"/>
              <a:ext cx="67000" cy="195550"/>
            </a:xfrm>
            <a:custGeom>
              <a:rect b="b" l="l" r="r" t="t"/>
              <a:pathLst>
                <a:path extrusionOk="0" h="7822" w="2680">
                  <a:moveTo>
                    <a:pt x="1259" y="0"/>
                  </a:moveTo>
                  <a:lnTo>
                    <a:pt x="1259" y="0"/>
                  </a:lnTo>
                  <a:cubicBezTo>
                    <a:pt x="18" y="1829"/>
                    <a:pt x="0" y="4372"/>
                    <a:pt x="1195" y="6228"/>
                  </a:cubicBezTo>
                  <a:cubicBezTo>
                    <a:pt x="1585" y="6844"/>
                    <a:pt x="2082" y="7396"/>
                    <a:pt x="2680" y="7822"/>
                  </a:cubicBezTo>
                  <a:cubicBezTo>
                    <a:pt x="2128" y="7351"/>
                    <a:pt x="1657" y="6799"/>
                    <a:pt x="1295" y="6174"/>
                  </a:cubicBezTo>
                  <a:cubicBezTo>
                    <a:pt x="172" y="4309"/>
                    <a:pt x="190" y="1883"/>
                    <a:pt x="1259" y="0"/>
                  </a:cubicBezTo>
                  <a:close/>
                </a:path>
              </a:pathLst>
            </a:custGeom>
            <a:solidFill>
              <a:srgbClr val="FFFFFF">
                <a:alpha val="6078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27"/>
            <p:cNvSpPr/>
            <p:nvPr/>
          </p:nvSpPr>
          <p:spPr>
            <a:xfrm>
              <a:off x="3570550" y="797100"/>
              <a:ext cx="43700" cy="150300"/>
            </a:xfrm>
            <a:custGeom>
              <a:rect b="b" l="l" r="r" t="t"/>
              <a:pathLst>
                <a:path extrusionOk="0" h="6012" w="1748">
                  <a:moveTo>
                    <a:pt x="697" y="1"/>
                  </a:moveTo>
                  <a:lnTo>
                    <a:pt x="697" y="1"/>
                  </a:lnTo>
                  <a:cubicBezTo>
                    <a:pt x="0" y="1739"/>
                    <a:pt x="0" y="3894"/>
                    <a:pt x="1186" y="5423"/>
                  </a:cubicBezTo>
                  <a:cubicBezTo>
                    <a:pt x="1349" y="5641"/>
                    <a:pt x="1539" y="5840"/>
                    <a:pt x="1748" y="6012"/>
                  </a:cubicBezTo>
                  <a:cubicBezTo>
                    <a:pt x="1557" y="5813"/>
                    <a:pt x="1385" y="5605"/>
                    <a:pt x="1241" y="5387"/>
                  </a:cubicBezTo>
                  <a:cubicBezTo>
                    <a:pt x="172" y="3812"/>
                    <a:pt x="200" y="1775"/>
                    <a:pt x="697" y="1"/>
                  </a:cubicBezTo>
                  <a:close/>
                </a:path>
              </a:pathLst>
            </a:custGeom>
            <a:solidFill>
              <a:srgbClr val="FFFFFF">
                <a:alpha val="6078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27"/>
            <p:cNvSpPr/>
            <p:nvPr/>
          </p:nvSpPr>
          <p:spPr>
            <a:xfrm>
              <a:off x="3314800" y="700025"/>
              <a:ext cx="234950" cy="92250"/>
            </a:xfrm>
            <a:custGeom>
              <a:rect b="b" l="l" r="r" t="t"/>
              <a:pathLst>
                <a:path extrusionOk="0" h="3690" w="9398">
                  <a:moveTo>
                    <a:pt x="1" y="0"/>
                  </a:moveTo>
                  <a:cubicBezTo>
                    <a:pt x="908" y="2227"/>
                    <a:pt x="3216" y="3689"/>
                    <a:pt x="5582" y="3689"/>
                  </a:cubicBezTo>
                  <a:cubicBezTo>
                    <a:pt x="6025" y="3689"/>
                    <a:pt x="6470" y="3638"/>
                    <a:pt x="6908" y="3531"/>
                  </a:cubicBezTo>
                  <a:cubicBezTo>
                    <a:pt x="7813" y="3323"/>
                    <a:pt x="8682" y="2915"/>
                    <a:pt x="9398" y="2318"/>
                  </a:cubicBezTo>
                  <a:lnTo>
                    <a:pt x="9398" y="2318"/>
                  </a:lnTo>
                  <a:cubicBezTo>
                    <a:pt x="8655" y="2861"/>
                    <a:pt x="7786" y="3241"/>
                    <a:pt x="6881" y="3413"/>
                  </a:cubicBezTo>
                  <a:cubicBezTo>
                    <a:pt x="6466" y="3506"/>
                    <a:pt x="6048" y="3550"/>
                    <a:pt x="5632" y="3550"/>
                  </a:cubicBezTo>
                  <a:cubicBezTo>
                    <a:pt x="3289" y="3550"/>
                    <a:pt x="1031" y="2138"/>
                    <a:pt x="1" y="0"/>
                  </a:cubicBezTo>
                  <a:close/>
                </a:path>
              </a:pathLst>
            </a:custGeom>
            <a:solidFill>
              <a:srgbClr val="FFFFFF">
                <a:alpha val="6078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27"/>
            <p:cNvSpPr/>
            <p:nvPr/>
          </p:nvSpPr>
          <p:spPr>
            <a:xfrm>
              <a:off x="3373425" y="688700"/>
              <a:ext cx="153025" cy="46975"/>
            </a:xfrm>
            <a:custGeom>
              <a:rect b="b" l="l" r="r" t="t"/>
              <a:pathLst>
                <a:path extrusionOk="0" h="1879" w="6121">
                  <a:moveTo>
                    <a:pt x="1" y="1"/>
                  </a:moveTo>
                  <a:lnTo>
                    <a:pt x="1" y="1"/>
                  </a:lnTo>
                  <a:cubicBezTo>
                    <a:pt x="915" y="1202"/>
                    <a:pt x="2406" y="1879"/>
                    <a:pt x="3900" y="1879"/>
                  </a:cubicBezTo>
                  <a:cubicBezTo>
                    <a:pt x="4387" y="1879"/>
                    <a:pt x="4874" y="1807"/>
                    <a:pt x="5342" y="1657"/>
                  </a:cubicBezTo>
                  <a:cubicBezTo>
                    <a:pt x="5613" y="1567"/>
                    <a:pt x="5876" y="1467"/>
                    <a:pt x="6120" y="1331"/>
                  </a:cubicBezTo>
                  <a:lnTo>
                    <a:pt x="6120" y="1331"/>
                  </a:lnTo>
                  <a:cubicBezTo>
                    <a:pt x="5858" y="1440"/>
                    <a:pt x="5595" y="1522"/>
                    <a:pt x="5323" y="1585"/>
                  </a:cubicBezTo>
                  <a:cubicBezTo>
                    <a:pt x="4900" y="1692"/>
                    <a:pt x="4469" y="1743"/>
                    <a:pt x="4038" y="1743"/>
                  </a:cubicBezTo>
                  <a:cubicBezTo>
                    <a:pt x="2533" y="1743"/>
                    <a:pt x="1042" y="1113"/>
                    <a:pt x="1" y="1"/>
                  </a:cubicBezTo>
                  <a:close/>
                </a:path>
              </a:pathLst>
            </a:custGeom>
            <a:solidFill>
              <a:srgbClr val="FFFFFF">
                <a:alpha val="6078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27"/>
            <p:cNvSpPr/>
            <p:nvPr/>
          </p:nvSpPr>
          <p:spPr>
            <a:xfrm>
              <a:off x="3162275" y="1104000"/>
              <a:ext cx="721300" cy="658600"/>
            </a:xfrm>
            <a:custGeom>
              <a:rect b="b" l="l" r="r" t="t"/>
              <a:pathLst>
                <a:path extrusionOk="0" h="26344" w="28852">
                  <a:moveTo>
                    <a:pt x="15571" y="0"/>
                  </a:moveTo>
                  <a:lnTo>
                    <a:pt x="11850" y="3078"/>
                  </a:lnTo>
                  <a:lnTo>
                    <a:pt x="10076" y="1023"/>
                  </a:lnTo>
                  <a:cubicBezTo>
                    <a:pt x="10076" y="1023"/>
                    <a:pt x="4916" y="3069"/>
                    <a:pt x="2789" y="6265"/>
                  </a:cubicBezTo>
                  <a:cubicBezTo>
                    <a:pt x="661" y="9451"/>
                    <a:pt x="0" y="26343"/>
                    <a:pt x="0" y="26343"/>
                  </a:cubicBezTo>
                  <a:lnTo>
                    <a:pt x="25456" y="26343"/>
                  </a:lnTo>
                  <a:lnTo>
                    <a:pt x="25130" y="16033"/>
                  </a:lnTo>
                  <a:lnTo>
                    <a:pt x="28851" y="16033"/>
                  </a:lnTo>
                  <a:cubicBezTo>
                    <a:pt x="28851" y="16033"/>
                    <a:pt x="28118" y="7921"/>
                    <a:pt x="25791" y="5595"/>
                  </a:cubicBezTo>
                  <a:cubicBezTo>
                    <a:pt x="23465" y="3268"/>
                    <a:pt x="16621" y="1213"/>
                    <a:pt x="16621" y="1213"/>
                  </a:cubicBezTo>
                  <a:lnTo>
                    <a:pt x="1557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27"/>
            <p:cNvSpPr/>
            <p:nvPr/>
          </p:nvSpPr>
          <p:spPr>
            <a:xfrm>
              <a:off x="3411900" y="1180950"/>
              <a:ext cx="110925" cy="424350"/>
            </a:xfrm>
            <a:custGeom>
              <a:rect b="b" l="l" r="r" t="t"/>
              <a:pathLst>
                <a:path extrusionOk="0" h="16974" w="4437">
                  <a:moveTo>
                    <a:pt x="1865" y="0"/>
                  </a:moveTo>
                  <a:lnTo>
                    <a:pt x="661" y="1259"/>
                  </a:lnTo>
                  <a:lnTo>
                    <a:pt x="1241" y="2508"/>
                  </a:lnTo>
                  <a:lnTo>
                    <a:pt x="0" y="16974"/>
                  </a:lnTo>
                  <a:lnTo>
                    <a:pt x="4436" y="16974"/>
                  </a:lnTo>
                  <a:lnTo>
                    <a:pt x="2372" y="2508"/>
                  </a:lnTo>
                  <a:lnTo>
                    <a:pt x="2988" y="1259"/>
                  </a:lnTo>
                  <a:lnTo>
                    <a:pt x="186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27"/>
            <p:cNvSpPr/>
            <p:nvPr/>
          </p:nvSpPr>
          <p:spPr>
            <a:xfrm>
              <a:off x="3442900" y="1242050"/>
              <a:ext cx="28325" cy="4600"/>
            </a:xfrm>
            <a:custGeom>
              <a:rect b="b" l="l" r="r" t="t"/>
              <a:pathLst>
                <a:path extrusionOk="0" h="184" w="1133">
                  <a:moveTo>
                    <a:pt x="1" y="0"/>
                  </a:moveTo>
                  <a:cubicBezTo>
                    <a:pt x="182" y="121"/>
                    <a:pt x="406" y="183"/>
                    <a:pt x="627" y="183"/>
                  </a:cubicBezTo>
                  <a:cubicBezTo>
                    <a:pt x="804" y="183"/>
                    <a:pt x="980" y="144"/>
                    <a:pt x="1132" y="64"/>
                  </a:cubicBezTo>
                  <a:cubicBezTo>
                    <a:pt x="734" y="37"/>
                    <a:pt x="399" y="19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27"/>
            <p:cNvSpPr/>
            <p:nvPr/>
          </p:nvSpPr>
          <p:spPr>
            <a:xfrm>
              <a:off x="3377275" y="1134325"/>
              <a:ext cx="200550" cy="115000"/>
            </a:xfrm>
            <a:custGeom>
              <a:rect b="b" l="l" r="r" t="t"/>
              <a:pathLst>
                <a:path extrusionOk="0" h="4600" w="8022">
                  <a:moveTo>
                    <a:pt x="8021" y="0"/>
                  </a:moveTo>
                  <a:lnTo>
                    <a:pt x="8021" y="0"/>
                  </a:lnTo>
                  <a:cubicBezTo>
                    <a:pt x="7559" y="706"/>
                    <a:pt x="7116" y="1422"/>
                    <a:pt x="6672" y="2137"/>
                  </a:cubicBezTo>
                  <a:cubicBezTo>
                    <a:pt x="6261" y="2799"/>
                    <a:pt x="5850" y="3470"/>
                    <a:pt x="5446" y="4141"/>
                  </a:cubicBezTo>
                  <a:lnTo>
                    <a:pt x="5446" y="4141"/>
                  </a:lnTo>
                  <a:cubicBezTo>
                    <a:pt x="4725" y="3302"/>
                    <a:pt x="3996" y="2471"/>
                    <a:pt x="3259" y="1648"/>
                  </a:cubicBezTo>
                  <a:cubicBezTo>
                    <a:pt x="2563" y="2379"/>
                    <a:pt x="1866" y="3117"/>
                    <a:pt x="1177" y="3856"/>
                  </a:cubicBezTo>
                  <a:lnTo>
                    <a:pt x="1177" y="3856"/>
                  </a:lnTo>
                  <a:cubicBezTo>
                    <a:pt x="799" y="2726"/>
                    <a:pt x="412" y="1603"/>
                    <a:pt x="0" y="489"/>
                  </a:cubicBezTo>
                  <a:lnTo>
                    <a:pt x="0" y="489"/>
                  </a:lnTo>
                  <a:cubicBezTo>
                    <a:pt x="335" y="1766"/>
                    <a:pt x="697" y="3033"/>
                    <a:pt x="1069" y="4300"/>
                  </a:cubicBezTo>
                  <a:lnTo>
                    <a:pt x="1213" y="4165"/>
                  </a:lnTo>
                  <a:cubicBezTo>
                    <a:pt x="1900" y="3478"/>
                    <a:pt x="2579" y="2783"/>
                    <a:pt x="3249" y="2087"/>
                  </a:cubicBezTo>
                  <a:lnTo>
                    <a:pt x="3249" y="2087"/>
                  </a:lnTo>
                  <a:cubicBezTo>
                    <a:pt x="3992" y="2933"/>
                    <a:pt x="4735" y="3770"/>
                    <a:pt x="5495" y="4599"/>
                  </a:cubicBezTo>
                  <a:cubicBezTo>
                    <a:pt x="6156" y="3440"/>
                    <a:pt x="6799" y="2291"/>
                    <a:pt x="7433" y="1114"/>
                  </a:cubicBezTo>
                  <a:cubicBezTo>
                    <a:pt x="7632" y="743"/>
                    <a:pt x="7831" y="372"/>
                    <a:pt x="80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27"/>
            <p:cNvSpPr/>
            <p:nvPr/>
          </p:nvSpPr>
          <p:spPr>
            <a:xfrm>
              <a:off x="3522800" y="1504800"/>
              <a:ext cx="335425" cy="257800"/>
            </a:xfrm>
            <a:custGeom>
              <a:rect b="b" l="l" r="r" t="t"/>
              <a:pathLst>
                <a:path extrusionOk="0" h="10312" w="13417">
                  <a:moveTo>
                    <a:pt x="7776" y="1"/>
                  </a:moveTo>
                  <a:lnTo>
                    <a:pt x="8428" y="6410"/>
                  </a:lnTo>
                  <a:lnTo>
                    <a:pt x="0" y="6410"/>
                  </a:lnTo>
                  <a:lnTo>
                    <a:pt x="380" y="10311"/>
                  </a:lnTo>
                  <a:lnTo>
                    <a:pt x="13172" y="10311"/>
                  </a:lnTo>
                  <a:lnTo>
                    <a:pt x="13416" y="1"/>
                  </a:ln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27"/>
            <p:cNvSpPr/>
            <p:nvPr/>
          </p:nvSpPr>
          <p:spPr>
            <a:xfrm>
              <a:off x="3857525" y="1504800"/>
              <a:ext cx="26050" cy="24025"/>
            </a:xfrm>
            <a:custGeom>
              <a:rect b="b" l="l" r="r" t="t"/>
              <a:pathLst>
                <a:path extrusionOk="0" h="961" w="1042">
                  <a:moveTo>
                    <a:pt x="27" y="1"/>
                  </a:moveTo>
                  <a:lnTo>
                    <a:pt x="0" y="960"/>
                  </a:lnTo>
                  <a:lnTo>
                    <a:pt x="1041" y="1"/>
                  </a:lnTo>
                  <a:close/>
                </a:path>
              </a:pathLst>
            </a:custGeom>
            <a:solidFill>
              <a:srgbClr val="0A2A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27"/>
            <p:cNvSpPr/>
            <p:nvPr/>
          </p:nvSpPr>
          <p:spPr>
            <a:xfrm>
              <a:off x="3699325" y="1244300"/>
              <a:ext cx="43025" cy="260525"/>
            </a:xfrm>
            <a:custGeom>
              <a:rect b="b" l="l" r="r" t="t"/>
              <a:pathLst>
                <a:path extrusionOk="0" h="10421" w="1721">
                  <a:moveTo>
                    <a:pt x="1720" y="1"/>
                  </a:moveTo>
                  <a:lnTo>
                    <a:pt x="1720" y="1"/>
                  </a:lnTo>
                  <a:cubicBezTo>
                    <a:pt x="0" y="2183"/>
                    <a:pt x="263" y="5161"/>
                    <a:pt x="444" y="7768"/>
                  </a:cubicBezTo>
                  <a:cubicBezTo>
                    <a:pt x="507" y="8655"/>
                    <a:pt x="589" y="9533"/>
                    <a:pt x="679" y="10421"/>
                  </a:cubicBezTo>
                  <a:cubicBezTo>
                    <a:pt x="734" y="8646"/>
                    <a:pt x="634" y="6863"/>
                    <a:pt x="616" y="5098"/>
                  </a:cubicBezTo>
                  <a:cubicBezTo>
                    <a:pt x="598" y="3341"/>
                    <a:pt x="797" y="1540"/>
                    <a:pt x="17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27"/>
            <p:cNvSpPr/>
            <p:nvPr/>
          </p:nvSpPr>
          <p:spPr>
            <a:xfrm>
              <a:off x="3231975" y="1308350"/>
              <a:ext cx="79925" cy="454250"/>
            </a:xfrm>
            <a:custGeom>
              <a:rect b="b" l="l" r="r" t="t"/>
              <a:pathLst>
                <a:path extrusionOk="0" h="18170" w="3197">
                  <a:moveTo>
                    <a:pt x="1" y="1"/>
                  </a:moveTo>
                  <a:cubicBezTo>
                    <a:pt x="897" y="2889"/>
                    <a:pt x="1983" y="6012"/>
                    <a:pt x="2662" y="8945"/>
                  </a:cubicBezTo>
                  <a:cubicBezTo>
                    <a:pt x="3024" y="10457"/>
                    <a:pt x="2744" y="12014"/>
                    <a:pt x="2599" y="13544"/>
                  </a:cubicBezTo>
                  <a:cubicBezTo>
                    <a:pt x="2418" y="15082"/>
                    <a:pt x="2191" y="16630"/>
                    <a:pt x="1956" y="18169"/>
                  </a:cubicBezTo>
                  <a:cubicBezTo>
                    <a:pt x="2309" y="16649"/>
                    <a:pt x="2608" y="15119"/>
                    <a:pt x="2834" y="13571"/>
                  </a:cubicBezTo>
                  <a:cubicBezTo>
                    <a:pt x="3006" y="12312"/>
                    <a:pt x="3196" y="11036"/>
                    <a:pt x="3106" y="9760"/>
                  </a:cubicBezTo>
                  <a:cubicBezTo>
                    <a:pt x="2843" y="7913"/>
                    <a:pt x="2209" y="6139"/>
                    <a:pt x="1630" y="4382"/>
                  </a:cubicBezTo>
                  <a:cubicBezTo>
                    <a:pt x="1132" y="2907"/>
                    <a:pt x="589" y="1449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27"/>
            <p:cNvSpPr/>
            <p:nvPr/>
          </p:nvSpPr>
          <p:spPr>
            <a:xfrm>
              <a:off x="3537725" y="1308350"/>
              <a:ext cx="135600" cy="28325"/>
            </a:xfrm>
            <a:custGeom>
              <a:rect b="b" l="l" r="r" t="t"/>
              <a:pathLst>
                <a:path extrusionOk="0" h="1133" w="5424">
                  <a:moveTo>
                    <a:pt x="1" y="1"/>
                  </a:moveTo>
                  <a:lnTo>
                    <a:pt x="1" y="1132"/>
                  </a:lnTo>
                  <a:lnTo>
                    <a:pt x="5423" y="1132"/>
                  </a:lnTo>
                  <a:lnTo>
                    <a:pt x="542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27"/>
            <p:cNvSpPr/>
            <p:nvPr/>
          </p:nvSpPr>
          <p:spPr>
            <a:xfrm>
              <a:off x="3036000" y="1395025"/>
              <a:ext cx="528675" cy="367575"/>
            </a:xfrm>
            <a:custGeom>
              <a:rect b="b" l="l" r="r" t="t"/>
              <a:pathLst>
                <a:path extrusionOk="0" h="14703" w="21147">
                  <a:moveTo>
                    <a:pt x="815" y="1"/>
                  </a:moveTo>
                  <a:cubicBezTo>
                    <a:pt x="326" y="1"/>
                    <a:pt x="0" y="635"/>
                    <a:pt x="199" y="1205"/>
                  </a:cubicBezTo>
                  <a:lnTo>
                    <a:pt x="4780" y="14702"/>
                  </a:lnTo>
                  <a:lnTo>
                    <a:pt x="21147" y="14702"/>
                  </a:lnTo>
                  <a:lnTo>
                    <a:pt x="16494" y="988"/>
                  </a:lnTo>
                  <a:cubicBezTo>
                    <a:pt x="16286" y="381"/>
                    <a:pt x="15824" y="1"/>
                    <a:pt x="153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27"/>
            <p:cNvSpPr/>
            <p:nvPr/>
          </p:nvSpPr>
          <p:spPr>
            <a:xfrm>
              <a:off x="3021500" y="1395025"/>
              <a:ext cx="530975" cy="367575"/>
            </a:xfrm>
            <a:custGeom>
              <a:rect b="b" l="l" r="r" t="t"/>
              <a:pathLst>
                <a:path extrusionOk="0" h="14703" w="21239">
                  <a:moveTo>
                    <a:pt x="480" y="1"/>
                  </a:moveTo>
                  <a:cubicBezTo>
                    <a:pt x="200" y="1"/>
                    <a:pt x="1" y="372"/>
                    <a:pt x="118" y="716"/>
                  </a:cubicBezTo>
                  <a:lnTo>
                    <a:pt x="4871" y="14702"/>
                  </a:lnTo>
                  <a:lnTo>
                    <a:pt x="21238" y="14702"/>
                  </a:lnTo>
                  <a:lnTo>
                    <a:pt x="16504" y="770"/>
                  </a:lnTo>
                  <a:cubicBezTo>
                    <a:pt x="16350" y="300"/>
                    <a:pt x="15979" y="1"/>
                    <a:pt x="155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27"/>
            <p:cNvSpPr/>
            <p:nvPr/>
          </p:nvSpPr>
          <p:spPr>
            <a:xfrm>
              <a:off x="3195100" y="1528325"/>
              <a:ext cx="110450" cy="100975"/>
            </a:xfrm>
            <a:custGeom>
              <a:rect b="b" l="l" r="r" t="t"/>
              <a:pathLst>
                <a:path extrusionOk="0" h="4039" w="4418">
                  <a:moveTo>
                    <a:pt x="1865" y="1"/>
                  </a:moveTo>
                  <a:cubicBezTo>
                    <a:pt x="751" y="1"/>
                    <a:pt x="0" y="906"/>
                    <a:pt x="190" y="2020"/>
                  </a:cubicBezTo>
                  <a:cubicBezTo>
                    <a:pt x="380" y="3133"/>
                    <a:pt x="1430" y="4038"/>
                    <a:pt x="2544" y="4038"/>
                  </a:cubicBezTo>
                  <a:cubicBezTo>
                    <a:pt x="3657" y="4038"/>
                    <a:pt x="4418" y="3133"/>
                    <a:pt x="4228" y="2020"/>
                  </a:cubicBezTo>
                  <a:cubicBezTo>
                    <a:pt x="4038" y="906"/>
                    <a:pt x="2987" y="1"/>
                    <a:pt x="18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8" name="Google Shape;958;p27"/>
          <p:cNvGrpSpPr/>
          <p:nvPr/>
        </p:nvGrpSpPr>
        <p:grpSpPr>
          <a:xfrm>
            <a:off x="1932072" y="3309479"/>
            <a:ext cx="1525391" cy="1834008"/>
            <a:chOff x="2191375" y="702725"/>
            <a:chExt cx="881525" cy="1059875"/>
          </a:xfrm>
        </p:grpSpPr>
        <p:sp>
          <p:nvSpPr>
            <p:cNvPr id="959" name="Google Shape;959;p27"/>
            <p:cNvSpPr/>
            <p:nvPr/>
          </p:nvSpPr>
          <p:spPr>
            <a:xfrm>
              <a:off x="2737475" y="1124375"/>
              <a:ext cx="253500" cy="528125"/>
            </a:xfrm>
            <a:custGeom>
              <a:rect b="b" l="l" r="r" t="t"/>
              <a:pathLst>
                <a:path extrusionOk="0" h="21125" w="10140">
                  <a:moveTo>
                    <a:pt x="7732" y="0"/>
                  </a:moveTo>
                  <a:cubicBezTo>
                    <a:pt x="6645" y="4400"/>
                    <a:pt x="5731" y="8736"/>
                    <a:pt x="4943" y="13199"/>
                  </a:cubicBezTo>
                  <a:cubicBezTo>
                    <a:pt x="4455" y="11524"/>
                    <a:pt x="3966" y="9849"/>
                    <a:pt x="3468" y="8175"/>
                  </a:cubicBezTo>
                  <a:cubicBezTo>
                    <a:pt x="3260" y="7459"/>
                    <a:pt x="3051" y="6735"/>
                    <a:pt x="2662" y="6102"/>
                  </a:cubicBezTo>
                  <a:cubicBezTo>
                    <a:pt x="2119" y="5178"/>
                    <a:pt x="1250" y="4490"/>
                    <a:pt x="363" y="3875"/>
                  </a:cubicBezTo>
                  <a:cubicBezTo>
                    <a:pt x="245" y="3784"/>
                    <a:pt x="127" y="3703"/>
                    <a:pt x="1" y="3621"/>
                  </a:cubicBezTo>
                  <a:lnTo>
                    <a:pt x="1" y="3621"/>
                  </a:lnTo>
                  <a:cubicBezTo>
                    <a:pt x="734" y="5115"/>
                    <a:pt x="1621" y="7278"/>
                    <a:pt x="1829" y="9351"/>
                  </a:cubicBezTo>
                  <a:cubicBezTo>
                    <a:pt x="2210" y="13045"/>
                    <a:pt x="227" y="16231"/>
                    <a:pt x="227" y="16231"/>
                  </a:cubicBezTo>
                  <a:cubicBezTo>
                    <a:pt x="227" y="16231"/>
                    <a:pt x="3448" y="21124"/>
                    <a:pt x="5449" y="21124"/>
                  </a:cubicBezTo>
                  <a:cubicBezTo>
                    <a:pt x="5808" y="21124"/>
                    <a:pt x="6128" y="20967"/>
                    <a:pt x="6383" y="20595"/>
                  </a:cubicBezTo>
                  <a:cubicBezTo>
                    <a:pt x="8058" y="18142"/>
                    <a:pt x="10140" y="426"/>
                    <a:pt x="10140" y="426"/>
                  </a:cubicBezTo>
                  <a:cubicBezTo>
                    <a:pt x="9343" y="217"/>
                    <a:pt x="8546" y="145"/>
                    <a:pt x="7732" y="0"/>
                  </a:cubicBez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27"/>
            <p:cNvSpPr/>
            <p:nvPr/>
          </p:nvSpPr>
          <p:spPr>
            <a:xfrm>
              <a:off x="2928500" y="885575"/>
              <a:ext cx="144400" cy="267775"/>
            </a:xfrm>
            <a:custGeom>
              <a:rect b="b" l="l" r="r" t="t"/>
              <a:pathLst>
                <a:path extrusionOk="0" h="10711" w="5776">
                  <a:moveTo>
                    <a:pt x="2368" y="0"/>
                  </a:moveTo>
                  <a:cubicBezTo>
                    <a:pt x="2363" y="0"/>
                    <a:pt x="2359" y="1"/>
                    <a:pt x="2354" y="2"/>
                  </a:cubicBezTo>
                  <a:cubicBezTo>
                    <a:pt x="1829" y="92"/>
                    <a:pt x="1159" y="5379"/>
                    <a:pt x="1159" y="5379"/>
                  </a:cubicBezTo>
                  <a:cubicBezTo>
                    <a:pt x="1159" y="5379"/>
                    <a:pt x="453" y="6139"/>
                    <a:pt x="226" y="6528"/>
                  </a:cubicBezTo>
                  <a:cubicBezTo>
                    <a:pt x="0" y="6909"/>
                    <a:pt x="91" y="9552"/>
                    <a:pt x="91" y="9552"/>
                  </a:cubicBezTo>
                  <a:lnTo>
                    <a:pt x="2408" y="10711"/>
                  </a:lnTo>
                  <a:lnTo>
                    <a:pt x="3585" y="9036"/>
                  </a:lnTo>
                  <a:cubicBezTo>
                    <a:pt x="3585" y="9036"/>
                    <a:pt x="5776" y="7850"/>
                    <a:pt x="5350" y="5641"/>
                  </a:cubicBezTo>
                  <a:cubicBezTo>
                    <a:pt x="5115" y="4419"/>
                    <a:pt x="2354" y="4283"/>
                    <a:pt x="2354" y="4283"/>
                  </a:cubicBezTo>
                  <a:cubicBezTo>
                    <a:pt x="2354" y="4283"/>
                    <a:pt x="2869" y="0"/>
                    <a:pt x="2368" y="0"/>
                  </a:cubicBez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27"/>
            <p:cNvSpPr/>
            <p:nvPr/>
          </p:nvSpPr>
          <p:spPr>
            <a:xfrm>
              <a:off x="2402300" y="767000"/>
              <a:ext cx="366900" cy="553600"/>
            </a:xfrm>
            <a:custGeom>
              <a:rect b="b" l="l" r="r" t="t"/>
              <a:pathLst>
                <a:path extrusionOk="0" h="22144" w="14676">
                  <a:moveTo>
                    <a:pt x="11860" y="1"/>
                  </a:moveTo>
                  <a:lnTo>
                    <a:pt x="5659" y="1006"/>
                  </a:lnTo>
                  <a:lnTo>
                    <a:pt x="1" y="12023"/>
                  </a:lnTo>
                  <a:cubicBezTo>
                    <a:pt x="1730" y="14259"/>
                    <a:pt x="7849" y="22144"/>
                    <a:pt x="7849" y="22144"/>
                  </a:cubicBezTo>
                  <a:lnTo>
                    <a:pt x="9144" y="15517"/>
                  </a:lnTo>
                  <a:cubicBezTo>
                    <a:pt x="9008" y="15427"/>
                    <a:pt x="8890" y="15318"/>
                    <a:pt x="8800" y="15182"/>
                  </a:cubicBezTo>
                  <a:cubicBezTo>
                    <a:pt x="8537" y="14766"/>
                    <a:pt x="8574" y="14005"/>
                    <a:pt x="8664" y="13526"/>
                  </a:cubicBezTo>
                  <a:lnTo>
                    <a:pt x="8664" y="13526"/>
                  </a:lnTo>
                  <a:cubicBezTo>
                    <a:pt x="9148" y="13538"/>
                    <a:pt x="9639" y="13587"/>
                    <a:pt x="10128" y="13587"/>
                  </a:cubicBezTo>
                  <a:cubicBezTo>
                    <a:pt x="10362" y="13587"/>
                    <a:pt x="10596" y="13576"/>
                    <a:pt x="10828" y="13544"/>
                  </a:cubicBezTo>
                  <a:cubicBezTo>
                    <a:pt x="11380" y="13462"/>
                    <a:pt x="11950" y="13335"/>
                    <a:pt x="12349" y="12937"/>
                  </a:cubicBezTo>
                  <a:cubicBezTo>
                    <a:pt x="12548" y="12747"/>
                    <a:pt x="12683" y="12494"/>
                    <a:pt x="12792" y="12240"/>
                  </a:cubicBezTo>
                  <a:cubicBezTo>
                    <a:pt x="12937" y="11887"/>
                    <a:pt x="13037" y="11507"/>
                    <a:pt x="13100" y="11118"/>
                  </a:cubicBezTo>
                  <a:cubicBezTo>
                    <a:pt x="12521" y="10801"/>
                    <a:pt x="12041" y="10312"/>
                    <a:pt x="11724" y="9733"/>
                  </a:cubicBezTo>
                  <a:lnTo>
                    <a:pt x="11724" y="9733"/>
                  </a:lnTo>
                  <a:cubicBezTo>
                    <a:pt x="12158" y="10067"/>
                    <a:pt x="12656" y="10321"/>
                    <a:pt x="13181" y="10475"/>
                  </a:cubicBezTo>
                  <a:cubicBezTo>
                    <a:pt x="13218" y="10004"/>
                    <a:pt x="13218" y="9533"/>
                    <a:pt x="13218" y="9072"/>
                  </a:cubicBezTo>
                  <a:cubicBezTo>
                    <a:pt x="13761" y="8845"/>
                    <a:pt x="14313" y="8438"/>
                    <a:pt x="14675" y="7985"/>
                  </a:cubicBezTo>
                  <a:cubicBezTo>
                    <a:pt x="13996" y="7669"/>
                    <a:pt x="13543" y="6990"/>
                    <a:pt x="13308" y="6274"/>
                  </a:cubicBezTo>
                  <a:cubicBezTo>
                    <a:pt x="13073" y="5559"/>
                    <a:pt x="13018" y="4799"/>
                    <a:pt x="12937" y="4057"/>
                  </a:cubicBezTo>
                  <a:cubicBezTo>
                    <a:pt x="12828" y="3178"/>
                    <a:pt x="12683" y="2318"/>
                    <a:pt x="12475" y="1458"/>
                  </a:cubicBezTo>
                  <a:cubicBezTo>
                    <a:pt x="12358" y="942"/>
                    <a:pt x="12204" y="408"/>
                    <a:pt x="11860" y="1"/>
                  </a:cubicBez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27"/>
            <p:cNvSpPr/>
            <p:nvPr/>
          </p:nvSpPr>
          <p:spPr>
            <a:xfrm>
              <a:off x="2282800" y="1067550"/>
              <a:ext cx="509925" cy="695050"/>
            </a:xfrm>
            <a:custGeom>
              <a:rect b="b" l="l" r="r" t="t"/>
              <a:pathLst>
                <a:path extrusionOk="0" h="27802" w="20397">
                  <a:moveTo>
                    <a:pt x="4781" y="1"/>
                  </a:moveTo>
                  <a:lnTo>
                    <a:pt x="1" y="9316"/>
                  </a:lnTo>
                  <a:lnTo>
                    <a:pt x="5089" y="27801"/>
                  </a:lnTo>
                  <a:lnTo>
                    <a:pt x="18414" y="27801"/>
                  </a:lnTo>
                  <a:lnTo>
                    <a:pt x="18414" y="18504"/>
                  </a:lnTo>
                  <a:cubicBezTo>
                    <a:pt x="18414" y="18504"/>
                    <a:pt x="20397" y="15318"/>
                    <a:pt x="20016" y="11624"/>
                  </a:cubicBezTo>
                  <a:cubicBezTo>
                    <a:pt x="19808" y="9551"/>
                    <a:pt x="18921" y="7388"/>
                    <a:pt x="18188" y="5894"/>
                  </a:cubicBezTo>
                  <a:cubicBezTo>
                    <a:pt x="17011" y="5107"/>
                    <a:pt x="15771" y="4400"/>
                    <a:pt x="14485" y="3803"/>
                  </a:cubicBezTo>
                  <a:cubicBezTo>
                    <a:pt x="14295" y="3712"/>
                    <a:pt x="14096" y="3613"/>
                    <a:pt x="13924" y="3495"/>
                  </a:cubicBezTo>
                  <a:lnTo>
                    <a:pt x="12629" y="10122"/>
                  </a:lnTo>
                  <a:cubicBezTo>
                    <a:pt x="12629" y="10122"/>
                    <a:pt x="6510" y="2237"/>
                    <a:pt x="47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27"/>
            <p:cNvSpPr/>
            <p:nvPr/>
          </p:nvSpPr>
          <p:spPr>
            <a:xfrm>
              <a:off x="2195900" y="1300425"/>
              <a:ext cx="282250" cy="462175"/>
            </a:xfrm>
            <a:custGeom>
              <a:rect b="b" l="l" r="r" t="t"/>
              <a:pathLst>
                <a:path extrusionOk="0" h="18487" w="11290">
                  <a:moveTo>
                    <a:pt x="3477" y="1"/>
                  </a:moveTo>
                  <a:cubicBezTo>
                    <a:pt x="3477" y="1"/>
                    <a:pt x="2137" y="915"/>
                    <a:pt x="1123" y="6854"/>
                  </a:cubicBezTo>
                  <a:cubicBezTo>
                    <a:pt x="100" y="12801"/>
                    <a:pt x="1" y="18486"/>
                    <a:pt x="1" y="18486"/>
                  </a:cubicBezTo>
                  <a:lnTo>
                    <a:pt x="10592" y="18486"/>
                  </a:lnTo>
                  <a:lnTo>
                    <a:pt x="11289" y="15264"/>
                  </a:lnTo>
                  <a:lnTo>
                    <a:pt x="4228" y="14567"/>
                  </a:lnTo>
                  <a:cubicBezTo>
                    <a:pt x="4228" y="14567"/>
                    <a:pt x="6636" y="9588"/>
                    <a:pt x="6473" y="5786"/>
                  </a:cubicBezTo>
                  <a:cubicBezTo>
                    <a:pt x="6310" y="1984"/>
                    <a:pt x="3477" y="1"/>
                    <a:pt x="3477" y="1"/>
                  </a:cubicBez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27"/>
            <p:cNvSpPr/>
            <p:nvPr/>
          </p:nvSpPr>
          <p:spPr>
            <a:xfrm>
              <a:off x="2191375" y="702725"/>
              <a:ext cx="566500" cy="706825"/>
            </a:xfrm>
            <a:custGeom>
              <a:rect b="b" l="l" r="r" t="t"/>
              <a:pathLst>
                <a:path extrusionOk="0" h="28273" w="22660">
                  <a:moveTo>
                    <a:pt x="15499" y="1"/>
                  </a:moveTo>
                  <a:cubicBezTo>
                    <a:pt x="15460" y="1"/>
                    <a:pt x="15421" y="1"/>
                    <a:pt x="15381" y="1"/>
                  </a:cubicBezTo>
                  <a:cubicBezTo>
                    <a:pt x="13435" y="10"/>
                    <a:pt x="10610" y="861"/>
                    <a:pt x="8918" y="2853"/>
                  </a:cubicBezTo>
                  <a:cubicBezTo>
                    <a:pt x="7686" y="4310"/>
                    <a:pt x="7080" y="6184"/>
                    <a:pt x="6446" y="7994"/>
                  </a:cubicBezTo>
                  <a:cubicBezTo>
                    <a:pt x="4971" y="12213"/>
                    <a:pt x="3169" y="16314"/>
                    <a:pt x="1395" y="20415"/>
                  </a:cubicBezTo>
                  <a:cubicBezTo>
                    <a:pt x="933" y="21492"/>
                    <a:pt x="462" y="22569"/>
                    <a:pt x="236" y="23719"/>
                  </a:cubicBezTo>
                  <a:cubicBezTo>
                    <a:pt x="1" y="24860"/>
                    <a:pt x="10" y="26082"/>
                    <a:pt x="471" y="27150"/>
                  </a:cubicBezTo>
                  <a:cubicBezTo>
                    <a:pt x="318" y="25792"/>
                    <a:pt x="806" y="24371"/>
                    <a:pt x="1757" y="23393"/>
                  </a:cubicBezTo>
                  <a:lnTo>
                    <a:pt x="1757" y="23393"/>
                  </a:lnTo>
                  <a:cubicBezTo>
                    <a:pt x="942" y="24669"/>
                    <a:pt x="1223" y="26878"/>
                    <a:pt x="1811" y="28272"/>
                  </a:cubicBezTo>
                  <a:cubicBezTo>
                    <a:pt x="2472" y="26145"/>
                    <a:pt x="4002" y="23493"/>
                    <a:pt x="5695" y="22035"/>
                  </a:cubicBezTo>
                  <a:cubicBezTo>
                    <a:pt x="7388" y="20578"/>
                    <a:pt x="9253" y="19310"/>
                    <a:pt x="10773" y="17672"/>
                  </a:cubicBezTo>
                  <a:cubicBezTo>
                    <a:pt x="11851" y="16504"/>
                    <a:pt x="12738" y="15173"/>
                    <a:pt x="13562" y="13815"/>
                  </a:cubicBezTo>
                  <a:cubicBezTo>
                    <a:pt x="14983" y="11489"/>
                    <a:pt x="16332" y="9054"/>
                    <a:pt x="16431" y="6320"/>
                  </a:cubicBezTo>
                  <a:cubicBezTo>
                    <a:pt x="16571" y="6331"/>
                    <a:pt x="16710" y="6336"/>
                    <a:pt x="16850" y="6336"/>
                  </a:cubicBezTo>
                  <a:cubicBezTo>
                    <a:pt x="18425" y="6336"/>
                    <a:pt x="19997" y="5641"/>
                    <a:pt x="21003" y="4419"/>
                  </a:cubicBezTo>
                  <a:cubicBezTo>
                    <a:pt x="21066" y="4699"/>
                    <a:pt x="21148" y="4898"/>
                    <a:pt x="21211" y="5179"/>
                  </a:cubicBezTo>
                  <a:cubicBezTo>
                    <a:pt x="21437" y="4989"/>
                    <a:pt x="21573" y="4699"/>
                    <a:pt x="21636" y="4410"/>
                  </a:cubicBezTo>
                  <a:cubicBezTo>
                    <a:pt x="21700" y="4111"/>
                    <a:pt x="21700" y="3812"/>
                    <a:pt x="21691" y="3513"/>
                  </a:cubicBezTo>
                  <a:lnTo>
                    <a:pt x="21691" y="3513"/>
                  </a:lnTo>
                  <a:cubicBezTo>
                    <a:pt x="21917" y="4111"/>
                    <a:pt x="22071" y="4717"/>
                    <a:pt x="22098" y="5351"/>
                  </a:cubicBezTo>
                  <a:cubicBezTo>
                    <a:pt x="22659" y="4464"/>
                    <a:pt x="22487" y="3260"/>
                    <a:pt x="21899" y="2400"/>
                  </a:cubicBezTo>
                  <a:cubicBezTo>
                    <a:pt x="21302" y="1540"/>
                    <a:pt x="20360" y="979"/>
                    <a:pt x="19373" y="617"/>
                  </a:cubicBezTo>
                  <a:cubicBezTo>
                    <a:pt x="18317" y="226"/>
                    <a:pt x="17469" y="1"/>
                    <a:pt x="154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27"/>
            <p:cNvSpPr/>
            <p:nvPr/>
          </p:nvSpPr>
          <p:spPr>
            <a:xfrm>
              <a:off x="2680450" y="909600"/>
              <a:ext cx="23775" cy="23775"/>
            </a:xfrm>
            <a:custGeom>
              <a:rect b="b" l="l" r="r" t="t"/>
              <a:pathLst>
                <a:path extrusionOk="0" h="951" w="951">
                  <a:moveTo>
                    <a:pt x="462" y="0"/>
                  </a:moveTo>
                  <a:cubicBezTo>
                    <a:pt x="209" y="9"/>
                    <a:pt x="0" y="226"/>
                    <a:pt x="0" y="480"/>
                  </a:cubicBezTo>
                  <a:cubicBezTo>
                    <a:pt x="9" y="742"/>
                    <a:pt x="218" y="951"/>
                    <a:pt x="480" y="951"/>
                  </a:cubicBezTo>
                  <a:cubicBezTo>
                    <a:pt x="743" y="942"/>
                    <a:pt x="951" y="724"/>
                    <a:pt x="942" y="471"/>
                  </a:cubicBezTo>
                  <a:cubicBezTo>
                    <a:pt x="942" y="208"/>
                    <a:pt x="725" y="0"/>
                    <a:pt x="4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27"/>
            <p:cNvSpPr/>
            <p:nvPr/>
          </p:nvSpPr>
          <p:spPr>
            <a:xfrm>
              <a:off x="2653750" y="874800"/>
              <a:ext cx="62475" cy="39125"/>
            </a:xfrm>
            <a:custGeom>
              <a:rect b="b" l="l" r="r" t="t"/>
              <a:pathLst>
                <a:path extrusionOk="0" h="1565" w="2499">
                  <a:moveTo>
                    <a:pt x="1825" y="1"/>
                  </a:moveTo>
                  <a:cubicBezTo>
                    <a:pt x="1014" y="1"/>
                    <a:pt x="212" y="790"/>
                    <a:pt x="0" y="1546"/>
                  </a:cubicBezTo>
                  <a:lnTo>
                    <a:pt x="45" y="1564"/>
                  </a:lnTo>
                  <a:cubicBezTo>
                    <a:pt x="299" y="1148"/>
                    <a:pt x="679" y="822"/>
                    <a:pt x="1123" y="632"/>
                  </a:cubicBezTo>
                  <a:cubicBezTo>
                    <a:pt x="1593" y="478"/>
                    <a:pt x="2001" y="414"/>
                    <a:pt x="2499" y="251"/>
                  </a:cubicBezTo>
                  <a:lnTo>
                    <a:pt x="2499" y="206"/>
                  </a:lnTo>
                  <a:cubicBezTo>
                    <a:pt x="2282" y="63"/>
                    <a:pt x="2053" y="1"/>
                    <a:pt x="18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27"/>
            <p:cNvSpPr/>
            <p:nvPr/>
          </p:nvSpPr>
          <p:spPr>
            <a:xfrm>
              <a:off x="2513425" y="898925"/>
              <a:ext cx="77425" cy="99450"/>
            </a:xfrm>
            <a:custGeom>
              <a:rect b="b" l="l" r="r" t="t"/>
              <a:pathLst>
                <a:path extrusionOk="0" h="3978" w="3097">
                  <a:moveTo>
                    <a:pt x="1440" y="0"/>
                  </a:moveTo>
                  <a:cubicBezTo>
                    <a:pt x="1342" y="0"/>
                    <a:pt x="1244" y="15"/>
                    <a:pt x="1150" y="47"/>
                  </a:cubicBezTo>
                  <a:cubicBezTo>
                    <a:pt x="806" y="156"/>
                    <a:pt x="589" y="454"/>
                    <a:pt x="444" y="762"/>
                  </a:cubicBezTo>
                  <a:cubicBezTo>
                    <a:pt x="1" y="1704"/>
                    <a:pt x="191" y="2889"/>
                    <a:pt x="987" y="3605"/>
                  </a:cubicBezTo>
                  <a:cubicBezTo>
                    <a:pt x="1205" y="3795"/>
                    <a:pt x="1467" y="3949"/>
                    <a:pt x="1766" y="3976"/>
                  </a:cubicBezTo>
                  <a:cubicBezTo>
                    <a:pt x="1788" y="3977"/>
                    <a:pt x="1809" y="3978"/>
                    <a:pt x="1831" y="3978"/>
                  </a:cubicBezTo>
                  <a:cubicBezTo>
                    <a:pt x="2330" y="3978"/>
                    <a:pt x="2769" y="3585"/>
                    <a:pt x="2934" y="3143"/>
                  </a:cubicBezTo>
                  <a:cubicBezTo>
                    <a:pt x="3088" y="2717"/>
                    <a:pt x="3097" y="2183"/>
                    <a:pt x="2943" y="1758"/>
                  </a:cubicBezTo>
                  <a:cubicBezTo>
                    <a:pt x="2780" y="1341"/>
                    <a:pt x="2698" y="880"/>
                    <a:pt x="2418" y="509"/>
                  </a:cubicBezTo>
                  <a:cubicBezTo>
                    <a:pt x="2195" y="215"/>
                    <a:pt x="1814" y="0"/>
                    <a:pt x="1440" y="0"/>
                  </a:cubicBezTo>
                  <a:close/>
                </a:path>
              </a:pathLst>
            </a:custGeom>
            <a:solidFill>
              <a:srgbClr val="FF87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27"/>
            <p:cNvSpPr/>
            <p:nvPr/>
          </p:nvSpPr>
          <p:spPr>
            <a:xfrm>
              <a:off x="2530400" y="918075"/>
              <a:ext cx="43700" cy="69400"/>
            </a:xfrm>
            <a:custGeom>
              <a:rect b="b" l="l" r="r" t="t"/>
              <a:pathLst>
                <a:path extrusionOk="0" h="2776" w="1748">
                  <a:moveTo>
                    <a:pt x="850" y="0"/>
                  </a:moveTo>
                  <a:cubicBezTo>
                    <a:pt x="827" y="0"/>
                    <a:pt x="803" y="2"/>
                    <a:pt x="779" y="5"/>
                  </a:cubicBezTo>
                  <a:cubicBezTo>
                    <a:pt x="526" y="41"/>
                    <a:pt x="290" y="295"/>
                    <a:pt x="227" y="603"/>
                  </a:cubicBezTo>
                  <a:cubicBezTo>
                    <a:pt x="227" y="603"/>
                    <a:pt x="1" y="1200"/>
                    <a:pt x="308" y="1915"/>
                  </a:cubicBezTo>
                  <a:cubicBezTo>
                    <a:pt x="607" y="2639"/>
                    <a:pt x="1458" y="2775"/>
                    <a:pt x="1458" y="2775"/>
                  </a:cubicBezTo>
                  <a:cubicBezTo>
                    <a:pt x="1286" y="2639"/>
                    <a:pt x="1123" y="2467"/>
                    <a:pt x="1087" y="2223"/>
                  </a:cubicBezTo>
                  <a:cubicBezTo>
                    <a:pt x="1078" y="2187"/>
                    <a:pt x="1078" y="2142"/>
                    <a:pt x="1096" y="2105"/>
                  </a:cubicBezTo>
                  <a:cubicBezTo>
                    <a:pt x="1114" y="2069"/>
                    <a:pt x="1141" y="2051"/>
                    <a:pt x="1159" y="2024"/>
                  </a:cubicBezTo>
                  <a:cubicBezTo>
                    <a:pt x="1340" y="1888"/>
                    <a:pt x="1539" y="1798"/>
                    <a:pt x="1748" y="1752"/>
                  </a:cubicBezTo>
                  <a:cubicBezTo>
                    <a:pt x="1730" y="1354"/>
                    <a:pt x="1702" y="947"/>
                    <a:pt x="1558" y="594"/>
                  </a:cubicBezTo>
                  <a:cubicBezTo>
                    <a:pt x="1423" y="266"/>
                    <a:pt x="1156" y="0"/>
                    <a:pt x="850" y="0"/>
                  </a:cubicBez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27"/>
            <p:cNvSpPr/>
            <p:nvPr/>
          </p:nvSpPr>
          <p:spPr>
            <a:xfrm>
              <a:off x="2536050" y="916000"/>
              <a:ext cx="40775" cy="71475"/>
            </a:xfrm>
            <a:custGeom>
              <a:rect b="b" l="l" r="r" t="t"/>
              <a:pathLst>
                <a:path extrusionOk="0" h="2859" w="1631">
                  <a:moveTo>
                    <a:pt x="667" y="0"/>
                  </a:moveTo>
                  <a:cubicBezTo>
                    <a:pt x="339" y="0"/>
                    <a:pt x="41" y="264"/>
                    <a:pt x="1" y="686"/>
                  </a:cubicBezTo>
                  <a:cubicBezTo>
                    <a:pt x="106" y="370"/>
                    <a:pt x="354" y="169"/>
                    <a:pt x="607" y="169"/>
                  </a:cubicBezTo>
                  <a:cubicBezTo>
                    <a:pt x="768" y="169"/>
                    <a:pt x="930" y="250"/>
                    <a:pt x="1060" y="432"/>
                  </a:cubicBezTo>
                  <a:cubicBezTo>
                    <a:pt x="1340" y="805"/>
                    <a:pt x="1365" y="1297"/>
                    <a:pt x="1405" y="1753"/>
                  </a:cubicBezTo>
                  <a:lnTo>
                    <a:pt x="1405" y="1753"/>
                  </a:lnTo>
                  <a:cubicBezTo>
                    <a:pt x="1235" y="1805"/>
                    <a:pt x="1079" y="1892"/>
                    <a:pt x="942" y="1998"/>
                  </a:cubicBezTo>
                  <a:cubicBezTo>
                    <a:pt x="562" y="2243"/>
                    <a:pt x="960" y="2722"/>
                    <a:pt x="1232" y="2858"/>
                  </a:cubicBezTo>
                  <a:cubicBezTo>
                    <a:pt x="1141" y="2768"/>
                    <a:pt x="1060" y="2668"/>
                    <a:pt x="1006" y="2559"/>
                  </a:cubicBezTo>
                  <a:cubicBezTo>
                    <a:pt x="951" y="2460"/>
                    <a:pt x="915" y="2315"/>
                    <a:pt x="933" y="2225"/>
                  </a:cubicBezTo>
                  <a:cubicBezTo>
                    <a:pt x="942" y="2215"/>
                    <a:pt x="951" y="2206"/>
                    <a:pt x="969" y="2188"/>
                  </a:cubicBezTo>
                  <a:cubicBezTo>
                    <a:pt x="1160" y="2053"/>
                    <a:pt x="1395" y="1962"/>
                    <a:pt x="1630" y="1935"/>
                  </a:cubicBezTo>
                  <a:cubicBezTo>
                    <a:pt x="1621" y="1374"/>
                    <a:pt x="1621" y="749"/>
                    <a:pt x="1232" y="296"/>
                  </a:cubicBezTo>
                  <a:cubicBezTo>
                    <a:pt x="1064" y="92"/>
                    <a:pt x="860" y="0"/>
                    <a:pt x="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27"/>
            <p:cNvSpPr/>
            <p:nvPr/>
          </p:nvSpPr>
          <p:spPr>
            <a:xfrm>
              <a:off x="2582225" y="1102650"/>
              <a:ext cx="36700" cy="18800"/>
            </a:xfrm>
            <a:custGeom>
              <a:rect b="b" l="l" r="r" t="t"/>
              <a:pathLst>
                <a:path extrusionOk="0" h="752" w="1468">
                  <a:moveTo>
                    <a:pt x="1" y="0"/>
                  </a:moveTo>
                  <a:lnTo>
                    <a:pt x="1404" y="751"/>
                  </a:lnTo>
                  <a:lnTo>
                    <a:pt x="1467" y="1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27"/>
            <p:cNvSpPr/>
            <p:nvPr/>
          </p:nvSpPr>
          <p:spPr>
            <a:xfrm>
              <a:off x="2434675" y="1137275"/>
              <a:ext cx="212300" cy="233350"/>
            </a:xfrm>
            <a:custGeom>
              <a:rect b="b" l="l" r="r" t="t"/>
              <a:pathLst>
                <a:path extrusionOk="0" h="9334" w="8492">
                  <a:moveTo>
                    <a:pt x="109" y="0"/>
                  </a:moveTo>
                  <a:lnTo>
                    <a:pt x="0" y="109"/>
                  </a:lnTo>
                  <a:cubicBezTo>
                    <a:pt x="136" y="254"/>
                    <a:pt x="4671" y="6111"/>
                    <a:pt x="7043" y="9198"/>
                  </a:cubicBezTo>
                  <a:lnTo>
                    <a:pt x="7152" y="9333"/>
                  </a:lnTo>
                  <a:lnTo>
                    <a:pt x="8492" y="1023"/>
                  </a:lnTo>
                  <a:lnTo>
                    <a:pt x="8338" y="996"/>
                  </a:lnTo>
                  <a:lnTo>
                    <a:pt x="7061" y="8962"/>
                  </a:lnTo>
                  <a:cubicBezTo>
                    <a:pt x="6156" y="7794"/>
                    <a:pt x="245" y="145"/>
                    <a:pt x="1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27"/>
            <p:cNvSpPr/>
            <p:nvPr/>
          </p:nvSpPr>
          <p:spPr>
            <a:xfrm>
              <a:off x="2216050" y="1662225"/>
              <a:ext cx="98925" cy="28400"/>
            </a:xfrm>
            <a:custGeom>
              <a:rect b="b" l="l" r="r" t="t"/>
              <a:pathLst>
                <a:path extrusionOk="0" h="1136" w="3957">
                  <a:moveTo>
                    <a:pt x="2993" y="0"/>
                  </a:moveTo>
                  <a:cubicBezTo>
                    <a:pt x="1906" y="0"/>
                    <a:pt x="810" y="400"/>
                    <a:pt x="0" y="1136"/>
                  </a:cubicBezTo>
                  <a:cubicBezTo>
                    <a:pt x="1023" y="466"/>
                    <a:pt x="2218" y="95"/>
                    <a:pt x="3440" y="95"/>
                  </a:cubicBezTo>
                  <a:cubicBezTo>
                    <a:pt x="3594" y="95"/>
                    <a:pt x="3812" y="104"/>
                    <a:pt x="3956" y="113"/>
                  </a:cubicBezTo>
                  <a:cubicBezTo>
                    <a:pt x="3875" y="95"/>
                    <a:pt x="3784" y="77"/>
                    <a:pt x="3703" y="58"/>
                  </a:cubicBezTo>
                  <a:cubicBezTo>
                    <a:pt x="3469" y="19"/>
                    <a:pt x="3231" y="0"/>
                    <a:pt x="29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27"/>
            <p:cNvSpPr/>
            <p:nvPr/>
          </p:nvSpPr>
          <p:spPr>
            <a:xfrm>
              <a:off x="2407975" y="741900"/>
              <a:ext cx="310300" cy="80350"/>
            </a:xfrm>
            <a:custGeom>
              <a:rect b="b" l="l" r="r" t="t"/>
              <a:pathLst>
                <a:path extrusionOk="0" h="3214" w="12412">
                  <a:moveTo>
                    <a:pt x="12411" y="0"/>
                  </a:moveTo>
                  <a:cubicBezTo>
                    <a:pt x="11931" y="1068"/>
                    <a:pt x="10863" y="1702"/>
                    <a:pt x="9822" y="2155"/>
                  </a:cubicBezTo>
                  <a:cubicBezTo>
                    <a:pt x="8487" y="2742"/>
                    <a:pt x="7024" y="3069"/>
                    <a:pt x="5563" y="3069"/>
                  </a:cubicBezTo>
                  <a:cubicBezTo>
                    <a:pt x="4725" y="3069"/>
                    <a:pt x="3889" y="2962"/>
                    <a:pt x="3078" y="2734"/>
                  </a:cubicBezTo>
                  <a:cubicBezTo>
                    <a:pt x="1974" y="2435"/>
                    <a:pt x="914" y="1910"/>
                    <a:pt x="0" y="1213"/>
                  </a:cubicBezTo>
                  <a:lnTo>
                    <a:pt x="0" y="1213"/>
                  </a:lnTo>
                  <a:cubicBezTo>
                    <a:pt x="878" y="1965"/>
                    <a:pt x="1937" y="2517"/>
                    <a:pt x="3051" y="2843"/>
                  </a:cubicBezTo>
                  <a:cubicBezTo>
                    <a:pt x="3884" y="3095"/>
                    <a:pt x="4747" y="3213"/>
                    <a:pt x="5611" y="3213"/>
                  </a:cubicBezTo>
                  <a:cubicBezTo>
                    <a:pt x="7075" y="3213"/>
                    <a:pt x="8541" y="2872"/>
                    <a:pt x="9867" y="2263"/>
                  </a:cubicBezTo>
                  <a:cubicBezTo>
                    <a:pt x="10908" y="1783"/>
                    <a:pt x="11986" y="1105"/>
                    <a:pt x="12411" y="0"/>
                  </a:cubicBezTo>
                  <a:close/>
                </a:path>
              </a:pathLst>
            </a:custGeom>
            <a:solidFill>
              <a:srgbClr val="FFFFFF">
                <a:alpha val="6078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27"/>
            <p:cNvSpPr/>
            <p:nvPr/>
          </p:nvSpPr>
          <p:spPr>
            <a:xfrm>
              <a:off x="2455725" y="723325"/>
              <a:ext cx="221800" cy="38875"/>
            </a:xfrm>
            <a:custGeom>
              <a:rect b="b" l="l" r="r" t="t"/>
              <a:pathLst>
                <a:path extrusionOk="0" h="1555" w="8872">
                  <a:moveTo>
                    <a:pt x="8872" y="1"/>
                  </a:moveTo>
                  <a:cubicBezTo>
                    <a:pt x="7305" y="931"/>
                    <a:pt x="5493" y="1411"/>
                    <a:pt x="3681" y="1411"/>
                  </a:cubicBezTo>
                  <a:cubicBezTo>
                    <a:pt x="2813" y="1411"/>
                    <a:pt x="1946" y="1301"/>
                    <a:pt x="1105" y="1078"/>
                  </a:cubicBezTo>
                  <a:lnTo>
                    <a:pt x="543" y="924"/>
                  </a:lnTo>
                  <a:lnTo>
                    <a:pt x="0" y="725"/>
                  </a:lnTo>
                  <a:lnTo>
                    <a:pt x="534" y="960"/>
                  </a:lnTo>
                  <a:lnTo>
                    <a:pt x="1077" y="1150"/>
                  </a:lnTo>
                  <a:cubicBezTo>
                    <a:pt x="1949" y="1421"/>
                    <a:pt x="2860" y="1555"/>
                    <a:pt x="3771" y="1555"/>
                  </a:cubicBezTo>
                  <a:cubicBezTo>
                    <a:pt x="5576" y="1555"/>
                    <a:pt x="7380" y="1030"/>
                    <a:pt x="8872" y="1"/>
                  </a:cubicBezTo>
                  <a:close/>
                </a:path>
              </a:pathLst>
            </a:custGeom>
            <a:solidFill>
              <a:srgbClr val="FFFFFF">
                <a:alpha val="6078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27"/>
            <p:cNvSpPr/>
            <p:nvPr/>
          </p:nvSpPr>
          <p:spPr>
            <a:xfrm>
              <a:off x="2224650" y="860475"/>
              <a:ext cx="309625" cy="449950"/>
            </a:xfrm>
            <a:custGeom>
              <a:rect b="b" l="l" r="r" t="t"/>
              <a:pathLst>
                <a:path extrusionOk="0" h="17998" w="12385">
                  <a:moveTo>
                    <a:pt x="12384" y="1"/>
                  </a:moveTo>
                  <a:lnTo>
                    <a:pt x="12384" y="1"/>
                  </a:lnTo>
                  <a:cubicBezTo>
                    <a:pt x="10981" y="3395"/>
                    <a:pt x="8999" y="6519"/>
                    <a:pt x="6672" y="9343"/>
                  </a:cubicBezTo>
                  <a:cubicBezTo>
                    <a:pt x="4998" y="11525"/>
                    <a:pt x="2879" y="13335"/>
                    <a:pt x="1232" y="15544"/>
                  </a:cubicBezTo>
                  <a:cubicBezTo>
                    <a:pt x="698" y="16286"/>
                    <a:pt x="263" y="17110"/>
                    <a:pt x="0" y="17997"/>
                  </a:cubicBezTo>
                  <a:cubicBezTo>
                    <a:pt x="290" y="17119"/>
                    <a:pt x="743" y="16314"/>
                    <a:pt x="1295" y="15589"/>
                  </a:cubicBezTo>
                  <a:cubicBezTo>
                    <a:pt x="1829" y="14847"/>
                    <a:pt x="2454" y="14177"/>
                    <a:pt x="3096" y="13516"/>
                  </a:cubicBezTo>
                  <a:cubicBezTo>
                    <a:pt x="4373" y="12213"/>
                    <a:pt x="5631" y="10864"/>
                    <a:pt x="6790" y="9443"/>
                  </a:cubicBezTo>
                  <a:cubicBezTo>
                    <a:pt x="9107" y="6591"/>
                    <a:pt x="11090" y="3450"/>
                    <a:pt x="12384" y="1"/>
                  </a:cubicBezTo>
                  <a:close/>
                </a:path>
              </a:pathLst>
            </a:custGeom>
            <a:solidFill>
              <a:srgbClr val="FFFFFF">
                <a:alpha val="6078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27"/>
            <p:cNvSpPr/>
            <p:nvPr/>
          </p:nvSpPr>
          <p:spPr>
            <a:xfrm>
              <a:off x="2252025" y="867275"/>
              <a:ext cx="222500" cy="283375"/>
            </a:xfrm>
            <a:custGeom>
              <a:rect b="b" l="l" r="r" t="t"/>
              <a:pathLst>
                <a:path extrusionOk="0" h="11335" w="8900">
                  <a:moveTo>
                    <a:pt x="8900" y="0"/>
                  </a:moveTo>
                  <a:lnTo>
                    <a:pt x="8900" y="0"/>
                  </a:lnTo>
                  <a:cubicBezTo>
                    <a:pt x="7931" y="2218"/>
                    <a:pt x="6600" y="4291"/>
                    <a:pt x="4925" y="6047"/>
                  </a:cubicBezTo>
                  <a:cubicBezTo>
                    <a:pt x="3712" y="7414"/>
                    <a:pt x="2137" y="8392"/>
                    <a:pt x="933" y="9768"/>
                  </a:cubicBezTo>
                  <a:cubicBezTo>
                    <a:pt x="544" y="10239"/>
                    <a:pt x="209" y="10764"/>
                    <a:pt x="1" y="11334"/>
                  </a:cubicBezTo>
                  <a:cubicBezTo>
                    <a:pt x="245" y="10773"/>
                    <a:pt x="580" y="10266"/>
                    <a:pt x="997" y="9822"/>
                  </a:cubicBezTo>
                  <a:cubicBezTo>
                    <a:pt x="2228" y="8483"/>
                    <a:pt x="3812" y="7514"/>
                    <a:pt x="5034" y="6147"/>
                  </a:cubicBezTo>
                  <a:cubicBezTo>
                    <a:pt x="6700" y="4373"/>
                    <a:pt x="8040" y="2282"/>
                    <a:pt x="8900" y="0"/>
                  </a:cubicBezTo>
                  <a:close/>
                </a:path>
              </a:pathLst>
            </a:custGeom>
            <a:solidFill>
              <a:srgbClr val="FFFFFF">
                <a:alpha val="6078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27"/>
            <p:cNvSpPr/>
            <p:nvPr/>
          </p:nvSpPr>
          <p:spPr>
            <a:xfrm>
              <a:off x="2307700" y="850300"/>
              <a:ext cx="105275" cy="158225"/>
            </a:xfrm>
            <a:custGeom>
              <a:rect b="b" l="l" r="r" t="t"/>
              <a:pathLst>
                <a:path extrusionOk="0" h="6329" w="4211">
                  <a:moveTo>
                    <a:pt x="4210" y="0"/>
                  </a:moveTo>
                  <a:lnTo>
                    <a:pt x="4210" y="0"/>
                  </a:lnTo>
                  <a:cubicBezTo>
                    <a:pt x="2916" y="2182"/>
                    <a:pt x="1513" y="4300"/>
                    <a:pt x="1" y="6328"/>
                  </a:cubicBezTo>
                  <a:cubicBezTo>
                    <a:pt x="1676" y="4418"/>
                    <a:pt x="3097" y="2282"/>
                    <a:pt x="4210" y="0"/>
                  </a:cubicBezTo>
                  <a:close/>
                </a:path>
              </a:pathLst>
            </a:custGeom>
            <a:solidFill>
              <a:srgbClr val="FFFFFF">
                <a:alpha val="6078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27"/>
            <p:cNvSpPr/>
            <p:nvPr/>
          </p:nvSpPr>
          <p:spPr>
            <a:xfrm>
              <a:off x="2241175" y="1736550"/>
              <a:ext cx="616500" cy="26050"/>
            </a:xfrm>
            <a:custGeom>
              <a:rect b="b" l="l" r="r" t="t"/>
              <a:pathLst>
                <a:path extrusionOk="0" h="1042" w="24660">
                  <a:moveTo>
                    <a:pt x="0" y="0"/>
                  </a:moveTo>
                  <a:lnTo>
                    <a:pt x="0" y="1041"/>
                  </a:lnTo>
                  <a:lnTo>
                    <a:pt x="24660" y="1041"/>
                  </a:lnTo>
                  <a:lnTo>
                    <a:pt x="24660" y="0"/>
                  </a:lnTo>
                  <a:close/>
                </a:path>
              </a:pathLst>
            </a:custGeom>
            <a:solidFill>
              <a:srgbClr val="9DDC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27"/>
            <p:cNvSpPr/>
            <p:nvPr/>
          </p:nvSpPr>
          <p:spPr>
            <a:xfrm>
              <a:off x="2448475" y="1395025"/>
              <a:ext cx="528700" cy="367575"/>
            </a:xfrm>
            <a:custGeom>
              <a:rect b="b" l="l" r="r" t="t"/>
              <a:pathLst>
                <a:path extrusionOk="0" h="14703" w="21148">
                  <a:moveTo>
                    <a:pt x="5839" y="1"/>
                  </a:moveTo>
                  <a:cubicBezTo>
                    <a:pt x="5323" y="1"/>
                    <a:pt x="4862" y="381"/>
                    <a:pt x="4663" y="988"/>
                  </a:cubicBezTo>
                  <a:lnTo>
                    <a:pt x="1" y="14702"/>
                  </a:lnTo>
                  <a:lnTo>
                    <a:pt x="16368" y="14702"/>
                  </a:lnTo>
                  <a:lnTo>
                    <a:pt x="20957" y="1205"/>
                  </a:lnTo>
                  <a:cubicBezTo>
                    <a:pt x="21147" y="635"/>
                    <a:pt x="20822" y="1"/>
                    <a:pt x="20333" y="1"/>
                  </a:cubicBezTo>
                  <a:close/>
                </a:path>
              </a:pathLst>
            </a:custGeom>
            <a:solidFill>
              <a:srgbClr val="9DDC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27"/>
            <p:cNvSpPr/>
            <p:nvPr/>
          </p:nvSpPr>
          <p:spPr>
            <a:xfrm>
              <a:off x="2460700" y="1395025"/>
              <a:ext cx="530950" cy="367575"/>
            </a:xfrm>
            <a:custGeom>
              <a:rect b="b" l="l" r="r" t="t"/>
              <a:pathLst>
                <a:path extrusionOk="0" h="14703" w="21238">
                  <a:moveTo>
                    <a:pt x="5658" y="1"/>
                  </a:moveTo>
                  <a:cubicBezTo>
                    <a:pt x="5260" y="1"/>
                    <a:pt x="4889" y="300"/>
                    <a:pt x="4735" y="770"/>
                  </a:cubicBezTo>
                  <a:lnTo>
                    <a:pt x="0" y="14702"/>
                  </a:lnTo>
                  <a:lnTo>
                    <a:pt x="16367" y="14702"/>
                  </a:lnTo>
                  <a:lnTo>
                    <a:pt x="21120" y="716"/>
                  </a:lnTo>
                  <a:cubicBezTo>
                    <a:pt x="21238" y="372"/>
                    <a:pt x="21048" y="1"/>
                    <a:pt x="20758" y="1"/>
                  </a:cubicBezTo>
                  <a:close/>
                </a:path>
              </a:pathLst>
            </a:custGeom>
            <a:solidFill>
              <a:srgbClr val="55A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27"/>
            <p:cNvSpPr/>
            <p:nvPr/>
          </p:nvSpPr>
          <p:spPr>
            <a:xfrm>
              <a:off x="2707825" y="1528325"/>
              <a:ext cx="110250" cy="100975"/>
            </a:xfrm>
            <a:custGeom>
              <a:rect b="b" l="l" r="r" t="t"/>
              <a:pathLst>
                <a:path extrusionOk="0" h="4039" w="4410">
                  <a:moveTo>
                    <a:pt x="2545" y="1"/>
                  </a:moveTo>
                  <a:cubicBezTo>
                    <a:pt x="1422" y="1"/>
                    <a:pt x="372" y="906"/>
                    <a:pt x="182" y="2020"/>
                  </a:cubicBezTo>
                  <a:cubicBezTo>
                    <a:pt x="1" y="3133"/>
                    <a:pt x="752" y="4038"/>
                    <a:pt x="1866" y="4038"/>
                  </a:cubicBezTo>
                  <a:cubicBezTo>
                    <a:pt x="2979" y="4038"/>
                    <a:pt x="4029" y="3133"/>
                    <a:pt x="4219" y="2020"/>
                  </a:cubicBezTo>
                  <a:cubicBezTo>
                    <a:pt x="4409" y="906"/>
                    <a:pt x="3658" y="1"/>
                    <a:pt x="25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27"/>
            <p:cNvSpPr/>
            <p:nvPr/>
          </p:nvSpPr>
          <p:spPr>
            <a:xfrm>
              <a:off x="2957450" y="989475"/>
              <a:ext cx="44450" cy="130375"/>
            </a:xfrm>
            <a:custGeom>
              <a:rect b="b" l="l" r="r" t="t"/>
              <a:pathLst>
                <a:path extrusionOk="0" h="5215" w="1778">
                  <a:moveTo>
                    <a:pt x="1214" y="1"/>
                  </a:moveTo>
                  <a:lnTo>
                    <a:pt x="1214" y="1"/>
                  </a:lnTo>
                  <a:cubicBezTo>
                    <a:pt x="807" y="399"/>
                    <a:pt x="381" y="815"/>
                    <a:pt x="1" y="1223"/>
                  </a:cubicBezTo>
                  <a:cubicBezTo>
                    <a:pt x="388" y="920"/>
                    <a:pt x="784" y="585"/>
                    <a:pt x="1172" y="263"/>
                  </a:cubicBezTo>
                  <a:lnTo>
                    <a:pt x="1172" y="263"/>
                  </a:lnTo>
                  <a:cubicBezTo>
                    <a:pt x="1496" y="997"/>
                    <a:pt x="1027" y="2072"/>
                    <a:pt x="399" y="2499"/>
                  </a:cubicBezTo>
                  <a:cubicBezTo>
                    <a:pt x="707" y="2879"/>
                    <a:pt x="951" y="3350"/>
                    <a:pt x="1105" y="3821"/>
                  </a:cubicBezTo>
                  <a:cubicBezTo>
                    <a:pt x="1250" y="4264"/>
                    <a:pt x="1341" y="4735"/>
                    <a:pt x="1332" y="5215"/>
                  </a:cubicBezTo>
                  <a:cubicBezTo>
                    <a:pt x="1480" y="4292"/>
                    <a:pt x="1225" y="3318"/>
                    <a:pt x="698" y="2544"/>
                  </a:cubicBezTo>
                  <a:lnTo>
                    <a:pt x="698" y="2544"/>
                  </a:lnTo>
                  <a:cubicBezTo>
                    <a:pt x="1377" y="1959"/>
                    <a:pt x="1778" y="755"/>
                    <a:pt x="12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3" name="Google Shape;983;p27"/>
          <p:cNvGrpSpPr/>
          <p:nvPr/>
        </p:nvGrpSpPr>
        <p:grpSpPr>
          <a:xfrm>
            <a:off x="-7786" y="4335533"/>
            <a:ext cx="1579423" cy="807967"/>
            <a:chOff x="2028200" y="2907950"/>
            <a:chExt cx="912750" cy="466925"/>
          </a:xfrm>
        </p:grpSpPr>
        <p:sp>
          <p:nvSpPr>
            <p:cNvPr id="984" name="Google Shape;984;p27"/>
            <p:cNvSpPr/>
            <p:nvPr/>
          </p:nvSpPr>
          <p:spPr>
            <a:xfrm>
              <a:off x="2028200" y="2907950"/>
              <a:ext cx="894425" cy="465325"/>
            </a:xfrm>
            <a:custGeom>
              <a:rect b="b" l="l" r="r" t="t"/>
              <a:pathLst>
                <a:path extrusionOk="0" h="18613" w="35777">
                  <a:moveTo>
                    <a:pt x="14123" y="1"/>
                  </a:moveTo>
                  <a:cubicBezTo>
                    <a:pt x="13299" y="1"/>
                    <a:pt x="12557" y="526"/>
                    <a:pt x="12294" y="1304"/>
                  </a:cubicBezTo>
                  <a:lnTo>
                    <a:pt x="7134" y="16187"/>
                  </a:lnTo>
                  <a:lnTo>
                    <a:pt x="861" y="16422"/>
                  </a:lnTo>
                  <a:cubicBezTo>
                    <a:pt x="444" y="16431"/>
                    <a:pt x="109" y="16757"/>
                    <a:pt x="82" y="17174"/>
                  </a:cubicBezTo>
                  <a:lnTo>
                    <a:pt x="1" y="18613"/>
                  </a:lnTo>
                  <a:lnTo>
                    <a:pt x="30581" y="18486"/>
                  </a:lnTo>
                  <a:lnTo>
                    <a:pt x="35623" y="1087"/>
                  </a:lnTo>
                  <a:cubicBezTo>
                    <a:pt x="35777" y="544"/>
                    <a:pt x="35369" y="1"/>
                    <a:pt x="348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27"/>
            <p:cNvSpPr/>
            <p:nvPr/>
          </p:nvSpPr>
          <p:spPr>
            <a:xfrm>
              <a:off x="2879825" y="2914525"/>
              <a:ext cx="55250" cy="59325"/>
            </a:xfrm>
            <a:custGeom>
              <a:rect b="b" l="l" r="r" t="t"/>
              <a:pathLst>
                <a:path extrusionOk="0" h="2373" w="2210">
                  <a:moveTo>
                    <a:pt x="1359" y="0"/>
                  </a:moveTo>
                  <a:lnTo>
                    <a:pt x="1" y="254"/>
                  </a:lnTo>
                  <a:lnTo>
                    <a:pt x="598" y="2372"/>
                  </a:lnTo>
                  <a:lnTo>
                    <a:pt x="2210" y="1947"/>
                  </a:lnTo>
                  <a:lnTo>
                    <a:pt x="135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27"/>
            <p:cNvSpPr/>
            <p:nvPr/>
          </p:nvSpPr>
          <p:spPr>
            <a:xfrm>
              <a:off x="2234050" y="2944175"/>
              <a:ext cx="706900" cy="430700"/>
            </a:xfrm>
            <a:custGeom>
              <a:rect b="b" l="l" r="r" t="t"/>
              <a:pathLst>
                <a:path extrusionOk="0" h="17228" w="28276">
                  <a:moveTo>
                    <a:pt x="7533" y="0"/>
                  </a:moveTo>
                  <a:cubicBezTo>
                    <a:pt x="6736" y="0"/>
                    <a:pt x="6022" y="496"/>
                    <a:pt x="5753" y="1249"/>
                  </a:cubicBezTo>
                  <a:lnTo>
                    <a:pt x="5" y="17227"/>
                  </a:lnTo>
                  <a:lnTo>
                    <a:pt x="5" y="17227"/>
                  </a:lnTo>
                  <a:cubicBezTo>
                    <a:pt x="332" y="17225"/>
                    <a:pt x="23623" y="17146"/>
                    <a:pt x="23623" y="17146"/>
                  </a:cubicBezTo>
                  <a:lnTo>
                    <a:pt x="28077" y="1612"/>
                  </a:lnTo>
                  <a:cubicBezTo>
                    <a:pt x="28276" y="924"/>
                    <a:pt x="27760" y="226"/>
                    <a:pt x="27036" y="217"/>
                  </a:cubicBezTo>
                  <a:lnTo>
                    <a:pt x="7555" y="0"/>
                  </a:lnTo>
                  <a:cubicBezTo>
                    <a:pt x="7547" y="0"/>
                    <a:pt x="7540" y="0"/>
                    <a:pt x="7533" y="0"/>
                  </a:cubicBezTo>
                  <a:close/>
                  <a:moveTo>
                    <a:pt x="5" y="17227"/>
                  </a:moveTo>
                  <a:lnTo>
                    <a:pt x="5" y="17227"/>
                  </a:lnTo>
                  <a:cubicBezTo>
                    <a:pt x="0" y="17227"/>
                    <a:pt x="0" y="17227"/>
                    <a:pt x="5" y="17227"/>
                  </a:cubicBezTo>
                  <a:lnTo>
                    <a:pt x="5" y="1722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27"/>
            <p:cNvSpPr/>
            <p:nvPr/>
          </p:nvSpPr>
          <p:spPr>
            <a:xfrm>
              <a:off x="2234150" y="3010025"/>
              <a:ext cx="694375" cy="364850"/>
            </a:xfrm>
            <a:custGeom>
              <a:rect b="b" l="l" r="r" t="t"/>
              <a:pathLst>
                <a:path extrusionOk="0" h="14594" w="27775">
                  <a:moveTo>
                    <a:pt x="27774" y="0"/>
                  </a:moveTo>
                  <a:lnTo>
                    <a:pt x="27774" y="0"/>
                  </a:lnTo>
                  <a:cubicBezTo>
                    <a:pt x="20967" y="5043"/>
                    <a:pt x="13263" y="8863"/>
                    <a:pt x="5134" y="11226"/>
                  </a:cubicBezTo>
                  <a:cubicBezTo>
                    <a:pt x="3730" y="11633"/>
                    <a:pt x="2309" y="11995"/>
                    <a:pt x="879" y="12167"/>
                  </a:cubicBezTo>
                  <a:lnTo>
                    <a:pt x="1" y="14593"/>
                  </a:lnTo>
                  <a:cubicBezTo>
                    <a:pt x="290" y="14593"/>
                    <a:pt x="23619" y="14512"/>
                    <a:pt x="23619" y="14512"/>
                  </a:cubicBezTo>
                  <a:lnTo>
                    <a:pt x="27774" y="0"/>
                  </a:lnTo>
                  <a:close/>
                </a:path>
              </a:pathLst>
            </a:custGeom>
            <a:solidFill>
              <a:srgbClr val="0B2A6B">
                <a:alpha val="1137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8" name="Google Shape;988;p27"/>
          <p:cNvGrpSpPr/>
          <p:nvPr/>
        </p:nvGrpSpPr>
        <p:grpSpPr>
          <a:xfrm>
            <a:off x="96316" y="2345860"/>
            <a:ext cx="1764688" cy="1878699"/>
            <a:chOff x="1834502" y="1598694"/>
            <a:chExt cx="1764688" cy="1878699"/>
          </a:xfrm>
        </p:grpSpPr>
        <p:sp>
          <p:nvSpPr>
            <p:cNvPr id="989" name="Google Shape;989;p27"/>
            <p:cNvSpPr/>
            <p:nvPr/>
          </p:nvSpPr>
          <p:spPr>
            <a:xfrm flipH="1">
              <a:off x="1834502" y="1598694"/>
              <a:ext cx="1002686" cy="1000275"/>
            </a:xfrm>
            <a:custGeom>
              <a:rect b="b" l="l" r="r" t="t"/>
              <a:pathLst>
                <a:path extrusionOk="0" h="14522" w="14557">
                  <a:moveTo>
                    <a:pt x="7288" y="4771"/>
                  </a:moveTo>
                  <a:cubicBezTo>
                    <a:pt x="8654" y="4780"/>
                    <a:pt x="9759" y="5894"/>
                    <a:pt x="9759" y="7270"/>
                  </a:cubicBezTo>
                  <a:cubicBezTo>
                    <a:pt x="9759" y="8637"/>
                    <a:pt x="8645" y="9759"/>
                    <a:pt x="7269" y="9759"/>
                  </a:cubicBezTo>
                  <a:cubicBezTo>
                    <a:pt x="5893" y="9759"/>
                    <a:pt x="4780" y="8637"/>
                    <a:pt x="4780" y="7270"/>
                  </a:cubicBezTo>
                  <a:cubicBezTo>
                    <a:pt x="4780" y="5894"/>
                    <a:pt x="5893" y="4771"/>
                    <a:pt x="7269" y="4771"/>
                  </a:cubicBezTo>
                  <a:close/>
                  <a:moveTo>
                    <a:pt x="6808" y="1"/>
                  </a:moveTo>
                  <a:cubicBezTo>
                    <a:pt x="6400" y="1"/>
                    <a:pt x="6056" y="299"/>
                    <a:pt x="5993" y="698"/>
                  </a:cubicBezTo>
                  <a:lnTo>
                    <a:pt x="5794" y="1784"/>
                  </a:lnTo>
                  <a:cubicBezTo>
                    <a:pt x="5323" y="1911"/>
                    <a:pt x="4870" y="2101"/>
                    <a:pt x="4445" y="2345"/>
                  </a:cubicBezTo>
                  <a:lnTo>
                    <a:pt x="3540" y="1711"/>
                  </a:lnTo>
                  <a:cubicBezTo>
                    <a:pt x="3394" y="1609"/>
                    <a:pt x="3226" y="1560"/>
                    <a:pt x="3059" y="1560"/>
                  </a:cubicBezTo>
                  <a:cubicBezTo>
                    <a:pt x="2842" y="1560"/>
                    <a:pt x="2626" y="1643"/>
                    <a:pt x="2462" y="1802"/>
                  </a:cubicBezTo>
                  <a:lnTo>
                    <a:pt x="1811" y="2454"/>
                  </a:lnTo>
                  <a:cubicBezTo>
                    <a:pt x="1530" y="2753"/>
                    <a:pt x="1494" y="3205"/>
                    <a:pt x="1738" y="3531"/>
                  </a:cubicBezTo>
                  <a:lnTo>
                    <a:pt x="2372" y="4436"/>
                  </a:lnTo>
                  <a:cubicBezTo>
                    <a:pt x="2128" y="4862"/>
                    <a:pt x="1937" y="5314"/>
                    <a:pt x="1811" y="5794"/>
                  </a:cubicBezTo>
                  <a:lnTo>
                    <a:pt x="697" y="5975"/>
                  </a:lnTo>
                  <a:cubicBezTo>
                    <a:pt x="299" y="6048"/>
                    <a:pt x="9" y="6383"/>
                    <a:pt x="0" y="6790"/>
                  </a:cubicBezTo>
                  <a:lnTo>
                    <a:pt x="0" y="7722"/>
                  </a:lnTo>
                  <a:cubicBezTo>
                    <a:pt x="0" y="8130"/>
                    <a:pt x="290" y="8483"/>
                    <a:pt x="697" y="8555"/>
                  </a:cubicBezTo>
                  <a:lnTo>
                    <a:pt x="1784" y="8745"/>
                  </a:lnTo>
                  <a:cubicBezTo>
                    <a:pt x="1910" y="9216"/>
                    <a:pt x="2100" y="9678"/>
                    <a:pt x="2345" y="10103"/>
                  </a:cubicBezTo>
                  <a:lnTo>
                    <a:pt x="1738" y="10999"/>
                  </a:lnTo>
                  <a:cubicBezTo>
                    <a:pt x="1503" y="11334"/>
                    <a:pt x="1539" y="11787"/>
                    <a:pt x="1829" y="12077"/>
                  </a:cubicBezTo>
                  <a:lnTo>
                    <a:pt x="2481" y="12729"/>
                  </a:lnTo>
                  <a:cubicBezTo>
                    <a:pt x="2644" y="12887"/>
                    <a:pt x="2860" y="12971"/>
                    <a:pt x="3078" y="12971"/>
                  </a:cubicBezTo>
                  <a:cubicBezTo>
                    <a:pt x="3244" y="12971"/>
                    <a:pt x="3412" y="12921"/>
                    <a:pt x="3558" y="12819"/>
                  </a:cubicBezTo>
                  <a:lnTo>
                    <a:pt x="4463" y="12185"/>
                  </a:lnTo>
                  <a:cubicBezTo>
                    <a:pt x="4889" y="12430"/>
                    <a:pt x="5341" y="12620"/>
                    <a:pt x="5812" y="12747"/>
                  </a:cubicBezTo>
                  <a:lnTo>
                    <a:pt x="6002" y="13833"/>
                  </a:lnTo>
                  <a:cubicBezTo>
                    <a:pt x="6073" y="14225"/>
                    <a:pt x="6417" y="14521"/>
                    <a:pt x="6817" y="14521"/>
                  </a:cubicBezTo>
                  <a:cubicBezTo>
                    <a:pt x="6823" y="14521"/>
                    <a:pt x="6829" y="14521"/>
                    <a:pt x="6835" y="14521"/>
                  </a:cubicBezTo>
                  <a:lnTo>
                    <a:pt x="7758" y="14521"/>
                  </a:lnTo>
                  <a:cubicBezTo>
                    <a:pt x="7764" y="14521"/>
                    <a:pt x="7770" y="14521"/>
                    <a:pt x="7776" y="14521"/>
                  </a:cubicBezTo>
                  <a:cubicBezTo>
                    <a:pt x="8176" y="14521"/>
                    <a:pt x="8511" y="14225"/>
                    <a:pt x="8582" y="13833"/>
                  </a:cubicBezTo>
                  <a:lnTo>
                    <a:pt x="8772" y="12747"/>
                  </a:lnTo>
                  <a:cubicBezTo>
                    <a:pt x="9243" y="12620"/>
                    <a:pt x="9705" y="12430"/>
                    <a:pt x="10130" y="12185"/>
                  </a:cubicBezTo>
                  <a:lnTo>
                    <a:pt x="11035" y="12819"/>
                  </a:lnTo>
                  <a:cubicBezTo>
                    <a:pt x="11177" y="12921"/>
                    <a:pt x="11343" y="12971"/>
                    <a:pt x="11508" y="12971"/>
                  </a:cubicBezTo>
                  <a:cubicBezTo>
                    <a:pt x="11724" y="12971"/>
                    <a:pt x="11940" y="12887"/>
                    <a:pt x="12104" y="12729"/>
                  </a:cubicBezTo>
                  <a:lnTo>
                    <a:pt x="12755" y="12077"/>
                  </a:lnTo>
                  <a:cubicBezTo>
                    <a:pt x="13045" y="11787"/>
                    <a:pt x="13081" y="11334"/>
                    <a:pt x="12846" y="10999"/>
                  </a:cubicBezTo>
                  <a:lnTo>
                    <a:pt x="12212" y="10094"/>
                  </a:lnTo>
                  <a:cubicBezTo>
                    <a:pt x="12457" y="9669"/>
                    <a:pt x="12647" y="9216"/>
                    <a:pt x="12773" y="8736"/>
                  </a:cubicBezTo>
                  <a:lnTo>
                    <a:pt x="13860" y="8546"/>
                  </a:lnTo>
                  <a:cubicBezTo>
                    <a:pt x="14267" y="8483"/>
                    <a:pt x="14557" y="8130"/>
                    <a:pt x="14557" y="7722"/>
                  </a:cubicBezTo>
                  <a:lnTo>
                    <a:pt x="14557" y="6790"/>
                  </a:lnTo>
                  <a:cubicBezTo>
                    <a:pt x="14557" y="6383"/>
                    <a:pt x="14267" y="6030"/>
                    <a:pt x="13860" y="5957"/>
                  </a:cubicBezTo>
                  <a:lnTo>
                    <a:pt x="12773" y="5767"/>
                  </a:lnTo>
                  <a:cubicBezTo>
                    <a:pt x="12647" y="5296"/>
                    <a:pt x="12457" y="4844"/>
                    <a:pt x="12212" y="4418"/>
                  </a:cubicBezTo>
                  <a:lnTo>
                    <a:pt x="12837" y="3531"/>
                  </a:lnTo>
                  <a:cubicBezTo>
                    <a:pt x="13072" y="3196"/>
                    <a:pt x="13027" y="2743"/>
                    <a:pt x="12746" y="2454"/>
                  </a:cubicBezTo>
                  <a:lnTo>
                    <a:pt x="12085" y="1802"/>
                  </a:lnTo>
                  <a:cubicBezTo>
                    <a:pt x="11927" y="1643"/>
                    <a:pt x="11713" y="1560"/>
                    <a:pt x="11497" y="1560"/>
                  </a:cubicBezTo>
                  <a:cubicBezTo>
                    <a:pt x="11331" y="1560"/>
                    <a:pt x="11163" y="1609"/>
                    <a:pt x="11017" y="1711"/>
                  </a:cubicBezTo>
                  <a:lnTo>
                    <a:pt x="10103" y="2345"/>
                  </a:lnTo>
                  <a:cubicBezTo>
                    <a:pt x="9677" y="2101"/>
                    <a:pt x="9225" y="1911"/>
                    <a:pt x="8754" y="1784"/>
                  </a:cubicBezTo>
                  <a:lnTo>
                    <a:pt x="8555" y="698"/>
                  </a:lnTo>
                  <a:cubicBezTo>
                    <a:pt x="8492" y="290"/>
                    <a:pt x="8138" y="1"/>
                    <a:pt x="77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27"/>
            <p:cNvSpPr/>
            <p:nvPr/>
          </p:nvSpPr>
          <p:spPr>
            <a:xfrm flipH="1">
              <a:off x="2794121" y="2674252"/>
              <a:ext cx="805069" cy="803141"/>
            </a:xfrm>
            <a:custGeom>
              <a:rect b="b" l="l" r="r" t="t"/>
              <a:pathLst>
                <a:path extrusionOk="0" h="11660" w="11688">
                  <a:moveTo>
                    <a:pt x="5849" y="3838"/>
                  </a:moveTo>
                  <a:cubicBezTo>
                    <a:pt x="6953" y="3838"/>
                    <a:pt x="7840" y="4735"/>
                    <a:pt x="7840" y="5830"/>
                  </a:cubicBezTo>
                  <a:cubicBezTo>
                    <a:pt x="7840" y="6934"/>
                    <a:pt x="6944" y="7831"/>
                    <a:pt x="5840" y="7831"/>
                  </a:cubicBezTo>
                  <a:cubicBezTo>
                    <a:pt x="4735" y="7831"/>
                    <a:pt x="3839" y="6934"/>
                    <a:pt x="3839" y="5830"/>
                  </a:cubicBezTo>
                  <a:cubicBezTo>
                    <a:pt x="3839" y="4726"/>
                    <a:pt x="4735" y="3838"/>
                    <a:pt x="5840" y="3838"/>
                  </a:cubicBezTo>
                  <a:close/>
                  <a:moveTo>
                    <a:pt x="5469" y="0"/>
                  </a:moveTo>
                  <a:cubicBezTo>
                    <a:pt x="5143" y="0"/>
                    <a:pt x="4862" y="235"/>
                    <a:pt x="4808" y="561"/>
                  </a:cubicBezTo>
                  <a:lnTo>
                    <a:pt x="4654" y="1430"/>
                  </a:lnTo>
                  <a:cubicBezTo>
                    <a:pt x="4274" y="1539"/>
                    <a:pt x="3912" y="1684"/>
                    <a:pt x="3568" y="1883"/>
                  </a:cubicBezTo>
                  <a:lnTo>
                    <a:pt x="2843" y="1376"/>
                  </a:lnTo>
                  <a:cubicBezTo>
                    <a:pt x="2725" y="1293"/>
                    <a:pt x="2590" y="1254"/>
                    <a:pt x="2456" y="1254"/>
                  </a:cubicBezTo>
                  <a:cubicBezTo>
                    <a:pt x="2282" y="1254"/>
                    <a:pt x="2111" y="1321"/>
                    <a:pt x="1983" y="1449"/>
                  </a:cubicBezTo>
                  <a:lnTo>
                    <a:pt x="1458" y="1974"/>
                  </a:lnTo>
                  <a:cubicBezTo>
                    <a:pt x="1232" y="2209"/>
                    <a:pt x="1205" y="2571"/>
                    <a:pt x="1395" y="2834"/>
                  </a:cubicBezTo>
                  <a:lnTo>
                    <a:pt x="1902" y="3558"/>
                  </a:lnTo>
                  <a:cubicBezTo>
                    <a:pt x="1712" y="3902"/>
                    <a:pt x="1558" y="4273"/>
                    <a:pt x="1458" y="4653"/>
                  </a:cubicBezTo>
                  <a:lnTo>
                    <a:pt x="562" y="4798"/>
                  </a:lnTo>
                  <a:cubicBezTo>
                    <a:pt x="245" y="4852"/>
                    <a:pt x="10" y="5124"/>
                    <a:pt x="1" y="5450"/>
                  </a:cubicBezTo>
                  <a:lnTo>
                    <a:pt x="1" y="6201"/>
                  </a:lnTo>
                  <a:cubicBezTo>
                    <a:pt x="1" y="6527"/>
                    <a:pt x="236" y="6808"/>
                    <a:pt x="562" y="6871"/>
                  </a:cubicBezTo>
                  <a:lnTo>
                    <a:pt x="1431" y="7016"/>
                  </a:lnTo>
                  <a:cubicBezTo>
                    <a:pt x="1531" y="7405"/>
                    <a:pt x="1685" y="7767"/>
                    <a:pt x="1884" y="8111"/>
                  </a:cubicBezTo>
                  <a:lnTo>
                    <a:pt x="1395" y="8835"/>
                  </a:lnTo>
                  <a:cubicBezTo>
                    <a:pt x="1205" y="9098"/>
                    <a:pt x="1241" y="9460"/>
                    <a:pt x="1467" y="9695"/>
                  </a:cubicBezTo>
                  <a:lnTo>
                    <a:pt x="1993" y="10221"/>
                  </a:lnTo>
                  <a:cubicBezTo>
                    <a:pt x="2125" y="10348"/>
                    <a:pt x="2299" y="10416"/>
                    <a:pt x="2472" y="10416"/>
                  </a:cubicBezTo>
                  <a:cubicBezTo>
                    <a:pt x="2605" y="10416"/>
                    <a:pt x="2738" y="10376"/>
                    <a:pt x="2852" y="10293"/>
                  </a:cubicBezTo>
                  <a:lnTo>
                    <a:pt x="3586" y="9786"/>
                  </a:lnTo>
                  <a:cubicBezTo>
                    <a:pt x="3921" y="9976"/>
                    <a:pt x="4292" y="10130"/>
                    <a:pt x="4672" y="10230"/>
                  </a:cubicBezTo>
                  <a:lnTo>
                    <a:pt x="4826" y="11108"/>
                  </a:lnTo>
                  <a:cubicBezTo>
                    <a:pt x="4880" y="11425"/>
                    <a:pt x="5161" y="11660"/>
                    <a:pt x="5487" y="11660"/>
                  </a:cubicBezTo>
                  <a:lnTo>
                    <a:pt x="6229" y="11660"/>
                  </a:lnTo>
                  <a:cubicBezTo>
                    <a:pt x="6555" y="11660"/>
                    <a:pt x="6836" y="11425"/>
                    <a:pt x="6890" y="11108"/>
                  </a:cubicBezTo>
                  <a:lnTo>
                    <a:pt x="7044" y="10230"/>
                  </a:lnTo>
                  <a:cubicBezTo>
                    <a:pt x="7424" y="10130"/>
                    <a:pt x="7786" y="9976"/>
                    <a:pt x="8130" y="9786"/>
                  </a:cubicBezTo>
                  <a:lnTo>
                    <a:pt x="8863" y="10293"/>
                  </a:lnTo>
                  <a:cubicBezTo>
                    <a:pt x="8978" y="10376"/>
                    <a:pt x="9111" y="10416"/>
                    <a:pt x="9244" y="10416"/>
                  </a:cubicBezTo>
                  <a:cubicBezTo>
                    <a:pt x="9417" y="10416"/>
                    <a:pt x="9590" y="10348"/>
                    <a:pt x="9723" y="10221"/>
                  </a:cubicBezTo>
                  <a:lnTo>
                    <a:pt x="10239" y="9695"/>
                  </a:lnTo>
                  <a:cubicBezTo>
                    <a:pt x="10475" y="9460"/>
                    <a:pt x="10502" y="9098"/>
                    <a:pt x="10321" y="8835"/>
                  </a:cubicBezTo>
                  <a:lnTo>
                    <a:pt x="9805" y="8102"/>
                  </a:lnTo>
                  <a:cubicBezTo>
                    <a:pt x="10004" y="7767"/>
                    <a:pt x="10158" y="7396"/>
                    <a:pt x="10258" y="7016"/>
                  </a:cubicBezTo>
                  <a:lnTo>
                    <a:pt x="11136" y="6862"/>
                  </a:lnTo>
                  <a:cubicBezTo>
                    <a:pt x="11452" y="6808"/>
                    <a:pt x="11688" y="6527"/>
                    <a:pt x="11688" y="6201"/>
                  </a:cubicBezTo>
                  <a:lnTo>
                    <a:pt x="11688" y="5450"/>
                  </a:lnTo>
                  <a:cubicBezTo>
                    <a:pt x="11688" y="5124"/>
                    <a:pt x="11452" y="4843"/>
                    <a:pt x="11136" y="4789"/>
                  </a:cubicBezTo>
                  <a:lnTo>
                    <a:pt x="10258" y="4635"/>
                  </a:lnTo>
                  <a:cubicBezTo>
                    <a:pt x="10158" y="4255"/>
                    <a:pt x="10004" y="3884"/>
                    <a:pt x="9805" y="3549"/>
                  </a:cubicBezTo>
                  <a:lnTo>
                    <a:pt x="10303" y="2834"/>
                  </a:lnTo>
                  <a:cubicBezTo>
                    <a:pt x="10493" y="2571"/>
                    <a:pt x="10466" y="2209"/>
                    <a:pt x="10230" y="1974"/>
                  </a:cubicBezTo>
                  <a:lnTo>
                    <a:pt x="9705" y="1449"/>
                  </a:lnTo>
                  <a:cubicBezTo>
                    <a:pt x="9577" y="1321"/>
                    <a:pt x="9406" y="1254"/>
                    <a:pt x="9233" y="1254"/>
                  </a:cubicBezTo>
                  <a:cubicBezTo>
                    <a:pt x="9099" y="1254"/>
                    <a:pt x="8964" y="1293"/>
                    <a:pt x="8845" y="1376"/>
                  </a:cubicBezTo>
                  <a:lnTo>
                    <a:pt x="8112" y="1883"/>
                  </a:lnTo>
                  <a:cubicBezTo>
                    <a:pt x="7777" y="1684"/>
                    <a:pt x="7406" y="1539"/>
                    <a:pt x="7026" y="1430"/>
                  </a:cubicBezTo>
                  <a:lnTo>
                    <a:pt x="6872" y="561"/>
                  </a:lnTo>
                  <a:cubicBezTo>
                    <a:pt x="6818" y="235"/>
                    <a:pt x="6537" y="0"/>
                    <a:pt x="62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I Editor Tool Project Proposal by Slidesgo">
  <a:themeElements>
    <a:clrScheme name="Simple Light">
      <a:dk1>
        <a:srgbClr val="FFFFFF"/>
      </a:dk1>
      <a:lt1>
        <a:srgbClr val="0B2A6B"/>
      </a:lt1>
      <a:dk2>
        <a:srgbClr val="56A3F3"/>
      </a:dk2>
      <a:lt2>
        <a:srgbClr val="9CDDF9"/>
      </a:lt2>
      <a:accent1>
        <a:srgbClr val="DDECFF"/>
      </a:accent1>
      <a:accent2>
        <a:srgbClr val="FFC52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B2A6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
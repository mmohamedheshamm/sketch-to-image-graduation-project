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embeddedFontLst>
    <p:embeddedFont>
      <p:font typeface="Albert Sans" panose="020B0604020202020204" charset="0"/>
      <p:regular r:id="rId52"/>
      <p:bold r:id="rId53"/>
      <p:italic r:id="rId54"/>
      <p:boldItalic r:id="rId55"/>
    </p:embeddedFont>
    <p:embeddedFont>
      <p:font typeface="Anaheim" panose="020B0604020202020204" charset="0"/>
      <p:regular r:id="rId56"/>
    </p:embeddedFont>
    <p:embeddedFont>
      <p:font typeface="Montserrat" panose="00000500000000000000" pitchFamily="2" charset="0"/>
      <p:regular r:id="rId57"/>
      <p:bold r:id="rId58"/>
      <p:italic r:id="rId59"/>
      <p:boldItalic r:id="rId60"/>
    </p:embeddedFont>
    <p:embeddedFont>
      <p:font typeface="Open Sans" panose="020B0606030504020204" pitchFamily="34" charset="0"/>
      <p:regular r:id="rId61"/>
      <p:bold r:id="rId62"/>
      <p:italic r:id="rId63"/>
      <p:boldItalic r:id="rId64"/>
    </p:embeddedFont>
    <p:embeddedFont>
      <p:font typeface="Raleway" pitchFamily="2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gBZepIncsR6K3tEtV3tskSoYu6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6B5513-E762-4628-BE7E-C9AB0EDF94C6}">
  <a:tblStyle styleId="{046B5513-E762-4628-BE7E-C9AB0EDF94C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BB51DC-A39C-41C9-BDAB-A09E402FDBF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93C68C-21D8-4C4B-8041-6568D2298334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3" name="Google Shape;62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1" name="Google Shape;64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0" name="Google Shape;6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0" name="Google Shape;75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cde5258f47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6" name="Google Shape;756;g2cde5258f47_4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ccbdccbe0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ccbdccbe0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rgbClr val="0B2A6B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0" name="Google Shape;77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cd84d30590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8" name="Google Shape;778;g2cd84d30590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6" name="Google Shape;78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" name="Google Shape;79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6" name="Google Shape;81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cd84d3059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4" name="Google Shape;824;g2cd84d3059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ccc893a1b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ccc893a1b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5" name="Google Shape;88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2" name="Google Shape;89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cd84d3059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cd84d30590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4" name="Google Shape;94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9" name="Google Shape;98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8" name="Google Shape;103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cde5258f47_4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g2cde5258f47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cde5258f47_4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3" name="Google Shape;1083;g2cde5258f47_4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2cde5258f47_4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g2cde5258f47_4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cde5258f47_4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5" name="Google Shape;1135;g2cde5258f47_4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0" name="Google Shape;119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cd84d30590_1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6" name="Google Shape;1196;g2cd84d30590_1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2cd84d30590_1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2" name="Google Shape;1202;g2cd84d30590_1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41"/>
          <p:cNvGrpSpPr/>
          <p:nvPr/>
        </p:nvGrpSpPr>
        <p:grpSpPr>
          <a:xfrm>
            <a:off x="-305727" y="-257103"/>
            <a:ext cx="9757917" cy="5664267"/>
            <a:chOff x="-305727" y="-257103"/>
            <a:chExt cx="9757917" cy="5664267"/>
          </a:xfrm>
        </p:grpSpPr>
        <p:sp>
          <p:nvSpPr>
            <p:cNvPr id="10" name="Google Shape;10;p41"/>
            <p:cNvSpPr/>
            <p:nvPr/>
          </p:nvSpPr>
          <p:spPr>
            <a:xfrm>
              <a:off x="-305727" y="535594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41"/>
            <p:cNvSpPr/>
            <p:nvPr/>
          </p:nvSpPr>
          <p:spPr>
            <a:xfrm>
              <a:off x="758020" y="-180223"/>
              <a:ext cx="805069" cy="803141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41"/>
            <p:cNvGrpSpPr/>
            <p:nvPr/>
          </p:nvGrpSpPr>
          <p:grpSpPr>
            <a:xfrm>
              <a:off x="8332764" y="208641"/>
              <a:ext cx="1119426" cy="814515"/>
              <a:chOff x="1835150" y="2508950"/>
              <a:chExt cx="335650" cy="244225"/>
            </a:xfrm>
          </p:grpSpPr>
          <p:sp>
            <p:nvSpPr>
              <p:cNvPr id="13" name="Google Shape;13;p41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41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41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41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" name="Google Shape;17;p41"/>
            <p:cNvGrpSpPr/>
            <p:nvPr/>
          </p:nvGrpSpPr>
          <p:grpSpPr>
            <a:xfrm>
              <a:off x="-140049" y="3995853"/>
              <a:ext cx="720809" cy="891736"/>
              <a:chOff x="-155849" y="3975828"/>
              <a:chExt cx="720809" cy="891736"/>
            </a:xfrm>
          </p:grpSpPr>
          <p:sp>
            <p:nvSpPr>
              <p:cNvPr id="18" name="Google Shape;18;p41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41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41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41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41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41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41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41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41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41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" name="Google Shape;28;p41"/>
            <p:cNvSpPr/>
            <p:nvPr/>
          </p:nvSpPr>
          <p:spPr>
            <a:xfrm>
              <a:off x="3446428" y="4603994"/>
              <a:ext cx="805069" cy="80317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" name="Google Shape;29;p41"/>
            <p:cNvGrpSpPr/>
            <p:nvPr/>
          </p:nvGrpSpPr>
          <p:grpSpPr>
            <a:xfrm>
              <a:off x="3938435" y="-257103"/>
              <a:ext cx="1119452" cy="796601"/>
              <a:chOff x="3858275" y="126750"/>
              <a:chExt cx="864375" cy="615088"/>
            </a:xfrm>
          </p:grpSpPr>
          <p:sp>
            <p:nvSpPr>
              <p:cNvPr id="30" name="Google Shape;30;p41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41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41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41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1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" name="Google Shape;35;p41"/>
          <p:cNvSpPr txBox="1">
            <a:spLocks noGrp="1"/>
          </p:cNvSpPr>
          <p:nvPr>
            <p:ph type="ctrTitle"/>
          </p:nvPr>
        </p:nvSpPr>
        <p:spPr>
          <a:xfrm>
            <a:off x="713225" y="1588363"/>
            <a:ext cx="47718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subTitle" idx="1"/>
          </p:nvPr>
        </p:nvSpPr>
        <p:spPr>
          <a:xfrm>
            <a:off x="713225" y="3079338"/>
            <a:ext cx="4771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42"/>
          <p:cNvGrpSpPr/>
          <p:nvPr/>
        </p:nvGrpSpPr>
        <p:grpSpPr>
          <a:xfrm>
            <a:off x="-72156" y="-158861"/>
            <a:ext cx="9847065" cy="5575184"/>
            <a:chOff x="-72156" y="-158861"/>
            <a:chExt cx="9847065" cy="5575184"/>
          </a:xfrm>
        </p:grpSpPr>
        <p:sp>
          <p:nvSpPr>
            <p:cNvPr id="40" name="Google Shape;40;p42"/>
            <p:cNvSpPr/>
            <p:nvPr/>
          </p:nvSpPr>
          <p:spPr>
            <a:xfrm>
              <a:off x="8772223" y="3448019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" name="Google Shape;41;p42"/>
            <p:cNvGrpSpPr/>
            <p:nvPr/>
          </p:nvGrpSpPr>
          <p:grpSpPr>
            <a:xfrm>
              <a:off x="-72156" y="-158861"/>
              <a:ext cx="1002687" cy="729524"/>
              <a:chOff x="1835150" y="2508950"/>
              <a:chExt cx="335650" cy="244225"/>
            </a:xfrm>
          </p:grpSpPr>
          <p:sp>
            <p:nvSpPr>
              <p:cNvPr id="42" name="Google Shape;42;p42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42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42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42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" name="Google Shape;46;p42"/>
            <p:cNvGrpSpPr/>
            <p:nvPr/>
          </p:nvGrpSpPr>
          <p:grpSpPr>
            <a:xfrm>
              <a:off x="8424001" y="181653"/>
              <a:ext cx="720809" cy="891736"/>
              <a:chOff x="-155849" y="3975828"/>
              <a:chExt cx="720809" cy="891736"/>
            </a:xfrm>
          </p:grpSpPr>
          <p:sp>
            <p:nvSpPr>
              <p:cNvPr id="47" name="Google Shape;47;p42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42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42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42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42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42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42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42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2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42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Google Shape;57;p42"/>
            <p:cNvGrpSpPr/>
            <p:nvPr/>
          </p:nvGrpSpPr>
          <p:grpSpPr>
            <a:xfrm>
              <a:off x="-10240" y="4619722"/>
              <a:ext cx="1119452" cy="796601"/>
              <a:chOff x="3858275" y="126750"/>
              <a:chExt cx="864375" cy="615088"/>
            </a:xfrm>
          </p:grpSpPr>
          <p:sp>
            <p:nvSpPr>
              <p:cNvPr id="58" name="Google Shape;58;p42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2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2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42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2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43"/>
          <p:cNvGrpSpPr/>
          <p:nvPr/>
        </p:nvGrpSpPr>
        <p:grpSpPr>
          <a:xfrm>
            <a:off x="-140079" y="-143578"/>
            <a:ext cx="8350866" cy="5426566"/>
            <a:chOff x="-140079" y="-143578"/>
            <a:chExt cx="8350866" cy="5426566"/>
          </a:xfrm>
        </p:grpSpPr>
        <p:grpSp>
          <p:nvGrpSpPr>
            <p:cNvPr id="65" name="Google Shape;65;p43"/>
            <p:cNvGrpSpPr/>
            <p:nvPr/>
          </p:nvGrpSpPr>
          <p:grpSpPr>
            <a:xfrm>
              <a:off x="-140079" y="-71776"/>
              <a:ext cx="607498" cy="751555"/>
              <a:chOff x="-155849" y="3975828"/>
              <a:chExt cx="720809" cy="891736"/>
            </a:xfrm>
          </p:grpSpPr>
          <p:sp>
            <p:nvSpPr>
              <p:cNvPr id="66" name="Google Shape;66;p43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3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3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43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43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43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43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43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43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3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43"/>
            <p:cNvGrpSpPr/>
            <p:nvPr/>
          </p:nvGrpSpPr>
          <p:grpSpPr>
            <a:xfrm>
              <a:off x="7091335" y="-143578"/>
              <a:ext cx="1119452" cy="796601"/>
              <a:chOff x="3858275" y="126750"/>
              <a:chExt cx="864375" cy="615088"/>
            </a:xfrm>
          </p:grpSpPr>
          <p:sp>
            <p:nvSpPr>
              <p:cNvPr id="77" name="Google Shape;77;p43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43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43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43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43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43"/>
            <p:cNvGrpSpPr/>
            <p:nvPr/>
          </p:nvGrpSpPr>
          <p:grpSpPr>
            <a:xfrm>
              <a:off x="372483" y="4724250"/>
              <a:ext cx="767967" cy="558738"/>
              <a:chOff x="1835150" y="2508950"/>
              <a:chExt cx="335650" cy="244225"/>
            </a:xfrm>
          </p:grpSpPr>
          <p:sp>
            <p:nvSpPr>
              <p:cNvPr id="83" name="Google Shape;83;p43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43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43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43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7" name="Google Shape;8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3"/>
          <p:cNvSpPr txBox="1">
            <a:spLocks noGrp="1"/>
          </p:cNvSpPr>
          <p:nvPr>
            <p:ph type="title" idx="2"/>
          </p:nvPr>
        </p:nvSpPr>
        <p:spPr>
          <a:xfrm>
            <a:off x="720705" y="114690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9" name="Google Shape;89;p43"/>
          <p:cNvSpPr txBox="1">
            <a:spLocks noGrp="1"/>
          </p:cNvSpPr>
          <p:nvPr>
            <p:ph type="title" idx="3"/>
          </p:nvPr>
        </p:nvSpPr>
        <p:spPr>
          <a:xfrm>
            <a:off x="3904456" y="2327824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0" name="Google Shape;90;p43"/>
          <p:cNvSpPr txBox="1">
            <a:spLocks noGrp="1"/>
          </p:cNvSpPr>
          <p:nvPr>
            <p:ph type="title" idx="4"/>
          </p:nvPr>
        </p:nvSpPr>
        <p:spPr>
          <a:xfrm>
            <a:off x="3904456" y="114690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title" idx="5"/>
          </p:nvPr>
        </p:nvSpPr>
        <p:spPr>
          <a:xfrm>
            <a:off x="720705" y="350879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title" idx="6"/>
          </p:nvPr>
        </p:nvSpPr>
        <p:spPr>
          <a:xfrm>
            <a:off x="713225" y="2327841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3" name="Google Shape;93;p43"/>
          <p:cNvSpPr txBox="1">
            <a:spLocks noGrp="1"/>
          </p:cNvSpPr>
          <p:nvPr>
            <p:ph type="title" idx="7"/>
          </p:nvPr>
        </p:nvSpPr>
        <p:spPr>
          <a:xfrm>
            <a:off x="3904456" y="350879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subTitle" idx="1"/>
          </p:nvPr>
        </p:nvSpPr>
        <p:spPr>
          <a:xfrm>
            <a:off x="720705" y="1701243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5" name="Google Shape;95;p43"/>
          <p:cNvSpPr txBox="1">
            <a:spLocks noGrp="1"/>
          </p:cNvSpPr>
          <p:nvPr>
            <p:ph type="subTitle" idx="8"/>
          </p:nvPr>
        </p:nvSpPr>
        <p:spPr>
          <a:xfrm>
            <a:off x="3904456" y="1701243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6" name="Google Shape;96;p43"/>
          <p:cNvSpPr txBox="1">
            <a:spLocks noGrp="1"/>
          </p:cNvSpPr>
          <p:nvPr>
            <p:ph type="subTitle" idx="9"/>
          </p:nvPr>
        </p:nvSpPr>
        <p:spPr>
          <a:xfrm>
            <a:off x="713225" y="2882184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7" name="Google Shape;97;p43"/>
          <p:cNvSpPr txBox="1">
            <a:spLocks noGrp="1"/>
          </p:cNvSpPr>
          <p:nvPr>
            <p:ph type="subTitle" idx="13"/>
          </p:nvPr>
        </p:nvSpPr>
        <p:spPr>
          <a:xfrm>
            <a:off x="3904456" y="2882234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8" name="Google Shape;98;p43"/>
          <p:cNvSpPr txBox="1">
            <a:spLocks noGrp="1"/>
          </p:cNvSpPr>
          <p:nvPr>
            <p:ph type="subTitle" idx="14"/>
          </p:nvPr>
        </p:nvSpPr>
        <p:spPr>
          <a:xfrm>
            <a:off x="720705" y="4063200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43"/>
          <p:cNvSpPr txBox="1">
            <a:spLocks noGrp="1"/>
          </p:cNvSpPr>
          <p:nvPr>
            <p:ph type="subTitle" idx="15"/>
          </p:nvPr>
        </p:nvSpPr>
        <p:spPr>
          <a:xfrm>
            <a:off x="3904456" y="4063200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4"/>
          <p:cNvSpPr txBox="1">
            <a:spLocks noGrp="1"/>
          </p:cNvSpPr>
          <p:nvPr>
            <p:ph type="title"/>
          </p:nvPr>
        </p:nvSpPr>
        <p:spPr>
          <a:xfrm flipH="1">
            <a:off x="3907675" y="2179350"/>
            <a:ext cx="45231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2" name="Google Shape;102;p44"/>
          <p:cNvSpPr txBox="1">
            <a:spLocks noGrp="1"/>
          </p:cNvSpPr>
          <p:nvPr>
            <p:ph type="title" idx="2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03" name="Google Shape;103;p44"/>
          <p:cNvGrpSpPr/>
          <p:nvPr/>
        </p:nvGrpSpPr>
        <p:grpSpPr>
          <a:xfrm>
            <a:off x="-406236" y="-263648"/>
            <a:ext cx="9956474" cy="5367779"/>
            <a:chOff x="-406236" y="-263648"/>
            <a:chExt cx="9956474" cy="5367779"/>
          </a:xfrm>
        </p:grpSpPr>
        <p:sp>
          <p:nvSpPr>
            <p:cNvPr id="104" name="Google Shape;104;p44"/>
            <p:cNvSpPr/>
            <p:nvPr/>
          </p:nvSpPr>
          <p:spPr>
            <a:xfrm>
              <a:off x="8430773" y="4103856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4"/>
            <p:cNvSpPr/>
            <p:nvPr/>
          </p:nvSpPr>
          <p:spPr>
            <a:xfrm>
              <a:off x="4169458" y="-263648"/>
              <a:ext cx="805069" cy="803141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" name="Google Shape;106;p44"/>
            <p:cNvGrpSpPr/>
            <p:nvPr/>
          </p:nvGrpSpPr>
          <p:grpSpPr>
            <a:xfrm>
              <a:off x="-406236" y="132241"/>
              <a:ext cx="1119426" cy="814515"/>
              <a:chOff x="1835150" y="2508950"/>
              <a:chExt cx="335650" cy="244225"/>
            </a:xfrm>
          </p:grpSpPr>
          <p:sp>
            <p:nvSpPr>
              <p:cNvPr id="107" name="Google Shape;107;p44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44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44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44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" name="Google Shape;111;p44"/>
            <p:cNvGrpSpPr/>
            <p:nvPr/>
          </p:nvGrpSpPr>
          <p:grpSpPr>
            <a:xfrm>
              <a:off x="8430785" y="141197"/>
              <a:ext cx="1119452" cy="796601"/>
              <a:chOff x="3858275" y="126750"/>
              <a:chExt cx="864375" cy="615088"/>
            </a:xfrm>
          </p:grpSpPr>
          <p:sp>
            <p:nvSpPr>
              <p:cNvPr id="112" name="Google Shape;112;p44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44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44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44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44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subTitle" idx="1"/>
          </p:nvPr>
        </p:nvSpPr>
        <p:spPr>
          <a:xfrm>
            <a:off x="4923249" y="2353724"/>
            <a:ext cx="2505600" cy="17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5"/>
          <p:cNvSpPr txBox="1">
            <a:spLocks noGrp="1"/>
          </p:cNvSpPr>
          <p:nvPr>
            <p:ph type="subTitle" idx="2"/>
          </p:nvPr>
        </p:nvSpPr>
        <p:spPr>
          <a:xfrm>
            <a:off x="1715375" y="2353724"/>
            <a:ext cx="2505600" cy="17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5"/>
          <p:cNvSpPr txBox="1">
            <a:spLocks noGrp="1"/>
          </p:cNvSpPr>
          <p:nvPr>
            <p:ph type="subTitle" idx="3"/>
          </p:nvPr>
        </p:nvSpPr>
        <p:spPr>
          <a:xfrm>
            <a:off x="1715375" y="1923826"/>
            <a:ext cx="25056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2" name="Google Shape;122;p45"/>
          <p:cNvSpPr txBox="1">
            <a:spLocks noGrp="1"/>
          </p:cNvSpPr>
          <p:nvPr>
            <p:ph type="subTitle" idx="4"/>
          </p:nvPr>
        </p:nvSpPr>
        <p:spPr>
          <a:xfrm>
            <a:off x="4923250" y="1923826"/>
            <a:ext cx="25056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23" name="Google Shape;123;p45"/>
          <p:cNvGrpSpPr/>
          <p:nvPr/>
        </p:nvGrpSpPr>
        <p:grpSpPr>
          <a:xfrm>
            <a:off x="-408837" y="-267548"/>
            <a:ext cx="9861025" cy="5671434"/>
            <a:chOff x="-408837" y="-267548"/>
            <a:chExt cx="9861025" cy="5671434"/>
          </a:xfrm>
        </p:grpSpPr>
        <p:sp>
          <p:nvSpPr>
            <p:cNvPr id="124" name="Google Shape;124;p45"/>
            <p:cNvSpPr/>
            <p:nvPr/>
          </p:nvSpPr>
          <p:spPr>
            <a:xfrm flipH="1">
              <a:off x="8449502" y="535594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5"/>
            <p:cNvSpPr/>
            <p:nvPr/>
          </p:nvSpPr>
          <p:spPr>
            <a:xfrm flipH="1">
              <a:off x="7583371" y="-267548"/>
              <a:ext cx="805069" cy="803141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" name="Google Shape;126;p45"/>
            <p:cNvGrpSpPr/>
            <p:nvPr/>
          </p:nvGrpSpPr>
          <p:grpSpPr>
            <a:xfrm flipH="1">
              <a:off x="-365642" y="3792766"/>
              <a:ext cx="1119426" cy="814515"/>
              <a:chOff x="1835150" y="2508950"/>
              <a:chExt cx="335650" cy="244225"/>
            </a:xfrm>
          </p:grpSpPr>
          <p:sp>
            <p:nvSpPr>
              <p:cNvPr id="127" name="Google Shape;127;p45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5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5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45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" name="Google Shape;131;p45"/>
            <p:cNvGrpSpPr/>
            <p:nvPr/>
          </p:nvGrpSpPr>
          <p:grpSpPr>
            <a:xfrm flipH="1">
              <a:off x="8565700" y="3995853"/>
              <a:ext cx="720809" cy="891736"/>
              <a:chOff x="-155849" y="3975828"/>
              <a:chExt cx="720809" cy="891736"/>
            </a:xfrm>
          </p:grpSpPr>
          <p:sp>
            <p:nvSpPr>
              <p:cNvPr id="132" name="Google Shape;132;p45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5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5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5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5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5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5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45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5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5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2" name="Google Shape;142;p45"/>
            <p:cNvSpPr/>
            <p:nvPr/>
          </p:nvSpPr>
          <p:spPr>
            <a:xfrm flipH="1">
              <a:off x="-408837" y="137906"/>
              <a:ext cx="805069" cy="80317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" name="Google Shape;143;p45"/>
            <p:cNvGrpSpPr/>
            <p:nvPr/>
          </p:nvGrpSpPr>
          <p:grpSpPr>
            <a:xfrm flipH="1">
              <a:off x="4429247" y="4607285"/>
              <a:ext cx="1119452" cy="796601"/>
              <a:chOff x="3858275" y="126750"/>
              <a:chExt cx="864375" cy="615088"/>
            </a:xfrm>
          </p:grpSpPr>
          <p:sp>
            <p:nvSpPr>
              <p:cNvPr id="144" name="Google Shape;144;p45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45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45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5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5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6"/>
          <p:cNvSpPr txBox="1">
            <a:spLocks noGrp="1"/>
          </p:cNvSpPr>
          <p:nvPr>
            <p:ph type="subTitle" idx="1"/>
          </p:nvPr>
        </p:nvSpPr>
        <p:spPr>
          <a:xfrm>
            <a:off x="1204438" y="2131875"/>
            <a:ext cx="2015700" cy="2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46"/>
          <p:cNvSpPr txBox="1">
            <a:spLocks noGrp="1"/>
          </p:cNvSpPr>
          <p:nvPr>
            <p:ph type="subTitle" idx="2"/>
          </p:nvPr>
        </p:nvSpPr>
        <p:spPr>
          <a:xfrm>
            <a:off x="3564148" y="2131875"/>
            <a:ext cx="2015700" cy="2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46"/>
          <p:cNvSpPr txBox="1">
            <a:spLocks noGrp="1"/>
          </p:cNvSpPr>
          <p:nvPr>
            <p:ph type="subTitle" idx="3"/>
          </p:nvPr>
        </p:nvSpPr>
        <p:spPr>
          <a:xfrm>
            <a:off x="5923864" y="2131875"/>
            <a:ext cx="2015700" cy="2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6"/>
          <p:cNvSpPr txBox="1">
            <a:spLocks noGrp="1"/>
          </p:cNvSpPr>
          <p:nvPr>
            <p:ph type="subTitle" idx="4"/>
          </p:nvPr>
        </p:nvSpPr>
        <p:spPr>
          <a:xfrm>
            <a:off x="1204438" y="1499775"/>
            <a:ext cx="20157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5" name="Google Shape;155;p46"/>
          <p:cNvSpPr txBox="1">
            <a:spLocks noGrp="1"/>
          </p:cNvSpPr>
          <p:nvPr>
            <p:ph type="subTitle" idx="5"/>
          </p:nvPr>
        </p:nvSpPr>
        <p:spPr>
          <a:xfrm>
            <a:off x="3564151" y="1499775"/>
            <a:ext cx="20157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6" name="Google Shape;156;p46"/>
          <p:cNvSpPr txBox="1">
            <a:spLocks noGrp="1"/>
          </p:cNvSpPr>
          <p:nvPr>
            <p:ph type="subTitle" idx="6"/>
          </p:nvPr>
        </p:nvSpPr>
        <p:spPr>
          <a:xfrm>
            <a:off x="5923864" y="1499775"/>
            <a:ext cx="20157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57" name="Google Shape;157;p46"/>
          <p:cNvGrpSpPr/>
          <p:nvPr/>
        </p:nvGrpSpPr>
        <p:grpSpPr>
          <a:xfrm>
            <a:off x="-481078" y="-28084"/>
            <a:ext cx="10050004" cy="5469285"/>
            <a:chOff x="-481078" y="-28084"/>
            <a:chExt cx="10050004" cy="5469285"/>
          </a:xfrm>
        </p:grpSpPr>
        <p:sp>
          <p:nvSpPr>
            <p:cNvPr id="158" name="Google Shape;158;p46"/>
            <p:cNvSpPr/>
            <p:nvPr/>
          </p:nvSpPr>
          <p:spPr>
            <a:xfrm flipH="1">
              <a:off x="8449502" y="3207544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" name="Google Shape;159;p46"/>
            <p:cNvGrpSpPr/>
            <p:nvPr/>
          </p:nvGrpSpPr>
          <p:grpSpPr>
            <a:xfrm>
              <a:off x="8449500" y="-28084"/>
              <a:ext cx="1119426" cy="814515"/>
              <a:chOff x="1835150" y="2508950"/>
              <a:chExt cx="335650" cy="244225"/>
            </a:xfrm>
          </p:grpSpPr>
          <p:sp>
            <p:nvSpPr>
              <p:cNvPr id="160" name="Google Shape;160;p46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46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6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6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46"/>
            <p:cNvGrpSpPr/>
            <p:nvPr/>
          </p:nvGrpSpPr>
          <p:grpSpPr>
            <a:xfrm flipH="1">
              <a:off x="-281750" y="188528"/>
              <a:ext cx="720809" cy="891736"/>
              <a:chOff x="-155849" y="3975828"/>
              <a:chExt cx="720809" cy="891736"/>
            </a:xfrm>
          </p:grpSpPr>
          <p:sp>
            <p:nvSpPr>
              <p:cNvPr id="165" name="Google Shape;165;p46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6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6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6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46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46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6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6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6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6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" name="Google Shape;175;p46"/>
            <p:cNvSpPr/>
            <p:nvPr/>
          </p:nvSpPr>
          <p:spPr>
            <a:xfrm flipH="1">
              <a:off x="4714263" y="4638031"/>
              <a:ext cx="805069" cy="80317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" name="Google Shape;176;p46"/>
            <p:cNvGrpSpPr/>
            <p:nvPr/>
          </p:nvGrpSpPr>
          <p:grpSpPr>
            <a:xfrm flipH="1">
              <a:off x="-481078" y="4604010"/>
              <a:ext cx="1119452" cy="796601"/>
              <a:chOff x="3858275" y="126750"/>
              <a:chExt cx="864375" cy="615088"/>
            </a:xfrm>
          </p:grpSpPr>
          <p:sp>
            <p:nvSpPr>
              <p:cNvPr id="177" name="Google Shape;177;p46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6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6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6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6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84" name="Google Shape;184;p47"/>
          <p:cNvGrpSpPr/>
          <p:nvPr/>
        </p:nvGrpSpPr>
        <p:grpSpPr>
          <a:xfrm>
            <a:off x="-354664" y="-351565"/>
            <a:ext cx="9865640" cy="5495054"/>
            <a:chOff x="-354664" y="-351565"/>
            <a:chExt cx="9865640" cy="5495054"/>
          </a:xfrm>
        </p:grpSpPr>
        <p:sp>
          <p:nvSpPr>
            <p:cNvPr id="185" name="Google Shape;185;p47"/>
            <p:cNvSpPr/>
            <p:nvPr/>
          </p:nvSpPr>
          <p:spPr>
            <a:xfrm>
              <a:off x="-354664" y="3656777"/>
              <a:ext cx="805069" cy="803141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" name="Google Shape;186;p47"/>
            <p:cNvGrpSpPr/>
            <p:nvPr/>
          </p:nvGrpSpPr>
          <p:grpSpPr>
            <a:xfrm>
              <a:off x="-8" y="-275009"/>
              <a:ext cx="1119426" cy="814515"/>
              <a:chOff x="1835150" y="2508950"/>
              <a:chExt cx="335650" cy="244225"/>
            </a:xfrm>
          </p:grpSpPr>
          <p:sp>
            <p:nvSpPr>
              <p:cNvPr id="187" name="Google Shape;187;p47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7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7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47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47"/>
            <p:cNvGrpSpPr/>
            <p:nvPr/>
          </p:nvGrpSpPr>
          <p:grpSpPr>
            <a:xfrm>
              <a:off x="8790167" y="4251753"/>
              <a:ext cx="720809" cy="891736"/>
              <a:chOff x="-155849" y="3975828"/>
              <a:chExt cx="720809" cy="891736"/>
            </a:xfrm>
          </p:grpSpPr>
          <p:sp>
            <p:nvSpPr>
              <p:cNvPr id="192" name="Google Shape;192;p47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7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47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47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7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7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7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47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47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47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" name="Google Shape;202;p47"/>
            <p:cNvSpPr/>
            <p:nvPr/>
          </p:nvSpPr>
          <p:spPr>
            <a:xfrm>
              <a:off x="8647119" y="137906"/>
              <a:ext cx="805069" cy="80317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3" name="Google Shape;203;p47"/>
            <p:cNvGrpSpPr/>
            <p:nvPr/>
          </p:nvGrpSpPr>
          <p:grpSpPr>
            <a:xfrm>
              <a:off x="5231851" y="-351565"/>
              <a:ext cx="1119452" cy="796601"/>
              <a:chOff x="3858275" y="126750"/>
              <a:chExt cx="864375" cy="615088"/>
            </a:xfrm>
          </p:grpSpPr>
          <p:sp>
            <p:nvSpPr>
              <p:cNvPr id="204" name="Google Shape;204;p47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47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7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7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7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1" name="Google Shape;211;p48"/>
          <p:cNvGrpSpPr/>
          <p:nvPr/>
        </p:nvGrpSpPr>
        <p:grpSpPr>
          <a:xfrm>
            <a:off x="-243158" y="-358123"/>
            <a:ext cx="9786576" cy="5891709"/>
            <a:chOff x="-243158" y="-358123"/>
            <a:chExt cx="9786576" cy="5891709"/>
          </a:xfrm>
        </p:grpSpPr>
        <p:sp>
          <p:nvSpPr>
            <p:cNvPr id="212" name="Google Shape;212;p48"/>
            <p:cNvSpPr/>
            <p:nvPr/>
          </p:nvSpPr>
          <p:spPr>
            <a:xfrm>
              <a:off x="-123039" y="-358123"/>
              <a:ext cx="805069" cy="803141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3" name="Google Shape;213;p48"/>
            <p:cNvGrpSpPr/>
            <p:nvPr/>
          </p:nvGrpSpPr>
          <p:grpSpPr>
            <a:xfrm>
              <a:off x="8423992" y="3789491"/>
              <a:ext cx="1119426" cy="814515"/>
              <a:chOff x="1835150" y="2508950"/>
              <a:chExt cx="335650" cy="244225"/>
            </a:xfrm>
          </p:grpSpPr>
          <p:sp>
            <p:nvSpPr>
              <p:cNvPr id="214" name="Google Shape;214;p48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8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8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8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218;p48"/>
            <p:cNvGrpSpPr/>
            <p:nvPr/>
          </p:nvGrpSpPr>
          <p:grpSpPr>
            <a:xfrm>
              <a:off x="-243158" y="2994403"/>
              <a:ext cx="720809" cy="891736"/>
              <a:chOff x="-155849" y="3975828"/>
              <a:chExt cx="720809" cy="891736"/>
            </a:xfrm>
          </p:grpSpPr>
          <p:sp>
            <p:nvSpPr>
              <p:cNvPr id="219" name="Google Shape;219;p48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48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8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8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48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48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48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48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8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8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9" name="Google Shape;229;p48"/>
            <p:cNvSpPr/>
            <p:nvPr/>
          </p:nvSpPr>
          <p:spPr>
            <a:xfrm>
              <a:off x="8647119" y="137906"/>
              <a:ext cx="805069" cy="80317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0" name="Google Shape;230;p48"/>
            <p:cNvGrpSpPr/>
            <p:nvPr/>
          </p:nvGrpSpPr>
          <p:grpSpPr>
            <a:xfrm>
              <a:off x="4053276" y="4736985"/>
              <a:ext cx="1119452" cy="796601"/>
              <a:chOff x="3858275" y="126750"/>
              <a:chExt cx="864375" cy="615088"/>
            </a:xfrm>
          </p:grpSpPr>
          <p:sp>
            <p:nvSpPr>
              <p:cNvPr id="231" name="Google Shape;231;p48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48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48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8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48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9"/>
          <p:cNvSpPr txBox="1">
            <a:spLocks noGrp="1"/>
          </p:cNvSpPr>
          <p:nvPr>
            <p:ph type="subTitle" idx="1"/>
          </p:nvPr>
        </p:nvSpPr>
        <p:spPr>
          <a:xfrm>
            <a:off x="720000" y="163001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9"/>
          <p:cNvSpPr txBox="1">
            <a:spLocks noGrp="1"/>
          </p:cNvSpPr>
          <p:nvPr>
            <p:ph type="subTitle" idx="2"/>
          </p:nvPr>
        </p:nvSpPr>
        <p:spPr>
          <a:xfrm>
            <a:off x="3345760" y="163001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49"/>
          <p:cNvSpPr txBox="1">
            <a:spLocks noGrp="1"/>
          </p:cNvSpPr>
          <p:nvPr>
            <p:ph type="subTitle" idx="3"/>
          </p:nvPr>
        </p:nvSpPr>
        <p:spPr>
          <a:xfrm>
            <a:off x="720000" y="336030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49"/>
          <p:cNvSpPr txBox="1">
            <a:spLocks noGrp="1"/>
          </p:cNvSpPr>
          <p:nvPr>
            <p:ph type="subTitle" idx="4"/>
          </p:nvPr>
        </p:nvSpPr>
        <p:spPr>
          <a:xfrm>
            <a:off x="3345760" y="336030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49"/>
          <p:cNvSpPr txBox="1">
            <a:spLocks noGrp="1"/>
          </p:cNvSpPr>
          <p:nvPr>
            <p:ph type="subTitle" idx="5"/>
          </p:nvPr>
        </p:nvSpPr>
        <p:spPr>
          <a:xfrm>
            <a:off x="5971495" y="163001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49"/>
          <p:cNvSpPr txBox="1">
            <a:spLocks noGrp="1"/>
          </p:cNvSpPr>
          <p:nvPr>
            <p:ph type="subTitle" idx="6"/>
          </p:nvPr>
        </p:nvSpPr>
        <p:spPr>
          <a:xfrm>
            <a:off x="5971495" y="336030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9"/>
          <p:cNvSpPr txBox="1">
            <a:spLocks noGrp="1"/>
          </p:cNvSpPr>
          <p:nvPr>
            <p:ph type="subTitle" idx="7"/>
          </p:nvPr>
        </p:nvSpPr>
        <p:spPr>
          <a:xfrm>
            <a:off x="720000" y="1332325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5" name="Google Shape;245;p49"/>
          <p:cNvSpPr txBox="1">
            <a:spLocks noGrp="1"/>
          </p:cNvSpPr>
          <p:nvPr>
            <p:ph type="subTitle" idx="8"/>
          </p:nvPr>
        </p:nvSpPr>
        <p:spPr>
          <a:xfrm>
            <a:off x="3345760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6" name="Google Shape;246;p49"/>
          <p:cNvSpPr txBox="1">
            <a:spLocks noGrp="1"/>
          </p:cNvSpPr>
          <p:nvPr>
            <p:ph type="subTitle" idx="9"/>
          </p:nvPr>
        </p:nvSpPr>
        <p:spPr>
          <a:xfrm>
            <a:off x="5971495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7" name="Google Shape;247;p49"/>
          <p:cNvSpPr txBox="1">
            <a:spLocks noGrp="1"/>
          </p:cNvSpPr>
          <p:nvPr>
            <p:ph type="subTitle" idx="13"/>
          </p:nvPr>
        </p:nvSpPr>
        <p:spPr>
          <a:xfrm>
            <a:off x="720000" y="3059397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8" name="Google Shape;248;p49"/>
          <p:cNvSpPr txBox="1">
            <a:spLocks noGrp="1"/>
          </p:cNvSpPr>
          <p:nvPr>
            <p:ph type="subTitle" idx="14"/>
          </p:nvPr>
        </p:nvSpPr>
        <p:spPr>
          <a:xfrm>
            <a:off x="3345760" y="3059402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49"/>
          <p:cNvSpPr txBox="1">
            <a:spLocks noGrp="1"/>
          </p:cNvSpPr>
          <p:nvPr>
            <p:ph type="subTitle" idx="15"/>
          </p:nvPr>
        </p:nvSpPr>
        <p:spPr>
          <a:xfrm>
            <a:off x="5971495" y="3059402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50" name="Google Shape;250;p49"/>
          <p:cNvGrpSpPr/>
          <p:nvPr/>
        </p:nvGrpSpPr>
        <p:grpSpPr>
          <a:xfrm>
            <a:off x="-367927" y="-257103"/>
            <a:ext cx="9511937" cy="5151972"/>
            <a:chOff x="-367927" y="-257103"/>
            <a:chExt cx="9511937" cy="5151972"/>
          </a:xfrm>
        </p:grpSpPr>
        <p:sp>
          <p:nvSpPr>
            <p:cNvPr id="251" name="Google Shape;251;p49"/>
            <p:cNvSpPr/>
            <p:nvPr/>
          </p:nvSpPr>
          <p:spPr>
            <a:xfrm>
              <a:off x="-367927" y="3894594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9"/>
            <p:cNvSpPr/>
            <p:nvPr/>
          </p:nvSpPr>
          <p:spPr>
            <a:xfrm>
              <a:off x="8569925" y="4108388"/>
              <a:ext cx="574085" cy="57271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" name="Google Shape;253;p49"/>
            <p:cNvGrpSpPr/>
            <p:nvPr/>
          </p:nvGrpSpPr>
          <p:grpSpPr>
            <a:xfrm>
              <a:off x="-140079" y="-71776"/>
              <a:ext cx="607498" cy="751555"/>
              <a:chOff x="-155849" y="3975828"/>
              <a:chExt cx="720809" cy="891736"/>
            </a:xfrm>
          </p:grpSpPr>
          <p:sp>
            <p:nvSpPr>
              <p:cNvPr id="254" name="Google Shape;254;p49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49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49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49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49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9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9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9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49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49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49"/>
            <p:cNvGrpSpPr/>
            <p:nvPr/>
          </p:nvGrpSpPr>
          <p:grpSpPr>
            <a:xfrm>
              <a:off x="7663585" y="-257103"/>
              <a:ext cx="1119452" cy="796601"/>
              <a:chOff x="3858275" y="126750"/>
              <a:chExt cx="864375" cy="615088"/>
            </a:xfrm>
          </p:grpSpPr>
          <p:sp>
            <p:nvSpPr>
              <p:cNvPr id="265" name="Google Shape;265;p49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49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49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49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49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50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51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53"/>
          <p:cNvGrpSpPr/>
          <p:nvPr/>
        </p:nvGrpSpPr>
        <p:grpSpPr>
          <a:xfrm>
            <a:off x="-243158" y="-358123"/>
            <a:ext cx="9786576" cy="5891709"/>
            <a:chOff x="-243158" y="-358123"/>
            <a:chExt cx="9786576" cy="5891709"/>
          </a:xfrm>
        </p:grpSpPr>
        <p:sp>
          <p:nvSpPr>
            <p:cNvPr id="279" name="Google Shape;279;p53"/>
            <p:cNvSpPr/>
            <p:nvPr/>
          </p:nvSpPr>
          <p:spPr>
            <a:xfrm>
              <a:off x="-123039" y="-358123"/>
              <a:ext cx="805069" cy="803141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0" name="Google Shape;280;p53"/>
            <p:cNvGrpSpPr/>
            <p:nvPr/>
          </p:nvGrpSpPr>
          <p:grpSpPr>
            <a:xfrm>
              <a:off x="8423992" y="3789491"/>
              <a:ext cx="1119426" cy="814515"/>
              <a:chOff x="1835150" y="2508950"/>
              <a:chExt cx="335650" cy="244225"/>
            </a:xfrm>
          </p:grpSpPr>
          <p:sp>
            <p:nvSpPr>
              <p:cNvPr id="281" name="Google Shape;281;p53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53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53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53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53"/>
            <p:cNvGrpSpPr/>
            <p:nvPr/>
          </p:nvGrpSpPr>
          <p:grpSpPr>
            <a:xfrm>
              <a:off x="-243158" y="2994403"/>
              <a:ext cx="720809" cy="891736"/>
              <a:chOff x="-155849" y="3975828"/>
              <a:chExt cx="720809" cy="891736"/>
            </a:xfrm>
          </p:grpSpPr>
          <p:sp>
            <p:nvSpPr>
              <p:cNvPr id="286" name="Google Shape;286;p53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53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53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53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53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53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53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53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53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53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" name="Google Shape;296;p53"/>
            <p:cNvSpPr/>
            <p:nvPr/>
          </p:nvSpPr>
          <p:spPr>
            <a:xfrm>
              <a:off x="8647119" y="137906"/>
              <a:ext cx="805069" cy="80317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7" name="Google Shape;297;p53"/>
            <p:cNvGrpSpPr/>
            <p:nvPr/>
          </p:nvGrpSpPr>
          <p:grpSpPr>
            <a:xfrm>
              <a:off x="4053276" y="4736985"/>
              <a:ext cx="1119452" cy="796601"/>
              <a:chOff x="3858275" y="126750"/>
              <a:chExt cx="864375" cy="615088"/>
            </a:xfrm>
          </p:grpSpPr>
          <p:sp>
            <p:nvSpPr>
              <p:cNvPr id="298" name="Google Shape;298;p53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53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53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53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53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54"/>
          <p:cNvGrpSpPr/>
          <p:nvPr/>
        </p:nvGrpSpPr>
        <p:grpSpPr>
          <a:xfrm>
            <a:off x="-305727" y="-257103"/>
            <a:ext cx="9812215" cy="5664267"/>
            <a:chOff x="-305727" y="-257103"/>
            <a:chExt cx="9812215" cy="5664267"/>
          </a:xfrm>
        </p:grpSpPr>
        <p:sp>
          <p:nvSpPr>
            <p:cNvPr id="305" name="Google Shape;305;p54"/>
            <p:cNvSpPr/>
            <p:nvPr/>
          </p:nvSpPr>
          <p:spPr>
            <a:xfrm>
              <a:off x="-305727" y="1066994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4"/>
            <p:cNvSpPr/>
            <p:nvPr/>
          </p:nvSpPr>
          <p:spPr>
            <a:xfrm>
              <a:off x="758020" y="-180223"/>
              <a:ext cx="805069" cy="803141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" name="Google Shape;307;p54"/>
            <p:cNvGrpSpPr/>
            <p:nvPr/>
          </p:nvGrpSpPr>
          <p:grpSpPr>
            <a:xfrm>
              <a:off x="8332764" y="208641"/>
              <a:ext cx="1119426" cy="814515"/>
              <a:chOff x="1835150" y="2508950"/>
              <a:chExt cx="335650" cy="244225"/>
            </a:xfrm>
          </p:grpSpPr>
          <p:sp>
            <p:nvSpPr>
              <p:cNvPr id="308" name="Google Shape;308;p54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avLst/>
                <a:gdLst/>
                <a:ahLst/>
                <a:cxnLst/>
                <a:rect l="l" t="t" r="r" b="b"/>
                <a:pathLst>
                  <a:path w="13426" h="9769" extrusionOk="0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54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54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1196" extrusionOk="0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54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1196" extrusionOk="0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2" name="Google Shape;312;p54"/>
            <p:cNvGrpSpPr/>
            <p:nvPr/>
          </p:nvGrpSpPr>
          <p:grpSpPr>
            <a:xfrm>
              <a:off x="-140049" y="3995853"/>
              <a:ext cx="720809" cy="891736"/>
              <a:chOff x="-155849" y="3975828"/>
              <a:chExt cx="720809" cy="891736"/>
            </a:xfrm>
          </p:grpSpPr>
          <p:sp>
            <p:nvSpPr>
              <p:cNvPr id="313" name="Google Shape;313;p54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avLst/>
                <a:gdLst/>
                <a:ahLst/>
                <a:cxnLst/>
                <a:rect l="l" t="t" r="r" b="b"/>
                <a:pathLst>
                  <a:path w="15038" h="18604" extrusionOk="0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54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54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54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54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54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54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4" extrusionOk="0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54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54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454" extrusionOk="0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54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avLst/>
                <a:gdLst/>
                <a:ahLst/>
                <a:cxnLst/>
                <a:rect l="l" t="t" r="r" b="b"/>
                <a:pathLst>
                  <a:path w="6338" h="453" extrusionOk="0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3" name="Google Shape;323;p54"/>
            <p:cNvSpPr/>
            <p:nvPr/>
          </p:nvSpPr>
          <p:spPr>
            <a:xfrm>
              <a:off x="3446428" y="4603994"/>
              <a:ext cx="805069" cy="80317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4" name="Google Shape;324;p54"/>
            <p:cNvGrpSpPr/>
            <p:nvPr/>
          </p:nvGrpSpPr>
          <p:grpSpPr>
            <a:xfrm>
              <a:off x="3938435" y="-257103"/>
              <a:ext cx="1119452" cy="796601"/>
              <a:chOff x="3858275" y="126750"/>
              <a:chExt cx="864375" cy="615088"/>
            </a:xfrm>
          </p:grpSpPr>
          <p:sp>
            <p:nvSpPr>
              <p:cNvPr id="325" name="Google Shape;325;p54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54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54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54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54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54"/>
            <p:cNvGrpSpPr/>
            <p:nvPr/>
          </p:nvGrpSpPr>
          <p:grpSpPr>
            <a:xfrm>
              <a:off x="8387035" y="3339947"/>
              <a:ext cx="1119452" cy="796601"/>
              <a:chOff x="3858275" y="126750"/>
              <a:chExt cx="864375" cy="615088"/>
            </a:xfrm>
          </p:grpSpPr>
          <p:sp>
            <p:nvSpPr>
              <p:cNvPr id="331" name="Google Shape;331;p54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avLst/>
                <a:gdLst/>
                <a:ahLst/>
                <a:cxnLst/>
                <a:rect l="l" t="t" r="r" b="b"/>
                <a:pathLst>
                  <a:path w="20777" h="14784" extrusionOk="0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54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avLst/>
                <a:gdLst/>
                <a:ahLst/>
                <a:cxnLst/>
                <a:rect l="l" t="t" r="r" b="b"/>
                <a:pathLst>
                  <a:path w="16051" h="10900" extrusionOk="0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54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avLst/>
                <a:gdLst/>
                <a:ahLst/>
                <a:cxnLst/>
                <a:rect l="l" t="t" r="r" b="b"/>
                <a:pathLst>
                  <a:path w="7768" h="7877" extrusionOk="0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54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4563" extrusionOk="0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54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avLst/>
                <a:gdLst/>
                <a:ahLst/>
                <a:cxnLst/>
                <a:rect l="l" t="t" r="r" b="b"/>
                <a:pathLst>
                  <a:path w="3395" h="3395" extrusionOk="0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ruelist.co/blog/graphic-design-statistics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jp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"/>
          <p:cNvSpPr txBox="1">
            <a:spLocks noGrp="1"/>
          </p:cNvSpPr>
          <p:nvPr>
            <p:ph type="ctrTitle"/>
          </p:nvPr>
        </p:nvSpPr>
        <p:spPr>
          <a:xfrm>
            <a:off x="257049" y="1749390"/>
            <a:ext cx="6810900" cy="14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Realistic Images Generation </a:t>
            </a:r>
            <a:endParaRPr>
              <a:solidFill>
                <a:srgbClr val="56A3F3"/>
              </a:solidFill>
            </a:endParaRPr>
          </a:p>
        </p:txBody>
      </p:sp>
      <p:grpSp>
        <p:nvGrpSpPr>
          <p:cNvPr id="341" name="Google Shape;341;p1"/>
          <p:cNvGrpSpPr/>
          <p:nvPr/>
        </p:nvGrpSpPr>
        <p:grpSpPr>
          <a:xfrm flipH="1">
            <a:off x="6494584" y="1389122"/>
            <a:ext cx="3036835" cy="3783524"/>
            <a:chOff x="6299436" y="1076599"/>
            <a:chExt cx="3244624" cy="4096047"/>
          </a:xfrm>
        </p:grpSpPr>
        <p:sp>
          <p:nvSpPr>
            <p:cNvPr id="342" name="Google Shape;342;p1"/>
            <p:cNvSpPr/>
            <p:nvPr/>
          </p:nvSpPr>
          <p:spPr>
            <a:xfrm>
              <a:off x="6299436" y="3275113"/>
              <a:ext cx="3244624" cy="1897533"/>
            </a:xfrm>
            <a:custGeom>
              <a:avLst/>
              <a:gdLst/>
              <a:ahLst/>
              <a:cxnLst/>
              <a:rect l="l" t="t" r="r" b="b"/>
              <a:pathLst>
                <a:path w="27793" h="16254" extrusionOk="0">
                  <a:moveTo>
                    <a:pt x="13573" y="0"/>
                  </a:moveTo>
                  <a:cubicBezTo>
                    <a:pt x="13418" y="0"/>
                    <a:pt x="13264" y="2"/>
                    <a:pt x="13109" y="4"/>
                  </a:cubicBezTo>
                  <a:cubicBezTo>
                    <a:pt x="10466" y="50"/>
                    <a:pt x="7723" y="520"/>
                    <a:pt x="5568" y="2050"/>
                  </a:cubicBezTo>
                  <a:cubicBezTo>
                    <a:pt x="3694" y="3372"/>
                    <a:pt x="2409" y="5382"/>
                    <a:pt x="1549" y="7509"/>
                  </a:cubicBezTo>
                  <a:cubicBezTo>
                    <a:pt x="435" y="10261"/>
                    <a:pt x="1" y="13321"/>
                    <a:pt x="453" y="16254"/>
                  </a:cubicBezTo>
                  <a:lnTo>
                    <a:pt x="27792" y="16254"/>
                  </a:lnTo>
                  <a:cubicBezTo>
                    <a:pt x="27765" y="14271"/>
                    <a:pt x="27684" y="12280"/>
                    <a:pt x="27313" y="10333"/>
                  </a:cubicBezTo>
                  <a:cubicBezTo>
                    <a:pt x="26869" y="8052"/>
                    <a:pt x="25991" y="5807"/>
                    <a:pt x="24452" y="4069"/>
                  </a:cubicBezTo>
                  <a:cubicBezTo>
                    <a:pt x="23076" y="2521"/>
                    <a:pt x="21220" y="1435"/>
                    <a:pt x="19247" y="801"/>
                  </a:cubicBezTo>
                  <a:cubicBezTo>
                    <a:pt x="17420" y="215"/>
                    <a:pt x="15493" y="0"/>
                    <a:pt x="13573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7417616" y="2341282"/>
              <a:ext cx="618385" cy="937559"/>
            </a:xfrm>
            <a:custGeom>
              <a:avLst/>
              <a:gdLst/>
              <a:ahLst/>
              <a:cxnLst/>
              <a:rect l="l" t="t" r="r" b="b"/>
              <a:pathLst>
                <a:path w="5297" h="8031" extrusionOk="0">
                  <a:moveTo>
                    <a:pt x="1404" y="1"/>
                  </a:moveTo>
                  <a:lnTo>
                    <a:pt x="444" y="4663"/>
                  </a:lnTo>
                  <a:cubicBezTo>
                    <a:pt x="335" y="4826"/>
                    <a:pt x="191" y="4980"/>
                    <a:pt x="0" y="5107"/>
                  </a:cubicBezTo>
                  <a:cubicBezTo>
                    <a:pt x="381" y="5559"/>
                    <a:pt x="725" y="6057"/>
                    <a:pt x="1096" y="6528"/>
                  </a:cubicBezTo>
                  <a:cubicBezTo>
                    <a:pt x="1159" y="6537"/>
                    <a:pt x="1223" y="6555"/>
                    <a:pt x="1277" y="6582"/>
                  </a:cubicBezTo>
                  <a:cubicBezTo>
                    <a:pt x="2291" y="7044"/>
                    <a:pt x="3268" y="7560"/>
                    <a:pt x="4264" y="8031"/>
                  </a:cubicBezTo>
                  <a:cubicBezTo>
                    <a:pt x="4536" y="7107"/>
                    <a:pt x="4871" y="6211"/>
                    <a:pt x="5296" y="5342"/>
                  </a:cubicBezTo>
                  <a:cubicBezTo>
                    <a:pt x="5170" y="5324"/>
                    <a:pt x="5043" y="5297"/>
                    <a:pt x="4943" y="5269"/>
                  </a:cubicBezTo>
                  <a:cubicBezTo>
                    <a:pt x="4690" y="5197"/>
                    <a:pt x="4491" y="5061"/>
                    <a:pt x="4337" y="4898"/>
                  </a:cubicBezTo>
                  <a:lnTo>
                    <a:pt x="5179" y="779"/>
                  </a:lnTo>
                  <a:lnTo>
                    <a:pt x="1404" y="1"/>
                  </a:lnTo>
                  <a:close/>
                </a:path>
              </a:pathLst>
            </a:custGeom>
            <a:solidFill>
              <a:srgbClr val="D96D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7546502" y="2494566"/>
              <a:ext cx="432414" cy="247377"/>
            </a:xfrm>
            <a:custGeom>
              <a:avLst/>
              <a:gdLst/>
              <a:ahLst/>
              <a:cxnLst/>
              <a:rect l="l" t="t" r="r" b="b"/>
              <a:pathLst>
                <a:path w="3704" h="2119" extrusionOk="0">
                  <a:moveTo>
                    <a:pt x="28" y="0"/>
                  </a:moveTo>
                  <a:lnTo>
                    <a:pt x="1" y="136"/>
                  </a:lnTo>
                  <a:cubicBezTo>
                    <a:pt x="417" y="725"/>
                    <a:pt x="933" y="1204"/>
                    <a:pt x="1540" y="1521"/>
                  </a:cubicBezTo>
                  <a:cubicBezTo>
                    <a:pt x="1567" y="1548"/>
                    <a:pt x="1639" y="1585"/>
                    <a:pt x="1739" y="1621"/>
                  </a:cubicBezTo>
                  <a:cubicBezTo>
                    <a:pt x="1956" y="1720"/>
                    <a:pt x="2183" y="1802"/>
                    <a:pt x="2427" y="1856"/>
                  </a:cubicBezTo>
                  <a:cubicBezTo>
                    <a:pt x="2744" y="1947"/>
                    <a:pt x="3124" y="2046"/>
                    <a:pt x="3531" y="2119"/>
                  </a:cubicBezTo>
                  <a:lnTo>
                    <a:pt x="3703" y="1295"/>
                  </a:lnTo>
                  <a:cubicBezTo>
                    <a:pt x="2997" y="1232"/>
                    <a:pt x="2282" y="1069"/>
                    <a:pt x="1730" y="915"/>
                  </a:cubicBezTo>
                  <a:cubicBezTo>
                    <a:pt x="1495" y="860"/>
                    <a:pt x="1268" y="779"/>
                    <a:pt x="1042" y="679"/>
                  </a:cubicBezTo>
                  <a:cubicBezTo>
                    <a:pt x="951" y="634"/>
                    <a:pt x="879" y="607"/>
                    <a:pt x="843" y="580"/>
                  </a:cubicBezTo>
                  <a:cubicBezTo>
                    <a:pt x="553" y="426"/>
                    <a:pt x="282" y="227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7048820" y="2893012"/>
              <a:ext cx="1441536" cy="1721718"/>
            </a:xfrm>
            <a:custGeom>
              <a:avLst/>
              <a:gdLst/>
              <a:ahLst/>
              <a:cxnLst/>
              <a:rect l="l" t="t" r="r" b="b"/>
              <a:pathLst>
                <a:path w="12348" h="14748" extrusionOk="0">
                  <a:moveTo>
                    <a:pt x="3503" y="0"/>
                  </a:moveTo>
                  <a:lnTo>
                    <a:pt x="3196" y="299"/>
                  </a:lnTo>
                  <a:lnTo>
                    <a:pt x="2897" y="589"/>
                  </a:lnTo>
                  <a:cubicBezTo>
                    <a:pt x="2897" y="589"/>
                    <a:pt x="1331" y="978"/>
                    <a:pt x="978" y="1096"/>
                  </a:cubicBezTo>
                  <a:cubicBezTo>
                    <a:pt x="0" y="1440"/>
                    <a:pt x="0" y="2254"/>
                    <a:pt x="0" y="2254"/>
                  </a:cubicBezTo>
                  <a:lnTo>
                    <a:pt x="1394" y="11687"/>
                  </a:lnTo>
                  <a:lnTo>
                    <a:pt x="8564" y="14747"/>
                  </a:lnTo>
                  <a:lnTo>
                    <a:pt x="10936" y="8048"/>
                  </a:lnTo>
                  <a:lnTo>
                    <a:pt x="10184" y="5133"/>
                  </a:lnTo>
                  <a:lnTo>
                    <a:pt x="12348" y="2843"/>
                  </a:lnTo>
                  <a:cubicBezTo>
                    <a:pt x="12348" y="2843"/>
                    <a:pt x="10990" y="878"/>
                    <a:pt x="10374" y="697"/>
                  </a:cubicBezTo>
                  <a:cubicBezTo>
                    <a:pt x="10170" y="641"/>
                    <a:pt x="9921" y="622"/>
                    <a:pt x="9679" y="622"/>
                  </a:cubicBezTo>
                  <a:cubicBezTo>
                    <a:pt x="9341" y="622"/>
                    <a:pt x="9015" y="658"/>
                    <a:pt x="8835" y="679"/>
                  </a:cubicBezTo>
                  <a:cubicBezTo>
                    <a:pt x="8763" y="670"/>
                    <a:pt x="8682" y="661"/>
                    <a:pt x="8600" y="643"/>
                  </a:cubicBezTo>
                  <a:cubicBezTo>
                    <a:pt x="8157" y="543"/>
                    <a:pt x="7641" y="308"/>
                    <a:pt x="7641" y="308"/>
                  </a:cubicBezTo>
                  <a:lnTo>
                    <a:pt x="7641" y="308"/>
                  </a:lnTo>
                  <a:cubicBezTo>
                    <a:pt x="7641" y="308"/>
                    <a:pt x="7659" y="607"/>
                    <a:pt x="7559" y="942"/>
                  </a:cubicBezTo>
                  <a:cubicBezTo>
                    <a:pt x="7459" y="1286"/>
                    <a:pt x="7242" y="1666"/>
                    <a:pt x="6744" y="1784"/>
                  </a:cubicBezTo>
                  <a:cubicBezTo>
                    <a:pt x="6692" y="1796"/>
                    <a:pt x="6635" y="1802"/>
                    <a:pt x="6576" y="1802"/>
                  </a:cubicBezTo>
                  <a:cubicBezTo>
                    <a:pt x="6295" y="1802"/>
                    <a:pt x="5941" y="1670"/>
                    <a:pt x="5567" y="1476"/>
                  </a:cubicBezTo>
                  <a:cubicBezTo>
                    <a:pt x="4581" y="960"/>
                    <a:pt x="3503" y="0"/>
                    <a:pt x="3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7421819" y="2893012"/>
              <a:ext cx="766298" cy="716916"/>
            </a:xfrm>
            <a:custGeom>
              <a:avLst/>
              <a:gdLst/>
              <a:ahLst/>
              <a:cxnLst/>
              <a:rect l="l" t="t" r="r" b="b"/>
              <a:pathLst>
                <a:path w="6564" h="6141" extrusionOk="0">
                  <a:moveTo>
                    <a:pt x="308" y="0"/>
                  </a:moveTo>
                  <a:lnTo>
                    <a:pt x="1" y="299"/>
                  </a:lnTo>
                  <a:cubicBezTo>
                    <a:pt x="716" y="851"/>
                    <a:pt x="1196" y="1648"/>
                    <a:pt x="1576" y="2463"/>
                  </a:cubicBezTo>
                  <a:cubicBezTo>
                    <a:pt x="1947" y="3286"/>
                    <a:pt x="2237" y="4155"/>
                    <a:pt x="2644" y="4961"/>
                  </a:cubicBezTo>
                  <a:cubicBezTo>
                    <a:pt x="2898" y="5459"/>
                    <a:pt x="3242" y="5966"/>
                    <a:pt x="3776" y="6102"/>
                  </a:cubicBezTo>
                  <a:cubicBezTo>
                    <a:pt x="3886" y="6130"/>
                    <a:pt x="3999" y="6141"/>
                    <a:pt x="4111" y="6141"/>
                  </a:cubicBezTo>
                  <a:cubicBezTo>
                    <a:pt x="4247" y="6141"/>
                    <a:pt x="4384" y="6126"/>
                    <a:pt x="4518" y="6111"/>
                  </a:cubicBezTo>
                  <a:cubicBezTo>
                    <a:pt x="4916" y="6066"/>
                    <a:pt x="5315" y="6002"/>
                    <a:pt x="5704" y="5930"/>
                  </a:cubicBezTo>
                  <a:cubicBezTo>
                    <a:pt x="5957" y="5885"/>
                    <a:pt x="6229" y="5812"/>
                    <a:pt x="6392" y="5613"/>
                  </a:cubicBezTo>
                  <a:cubicBezTo>
                    <a:pt x="6564" y="5396"/>
                    <a:pt x="6555" y="5079"/>
                    <a:pt x="6528" y="4798"/>
                  </a:cubicBezTo>
                  <a:cubicBezTo>
                    <a:pt x="6392" y="3359"/>
                    <a:pt x="6193" y="1874"/>
                    <a:pt x="5414" y="661"/>
                  </a:cubicBezTo>
                  <a:cubicBezTo>
                    <a:pt x="5405" y="652"/>
                    <a:pt x="5405" y="643"/>
                    <a:pt x="5405" y="643"/>
                  </a:cubicBezTo>
                  <a:cubicBezTo>
                    <a:pt x="4962" y="543"/>
                    <a:pt x="4446" y="308"/>
                    <a:pt x="4446" y="308"/>
                  </a:cubicBezTo>
                  <a:lnTo>
                    <a:pt x="4446" y="308"/>
                  </a:lnTo>
                  <a:cubicBezTo>
                    <a:pt x="4446" y="308"/>
                    <a:pt x="4464" y="607"/>
                    <a:pt x="4364" y="942"/>
                  </a:cubicBezTo>
                  <a:cubicBezTo>
                    <a:pt x="4898" y="1992"/>
                    <a:pt x="5324" y="3114"/>
                    <a:pt x="5631" y="4237"/>
                  </a:cubicBezTo>
                  <a:cubicBezTo>
                    <a:pt x="5123" y="4327"/>
                    <a:pt x="4614" y="4423"/>
                    <a:pt x="4106" y="4423"/>
                  </a:cubicBezTo>
                  <a:cubicBezTo>
                    <a:pt x="3999" y="4423"/>
                    <a:pt x="3892" y="4418"/>
                    <a:pt x="3785" y="4409"/>
                  </a:cubicBezTo>
                  <a:cubicBezTo>
                    <a:pt x="3468" y="3368"/>
                    <a:pt x="2988" y="2372"/>
                    <a:pt x="2372" y="1476"/>
                  </a:cubicBezTo>
                  <a:cubicBezTo>
                    <a:pt x="1386" y="960"/>
                    <a:pt x="308" y="0"/>
                    <a:pt x="308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6797235" y="2885540"/>
              <a:ext cx="1648754" cy="2287102"/>
            </a:xfrm>
            <a:custGeom>
              <a:avLst/>
              <a:gdLst/>
              <a:ahLst/>
              <a:cxnLst/>
              <a:rect l="l" t="t" r="r" b="b"/>
              <a:pathLst>
                <a:path w="14123" h="19591" extrusionOk="0">
                  <a:moveTo>
                    <a:pt x="5758" y="1"/>
                  </a:moveTo>
                  <a:lnTo>
                    <a:pt x="5016" y="454"/>
                  </a:lnTo>
                  <a:lnTo>
                    <a:pt x="4672" y="671"/>
                  </a:lnTo>
                  <a:cubicBezTo>
                    <a:pt x="6654" y="2137"/>
                    <a:pt x="7388" y="5179"/>
                    <a:pt x="7388" y="5179"/>
                  </a:cubicBezTo>
                  <a:cubicBezTo>
                    <a:pt x="7351" y="7370"/>
                    <a:pt x="6980" y="8755"/>
                    <a:pt x="6473" y="9633"/>
                  </a:cubicBezTo>
                  <a:cubicBezTo>
                    <a:pt x="6274" y="9977"/>
                    <a:pt x="6057" y="10239"/>
                    <a:pt x="5830" y="10448"/>
                  </a:cubicBezTo>
                  <a:cubicBezTo>
                    <a:pt x="5275" y="10946"/>
                    <a:pt x="4671" y="11072"/>
                    <a:pt x="4200" y="11072"/>
                  </a:cubicBezTo>
                  <a:cubicBezTo>
                    <a:pt x="3713" y="11072"/>
                    <a:pt x="3368" y="10937"/>
                    <a:pt x="3368" y="10937"/>
                  </a:cubicBezTo>
                  <a:lnTo>
                    <a:pt x="3368" y="10937"/>
                  </a:lnTo>
                  <a:lnTo>
                    <a:pt x="3585" y="13761"/>
                  </a:lnTo>
                  <a:cubicBezTo>
                    <a:pt x="2246" y="14956"/>
                    <a:pt x="1" y="19591"/>
                    <a:pt x="1" y="19591"/>
                  </a:cubicBezTo>
                  <a:lnTo>
                    <a:pt x="12901" y="19591"/>
                  </a:lnTo>
                  <a:lnTo>
                    <a:pt x="12901" y="13761"/>
                  </a:lnTo>
                  <a:cubicBezTo>
                    <a:pt x="12901" y="13761"/>
                    <a:pt x="12910" y="13743"/>
                    <a:pt x="12910" y="13716"/>
                  </a:cubicBezTo>
                  <a:cubicBezTo>
                    <a:pt x="12964" y="13471"/>
                    <a:pt x="13199" y="12340"/>
                    <a:pt x="13453" y="11099"/>
                  </a:cubicBezTo>
                  <a:cubicBezTo>
                    <a:pt x="13779" y="9479"/>
                    <a:pt x="14123" y="7669"/>
                    <a:pt x="14086" y="7433"/>
                  </a:cubicBezTo>
                  <a:cubicBezTo>
                    <a:pt x="14014" y="7017"/>
                    <a:pt x="12738" y="5179"/>
                    <a:pt x="12738" y="5179"/>
                  </a:cubicBezTo>
                  <a:cubicBezTo>
                    <a:pt x="12738" y="5179"/>
                    <a:pt x="12086" y="1712"/>
                    <a:pt x="11208" y="553"/>
                  </a:cubicBezTo>
                  <a:lnTo>
                    <a:pt x="9651" y="236"/>
                  </a:lnTo>
                  <a:lnTo>
                    <a:pt x="9651" y="236"/>
                  </a:lnTo>
                  <a:cubicBezTo>
                    <a:pt x="9651" y="236"/>
                    <a:pt x="10746" y="2509"/>
                    <a:pt x="11660" y="5070"/>
                  </a:cubicBezTo>
                  <a:cubicBezTo>
                    <a:pt x="11253" y="5044"/>
                    <a:pt x="10827" y="5033"/>
                    <a:pt x="10410" y="5033"/>
                  </a:cubicBezTo>
                  <a:cubicBezTo>
                    <a:pt x="9836" y="5033"/>
                    <a:pt x="9277" y="5053"/>
                    <a:pt x="8800" y="5079"/>
                  </a:cubicBezTo>
                  <a:cubicBezTo>
                    <a:pt x="8238" y="2300"/>
                    <a:pt x="5758" y="1"/>
                    <a:pt x="5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6797235" y="2938425"/>
              <a:ext cx="1575907" cy="2234218"/>
            </a:xfrm>
            <a:custGeom>
              <a:avLst/>
              <a:gdLst/>
              <a:ahLst/>
              <a:cxnLst/>
              <a:rect l="l" t="t" r="r" b="b"/>
              <a:pathLst>
                <a:path w="13499" h="19138" extrusionOk="0">
                  <a:moveTo>
                    <a:pt x="5016" y="1"/>
                  </a:moveTo>
                  <a:lnTo>
                    <a:pt x="4672" y="218"/>
                  </a:lnTo>
                  <a:cubicBezTo>
                    <a:pt x="6654" y="1684"/>
                    <a:pt x="7388" y="4726"/>
                    <a:pt x="7388" y="4726"/>
                  </a:cubicBezTo>
                  <a:cubicBezTo>
                    <a:pt x="7351" y="6917"/>
                    <a:pt x="6980" y="8302"/>
                    <a:pt x="6473" y="9180"/>
                  </a:cubicBezTo>
                  <a:cubicBezTo>
                    <a:pt x="6274" y="9524"/>
                    <a:pt x="6057" y="9786"/>
                    <a:pt x="5830" y="9995"/>
                  </a:cubicBezTo>
                  <a:cubicBezTo>
                    <a:pt x="5275" y="10493"/>
                    <a:pt x="4671" y="10619"/>
                    <a:pt x="4200" y="10619"/>
                  </a:cubicBezTo>
                  <a:cubicBezTo>
                    <a:pt x="3713" y="10619"/>
                    <a:pt x="3368" y="10484"/>
                    <a:pt x="3368" y="10484"/>
                  </a:cubicBezTo>
                  <a:lnTo>
                    <a:pt x="3368" y="10484"/>
                  </a:lnTo>
                  <a:lnTo>
                    <a:pt x="3585" y="13308"/>
                  </a:lnTo>
                  <a:cubicBezTo>
                    <a:pt x="2246" y="14503"/>
                    <a:pt x="1" y="19138"/>
                    <a:pt x="1" y="19138"/>
                  </a:cubicBezTo>
                  <a:lnTo>
                    <a:pt x="2209" y="19138"/>
                  </a:lnTo>
                  <a:cubicBezTo>
                    <a:pt x="3033" y="17427"/>
                    <a:pt x="4645" y="14132"/>
                    <a:pt x="4798" y="13887"/>
                  </a:cubicBezTo>
                  <a:cubicBezTo>
                    <a:pt x="4808" y="13860"/>
                    <a:pt x="4826" y="13824"/>
                    <a:pt x="4844" y="13770"/>
                  </a:cubicBezTo>
                  <a:cubicBezTo>
                    <a:pt x="5774" y="14313"/>
                    <a:pt x="6727" y="14714"/>
                    <a:pt x="7505" y="14714"/>
                  </a:cubicBezTo>
                  <a:cubicBezTo>
                    <a:pt x="7582" y="14714"/>
                    <a:pt x="7658" y="14710"/>
                    <a:pt x="7732" y="14702"/>
                  </a:cubicBezTo>
                  <a:cubicBezTo>
                    <a:pt x="9415" y="14530"/>
                    <a:pt x="11669" y="13761"/>
                    <a:pt x="12910" y="13263"/>
                  </a:cubicBezTo>
                  <a:cubicBezTo>
                    <a:pt x="12964" y="13018"/>
                    <a:pt x="13199" y="11887"/>
                    <a:pt x="13453" y="10646"/>
                  </a:cubicBezTo>
                  <a:lnTo>
                    <a:pt x="13317" y="10266"/>
                  </a:lnTo>
                  <a:lnTo>
                    <a:pt x="13498" y="7949"/>
                  </a:lnTo>
                  <a:lnTo>
                    <a:pt x="8926" y="8926"/>
                  </a:lnTo>
                  <a:lnTo>
                    <a:pt x="7668" y="5333"/>
                  </a:lnTo>
                  <a:cubicBezTo>
                    <a:pt x="7523" y="3305"/>
                    <a:pt x="6546" y="1349"/>
                    <a:pt x="5016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7937597" y="3047580"/>
              <a:ext cx="1479711" cy="1326895"/>
            </a:xfrm>
            <a:custGeom>
              <a:avLst/>
              <a:gdLst/>
              <a:ahLst/>
              <a:cxnLst/>
              <a:rect l="l" t="t" r="r" b="b"/>
              <a:pathLst>
                <a:path w="12675" h="11366" extrusionOk="0">
                  <a:moveTo>
                    <a:pt x="4835" y="0"/>
                  </a:moveTo>
                  <a:cubicBezTo>
                    <a:pt x="4747" y="0"/>
                    <a:pt x="4653" y="51"/>
                    <a:pt x="4608" y="134"/>
                  </a:cubicBezTo>
                  <a:lnTo>
                    <a:pt x="46" y="8978"/>
                  </a:lnTo>
                  <a:cubicBezTo>
                    <a:pt x="0" y="9078"/>
                    <a:pt x="46" y="9186"/>
                    <a:pt x="145" y="9214"/>
                  </a:cubicBezTo>
                  <a:lnTo>
                    <a:pt x="7777" y="11359"/>
                  </a:lnTo>
                  <a:cubicBezTo>
                    <a:pt x="7795" y="11364"/>
                    <a:pt x="7815" y="11366"/>
                    <a:pt x="7834" y="11366"/>
                  </a:cubicBezTo>
                  <a:cubicBezTo>
                    <a:pt x="7927" y="11366"/>
                    <a:pt x="8021" y="11315"/>
                    <a:pt x="8066" y="11232"/>
                  </a:cubicBezTo>
                  <a:lnTo>
                    <a:pt x="12620" y="2388"/>
                  </a:lnTo>
                  <a:cubicBezTo>
                    <a:pt x="12674" y="2288"/>
                    <a:pt x="12629" y="2180"/>
                    <a:pt x="12520" y="2153"/>
                  </a:cubicBezTo>
                  <a:lnTo>
                    <a:pt x="4889" y="7"/>
                  </a:lnTo>
                  <a:cubicBezTo>
                    <a:pt x="4872" y="2"/>
                    <a:pt x="4853" y="0"/>
                    <a:pt x="4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7937597" y="3047580"/>
              <a:ext cx="588732" cy="1076483"/>
            </a:xfrm>
            <a:custGeom>
              <a:avLst/>
              <a:gdLst/>
              <a:ahLst/>
              <a:cxnLst/>
              <a:rect l="l" t="t" r="r" b="b"/>
              <a:pathLst>
                <a:path w="5043" h="9221" extrusionOk="0">
                  <a:moveTo>
                    <a:pt x="4835" y="0"/>
                  </a:moveTo>
                  <a:cubicBezTo>
                    <a:pt x="4747" y="0"/>
                    <a:pt x="4653" y="51"/>
                    <a:pt x="4608" y="134"/>
                  </a:cubicBezTo>
                  <a:lnTo>
                    <a:pt x="46" y="8978"/>
                  </a:lnTo>
                  <a:cubicBezTo>
                    <a:pt x="0" y="9078"/>
                    <a:pt x="46" y="9186"/>
                    <a:pt x="145" y="9214"/>
                  </a:cubicBezTo>
                  <a:cubicBezTo>
                    <a:pt x="164" y="9218"/>
                    <a:pt x="183" y="9221"/>
                    <a:pt x="203" y="9221"/>
                  </a:cubicBezTo>
                  <a:cubicBezTo>
                    <a:pt x="296" y="9221"/>
                    <a:pt x="390" y="9169"/>
                    <a:pt x="435" y="9087"/>
                  </a:cubicBezTo>
                  <a:lnTo>
                    <a:pt x="4988" y="242"/>
                  </a:lnTo>
                  <a:cubicBezTo>
                    <a:pt x="5043" y="143"/>
                    <a:pt x="4997" y="34"/>
                    <a:pt x="4889" y="7"/>
                  </a:cubicBezTo>
                  <a:cubicBezTo>
                    <a:pt x="4872" y="2"/>
                    <a:pt x="4853" y="0"/>
                    <a:pt x="4835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6988580" y="2974382"/>
              <a:ext cx="711312" cy="86296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7104741" y="3599777"/>
              <a:ext cx="2076849" cy="979236"/>
            </a:xfrm>
            <a:custGeom>
              <a:avLst/>
              <a:gdLst/>
              <a:ahLst/>
              <a:cxnLst/>
              <a:rect l="l" t="t" r="r" b="b"/>
              <a:pathLst>
                <a:path w="17790" h="8388" extrusionOk="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D96D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7665932" y="3997406"/>
              <a:ext cx="142776" cy="139624"/>
            </a:xfrm>
            <a:custGeom>
              <a:avLst/>
              <a:gdLst/>
              <a:ahLst/>
              <a:cxnLst/>
              <a:rect l="l" t="t" r="r" b="b"/>
              <a:pathLst>
                <a:path w="1223" h="1196" extrusionOk="0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9044102" y="3277098"/>
              <a:ext cx="374276" cy="436267"/>
            </a:xfrm>
            <a:custGeom>
              <a:avLst/>
              <a:gdLst/>
              <a:ahLst/>
              <a:cxnLst/>
              <a:rect l="l" t="t" r="r" b="b"/>
              <a:pathLst>
                <a:path w="3206" h="3737" extrusionOk="0">
                  <a:moveTo>
                    <a:pt x="1011" y="1"/>
                  </a:moveTo>
                  <a:cubicBezTo>
                    <a:pt x="926" y="1"/>
                    <a:pt x="874" y="32"/>
                    <a:pt x="851" y="87"/>
                  </a:cubicBezTo>
                  <a:cubicBezTo>
                    <a:pt x="770" y="295"/>
                    <a:pt x="2128" y="1409"/>
                    <a:pt x="2463" y="1680"/>
                  </a:cubicBezTo>
                  <a:cubicBezTo>
                    <a:pt x="2463" y="1680"/>
                    <a:pt x="2454" y="1689"/>
                    <a:pt x="2454" y="1689"/>
                  </a:cubicBezTo>
                  <a:cubicBezTo>
                    <a:pt x="2120" y="1506"/>
                    <a:pt x="865" y="842"/>
                    <a:pt x="459" y="842"/>
                  </a:cubicBezTo>
                  <a:cubicBezTo>
                    <a:pt x="403" y="842"/>
                    <a:pt x="363" y="855"/>
                    <a:pt x="344" y="884"/>
                  </a:cubicBezTo>
                  <a:cubicBezTo>
                    <a:pt x="172" y="1155"/>
                    <a:pt x="1956" y="2278"/>
                    <a:pt x="1956" y="2278"/>
                  </a:cubicBezTo>
                  <a:cubicBezTo>
                    <a:pt x="1956" y="2278"/>
                    <a:pt x="629" y="1829"/>
                    <a:pt x="177" y="1829"/>
                  </a:cubicBezTo>
                  <a:cubicBezTo>
                    <a:pt x="87" y="1829"/>
                    <a:pt x="32" y="1847"/>
                    <a:pt x="28" y="1888"/>
                  </a:cubicBezTo>
                  <a:cubicBezTo>
                    <a:pt x="0" y="2088"/>
                    <a:pt x="1232" y="2748"/>
                    <a:pt x="1730" y="3002"/>
                  </a:cubicBezTo>
                  <a:cubicBezTo>
                    <a:pt x="1730" y="3011"/>
                    <a:pt x="1720" y="3020"/>
                    <a:pt x="1720" y="3029"/>
                  </a:cubicBezTo>
                  <a:cubicBezTo>
                    <a:pt x="1431" y="2939"/>
                    <a:pt x="1220" y="2908"/>
                    <a:pt x="1069" y="2908"/>
                  </a:cubicBezTo>
                  <a:cubicBezTo>
                    <a:pt x="857" y="2908"/>
                    <a:pt x="762" y="2969"/>
                    <a:pt x="725" y="3011"/>
                  </a:cubicBezTo>
                  <a:cubicBezTo>
                    <a:pt x="707" y="3038"/>
                    <a:pt x="707" y="3083"/>
                    <a:pt x="734" y="3111"/>
                  </a:cubicBezTo>
                  <a:cubicBezTo>
                    <a:pt x="915" y="3283"/>
                    <a:pt x="1223" y="3455"/>
                    <a:pt x="1585" y="3617"/>
                  </a:cubicBezTo>
                  <a:cubicBezTo>
                    <a:pt x="1585" y="3617"/>
                    <a:pt x="1728" y="3737"/>
                    <a:pt x="1910" y="3737"/>
                  </a:cubicBezTo>
                  <a:cubicBezTo>
                    <a:pt x="1922" y="3737"/>
                    <a:pt x="1934" y="3736"/>
                    <a:pt x="1947" y="3735"/>
                  </a:cubicBezTo>
                  <a:cubicBezTo>
                    <a:pt x="2146" y="3717"/>
                    <a:pt x="2336" y="3219"/>
                    <a:pt x="2481" y="3165"/>
                  </a:cubicBezTo>
                  <a:cubicBezTo>
                    <a:pt x="2617" y="3120"/>
                    <a:pt x="2780" y="2676"/>
                    <a:pt x="2879" y="2558"/>
                  </a:cubicBezTo>
                  <a:cubicBezTo>
                    <a:pt x="2979" y="2441"/>
                    <a:pt x="2906" y="1925"/>
                    <a:pt x="2906" y="1925"/>
                  </a:cubicBezTo>
                  <a:cubicBezTo>
                    <a:pt x="2906" y="1925"/>
                    <a:pt x="3124" y="1825"/>
                    <a:pt x="3160" y="1526"/>
                  </a:cubicBezTo>
                  <a:cubicBezTo>
                    <a:pt x="3205" y="1237"/>
                    <a:pt x="2825" y="1010"/>
                    <a:pt x="2825" y="1010"/>
                  </a:cubicBezTo>
                  <a:cubicBezTo>
                    <a:pt x="1817" y="273"/>
                    <a:pt x="1264" y="1"/>
                    <a:pt x="1011" y="1"/>
                  </a:cubicBezTo>
                  <a:close/>
                </a:path>
              </a:pathLst>
            </a:custGeom>
            <a:solidFill>
              <a:srgbClr val="D96D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7285461" y="1383868"/>
              <a:ext cx="1177465" cy="1264672"/>
            </a:xfrm>
            <a:custGeom>
              <a:avLst/>
              <a:gdLst/>
              <a:ahLst/>
              <a:cxnLst/>
              <a:rect l="l" t="t" r="r" b="b"/>
              <a:pathLst>
                <a:path w="10086" h="10833" extrusionOk="0">
                  <a:moveTo>
                    <a:pt x="5197" y="1"/>
                  </a:moveTo>
                  <a:cubicBezTo>
                    <a:pt x="2950" y="1"/>
                    <a:pt x="938" y="1568"/>
                    <a:pt x="463" y="3857"/>
                  </a:cubicBezTo>
                  <a:cubicBezTo>
                    <a:pt x="1" y="6129"/>
                    <a:pt x="1069" y="9026"/>
                    <a:pt x="3079" y="10094"/>
                  </a:cubicBezTo>
                  <a:cubicBezTo>
                    <a:pt x="3115" y="10121"/>
                    <a:pt x="3187" y="10148"/>
                    <a:pt x="3278" y="10193"/>
                  </a:cubicBezTo>
                  <a:cubicBezTo>
                    <a:pt x="3504" y="10293"/>
                    <a:pt x="3731" y="10374"/>
                    <a:pt x="3966" y="10429"/>
                  </a:cubicBezTo>
                  <a:cubicBezTo>
                    <a:pt x="4653" y="10626"/>
                    <a:pt x="5620" y="10832"/>
                    <a:pt x="6483" y="10832"/>
                  </a:cubicBezTo>
                  <a:cubicBezTo>
                    <a:pt x="7087" y="10832"/>
                    <a:pt x="7640" y="10732"/>
                    <a:pt x="8012" y="10456"/>
                  </a:cubicBezTo>
                  <a:cubicBezTo>
                    <a:pt x="8347" y="10212"/>
                    <a:pt x="8664" y="9641"/>
                    <a:pt x="8945" y="8980"/>
                  </a:cubicBezTo>
                  <a:cubicBezTo>
                    <a:pt x="9235" y="8292"/>
                    <a:pt x="9470" y="7523"/>
                    <a:pt x="9651" y="6907"/>
                  </a:cubicBezTo>
                  <a:cubicBezTo>
                    <a:pt x="9742" y="6581"/>
                    <a:pt x="9814" y="6301"/>
                    <a:pt x="9859" y="6111"/>
                  </a:cubicBezTo>
                  <a:cubicBezTo>
                    <a:pt x="9886" y="6020"/>
                    <a:pt x="9904" y="5930"/>
                    <a:pt x="9923" y="5848"/>
                  </a:cubicBezTo>
                  <a:cubicBezTo>
                    <a:pt x="9932" y="5821"/>
                    <a:pt x="9932" y="5812"/>
                    <a:pt x="9932" y="5812"/>
                  </a:cubicBezTo>
                  <a:cubicBezTo>
                    <a:pt x="9950" y="5730"/>
                    <a:pt x="9968" y="5658"/>
                    <a:pt x="9977" y="5577"/>
                  </a:cubicBezTo>
                  <a:cubicBezTo>
                    <a:pt x="10086" y="4889"/>
                    <a:pt x="10040" y="4201"/>
                    <a:pt x="9868" y="3567"/>
                  </a:cubicBezTo>
                  <a:cubicBezTo>
                    <a:pt x="9407" y="1865"/>
                    <a:pt x="8022" y="480"/>
                    <a:pt x="6175" y="100"/>
                  </a:cubicBezTo>
                  <a:cubicBezTo>
                    <a:pt x="5847" y="33"/>
                    <a:pt x="5520" y="1"/>
                    <a:pt x="5197" y="1"/>
                  </a:cubicBezTo>
                  <a:close/>
                </a:path>
              </a:pathLst>
            </a:custGeom>
            <a:solidFill>
              <a:srgbClr val="D96D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7830892" y="1602295"/>
              <a:ext cx="632044" cy="432648"/>
            </a:xfrm>
            <a:custGeom>
              <a:avLst/>
              <a:gdLst/>
              <a:ahLst/>
              <a:cxnLst/>
              <a:rect l="l" t="t" r="r" b="b"/>
              <a:pathLst>
                <a:path w="5414" h="3706" extrusionOk="0">
                  <a:moveTo>
                    <a:pt x="2933" y="0"/>
                  </a:moveTo>
                  <a:cubicBezTo>
                    <a:pt x="2481" y="0"/>
                    <a:pt x="2028" y="183"/>
                    <a:pt x="1575" y="220"/>
                  </a:cubicBezTo>
                  <a:cubicBezTo>
                    <a:pt x="1482" y="226"/>
                    <a:pt x="1387" y="227"/>
                    <a:pt x="1292" y="227"/>
                  </a:cubicBezTo>
                  <a:cubicBezTo>
                    <a:pt x="1245" y="227"/>
                    <a:pt x="1197" y="227"/>
                    <a:pt x="1150" y="227"/>
                  </a:cubicBezTo>
                  <a:cubicBezTo>
                    <a:pt x="1007" y="227"/>
                    <a:pt x="865" y="229"/>
                    <a:pt x="724" y="247"/>
                  </a:cubicBezTo>
                  <a:cubicBezTo>
                    <a:pt x="453" y="284"/>
                    <a:pt x="118" y="447"/>
                    <a:pt x="0" y="700"/>
                  </a:cubicBezTo>
                  <a:cubicBezTo>
                    <a:pt x="317" y="1062"/>
                    <a:pt x="797" y="1279"/>
                    <a:pt x="1276" y="1279"/>
                  </a:cubicBezTo>
                  <a:cubicBezTo>
                    <a:pt x="1729" y="1642"/>
                    <a:pt x="2290" y="1922"/>
                    <a:pt x="2870" y="1986"/>
                  </a:cubicBezTo>
                  <a:cubicBezTo>
                    <a:pt x="2966" y="1995"/>
                    <a:pt x="3063" y="1999"/>
                    <a:pt x="3161" y="1999"/>
                  </a:cubicBezTo>
                  <a:cubicBezTo>
                    <a:pt x="3646" y="1999"/>
                    <a:pt x="4134" y="1886"/>
                    <a:pt x="4572" y="1660"/>
                  </a:cubicBezTo>
                  <a:cubicBezTo>
                    <a:pt x="4961" y="2275"/>
                    <a:pt x="5223" y="2990"/>
                    <a:pt x="5305" y="3706"/>
                  </a:cubicBezTo>
                  <a:cubicBezTo>
                    <a:pt x="5414" y="3018"/>
                    <a:pt x="5368" y="2330"/>
                    <a:pt x="5196" y="1696"/>
                  </a:cubicBezTo>
                  <a:cubicBezTo>
                    <a:pt x="5070" y="1433"/>
                    <a:pt x="4916" y="1189"/>
                    <a:pt x="4716" y="990"/>
                  </a:cubicBezTo>
                  <a:cubicBezTo>
                    <a:pt x="4508" y="782"/>
                    <a:pt x="4282" y="601"/>
                    <a:pt x="4038" y="438"/>
                  </a:cubicBezTo>
                  <a:cubicBezTo>
                    <a:pt x="3793" y="266"/>
                    <a:pt x="3531" y="94"/>
                    <a:pt x="3232" y="30"/>
                  </a:cubicBezTo>
                  <a:cubicBezTo>
                    <a:pt x="3132" y="9"/>
                    <a:pt x="3033" y="0"/>
                    <a:pt x="2933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8045352" y="2040083"/>
              <a:ext cx="97363" cy="178733"/>
            </a:xfrm>
            <a:custGeom>
              <a:avLst/>
              <a:gdLst/>
              <a:ahLst/>
              <a:cxnLst/>
              <a:rect l="l" t="t" r="r" b="b"/>
              <a:pathLst>
                <a:path w="834" h="1531" extrusionOk="0">
                  <a:moveTo>
                    <a:pt x="643" y="1"/>
                  </a:moveTo>
                  <a:lnTo>
                    <a:pt x="643" y="1"/>
                  </a:lnTo>
                  <a:cubicBezTo>
                    <a:pt x="580" y="137"/>
                    <a:pt x="526" y="281"/>
                    <a:pt x="490" y="435"/>
                  </a:cubicBezTo>
                  <a:cubicBezTo>
                    <a:pt x="453" y="580"/>
                    <a:pt x="417" y="734"/>
                    <a:pt x="399" y="888"/>
                  </a:cubicBezTo>
                  <a:cubicBezTo>
                    <a:pt x="399" y="897"/>
                    <a:pt x="399" y="897"/>
                    <a:pt x="399" y="897"/>
                  </a:cubicBezTo>
                  <a:cubicBezTo>
                    <a:pt x="407" y="919"/>
                    <a:pt x="420" y="936"/>
                    <a:pt x="440" y="936"/>
                  </a:cubicBezTo>
                  <a:cubicBezTo>
                    <a:pt x="444" y="936"/>
                    <a:pt x="449" y="935"/>
                    <a:pt x="453" y="933"/>
                  </a:cubicBezTo>
                  <a:cubicBezTo>
                    <a:pt x="461" y="933"/>
                    <a:pt x="468" y="932"/>
                    <a:pt x="475" y="932"/>
                  </a:cubicBezTo>
                  <a:cubicBezTo>
                    <a:pt x="568" y="932"/>
                    <a:pt x="665" y="984"/>
                    <a:pt x="707" y="1060"/>
                  </a:cubicBezTo>
                  <a:cubicBezTo>
                    <a:pt x="752" y="1151"/>
                    <a:pt x="725" y="1259"/>
                    <a:pt x="653" y="1341"/>
                  </a:cubicBezTo>
                  <a:cubicBezTo>
                    <a:pt x="580" y="1422"/>
                    <a:pt x="471" y="1467"/>
                    <a:pt x="354" y="1485"/>
                  </a:cubicBezTo>
                  <a:cubicBezTo>
                    <a:pt x="325" y="1488"/>
                    <a:pt x="294" y="1489"/>
                    <a:pt x="263" y="1489"/>
                  </a:cubicBezTo>
                  <a:cubicBezTo>
                    <a:pt x="178" y="1489"/>
                    <a:pt x="87" y="1481"/>
                    <a:pt x="1" y="1467"/>
                  </a:cubicBezTo>
                  <a:lnTo>
                    <a:pt x="1" y="1467"/>
                  </a:lnTo>
                  <a:cubicBezTo>
                    <a:pt x="118" y="1504"/>
                    <a:pt x="236" y="1531"/>
                    <a:pt x="363" y="1531"/>
                  </a:cubicBezTo>
                  <a:cubicBezTo>
                    <a:pt x="481" y="1531"/>
                    <a:pt x="616" y="1495"/>
                    <a:pt x="707" y="1395"/>
                  </a:cubicBezTo>
                  <a:cubicBezTo>
                    <a:pt x="752" y="1350"/>
                    <a:pt x="797" y="1295"/>
                    <a:pt x="815" y="1223"/>
                  </a:cubicBezTo>
                  <a:cubicBezTo>
                    <a:pt x="834" y="1160"/>
                    <a:pt x="825" y="1078"/>
                    <a:pt x="788" y="1015"/>
                  </a:cubicBezTo>
                  <a:cubicBezTo>
                    <a:pt x="734" y="906"/>
                    <a:pt x="612" y="850"/>
                    <a:pt x="493" y="848"/>
                  </a:cubicBezTo>
                  <a:lnTo>
                    <a:pt x="493" y="848"/>
                  </a:lnTo>
                  <a:cubicBezTo>
                    <a:pt x="505" y="718"/>
                    <a:pt x="529" y="581"/>
                    <a:pt x="553" y="444"/>
                  </a:cubicBezTo>
                  <a:cubicBezTo>
                    <a:pt x="580" y="300"/>
                    <a:pt x="607" y="146"/>
                    <a:pt x="643" y="1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8017917" y="2180643"/>
              <a:ext cx="15994" cy="26617"/>
            </a:xfrm>
            <a:custGeom>
              <a:avLst/>
              <a:gdLst/>
              <a:ahLst/>
              <a:cxnLst/>
              <a:rect l="l" t="t" r="r" b="b"/>
              <a:pathLst>
                <a:path w="137" h="228" extrusionOk="0">
                  <a:moveTo>
                    <a:pt x="9" y="1"/>
                  </a:moveTo>
                  <a:cubicBezTo>
                    <a:pt x="0" y="55"/>
                    <a:pt x="9" y="100"/>
                    <a:pt x="28" y="137"/>
                  </a:cubicBezTo>
                  <a:cubicBezTo>
                    <a:pt x="46" y="173"/>
                    <a:pt x="73" y="209"/>
                    <a:pt x="127" y="227"/>
                  </a:cubicBezTo>
                  <a:cubicBezTo>
                    <a:pt x="136" y="173"/>
                    <a:pt x="127" y="137"/>
                    <a:pt x="109" y="91"/>
                  </a:cubicBezTo>
                  <a:cubicBezTo>
                    <a:pt x="91" y="55"/>
                    <a:pt x="64" y="28"/>
                    <a:pt x="9" y="1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7915415" y="2235629"/>
              <a:ext cx="287537" cy="105418"/>
            </a:xfrm>
            <a:custGeom>
              <a:avLst/>
              <a:gdLst/>
              <a:ahLst/>
              <a:cxnLst/>
              <a:rect l="l" t="t" r="r" b="b"/>
              <a:pathLst>
                <a:path w="2463" h="903" extrusionOk="0">
                  <a:moveTo>
                    <a:pt x="0" y="1"/>
                  </a:moveTo>
                  <a:cubicBezTo>
                    <a:pt x="100" y="218"/>
                    <a:pt x="263" y="399"/>
                    <a:pt x="453" y="553"/>
                  </a:cubicBezTo>
                  <a:cubicBezTo>
                    <a:pt x="634" y="707"/>
                    <a:pt x="860" y="806"/>
                    <a:pt x="1096" y="870"/>
                  </a:cubicBezTo>
                  <a:cubicBezTo>
                    <a:pt x="1208" y="891"/>
                    <a:pt x="1324" y="903"/>
                    <a:pt x="1441" y="903"/>
                  </a:cubicBezTo>
                  <a:cubicBezTo>
                    <a:pt x="1569" y="903"/>
                    <a:pt x="1697" y="889"/>
                    <a:pt x="1820" y="861"/>
                  </a:cubicBezTo>
                  <a:cubicBezTo>
                    <a:pt x="2055" y="815"/>
                    <a:pt x="2272" y="707"/>
                    <a:pt x="2463" y="562"/>
                  </a:cubicBezTo>
                  <a:lnTo>
                    <a:pt x="2463" y="562"/>
                  </a:lnTo>
                  <a:cubicBezTo>
                    <a:pt x="2254" y="670"/>
                    <a:pt x="2028" y="752"/>
                    <a:pt x="1802" y="788"/>
                  </a:cubicBezTo>
                  <a:cubicBezTo>
                    <a:pt x="1708" y="799"/>
                    <a:pt x="1613" y="806"/>
                    <a:pt x="1518" y="806"/>
                  </a:cubicBezTo>
                  <a:cubicBezTo>
                    <a:pt x="1384" y="806"/>
                    <a:pt x="1250" y="793"/>
                    <a:pt x="1123" y="761"/>
                  </a:cubicBezTo>
                  <a:cubicBezTo>
                    <a:pt x="896" y="716"/>
                    <a:pt x="688" y="616"/>
                    <a:pt x="498" y="489"/>
                  </a:cubicBezTo>
                  <a:cubicBezTo>
                    <a:pt x="308" y="354"/>
                    <a:pt x="145" y="191"/>
                    <a:pt x="0" y="1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7996786" y="2349804"/>
              <a:ext cx="86740" cy="23349"/>
            </a:xfrm>
            <a:custGeom>
              <a:avLst/>
              <a:gdLst/>
              <a:ahLst/>
              <a:cxnLst/>
              <a:rect l="l" t="t" r="r" b="b"/>
              <a:pathLst>
                <a:path w="743" h="200" extrusionOk="0">
                  <a:moveTo>
                    <a:pt x="0" y="0"/>
                  </a:moveTo>
                  <a:cubicBezTo>
                    <a:pt x="55" y="46"/>
                    <a:pt x="109" y="82"/>
                    <a:pt x="163" y="118"/>
                  </a:cubicBezTo>
                  <a:cubicBezTo>
                    <a:pt x="227" y="145"/>
                    <a:pt x="290" y="163"/>
                    <a:pt x="353" y="181"/>
                  </a:cubicBezTo>
                  <a:cubicBezTo>
                    <a:pt x="417" y="190"/>
                    <a:pt x="489" y="199"/>
                    <a:pt x="553" y="199"/>
                  </a:cubicBezTo>
                  <a:cubicBezTo>
                    <a:pt x="616" y="190"/>
                    <a:pt x="679" y="181"/>
                    <a:pt x="743" y="154"/>
                  </a:cubicBezTo>
                  <a:cubicBezTo>
                    <a:pt x="679" y="145"/>
                    <a:pt x="616" y="145"/>
                    <a:pt x="553" y="136"/>
                  </a:cubicBezTo>
                  <a:cubicBezTo>
                    <a:pt x="489" y="127"/>
                    <a:pt x="426" y="118"/>
                    <a:pt x="371" y="109"/>
                  </a:cubicBezTo>
                  <a:cubicBezTo>
                    <a:pt x="308" y="91"/>
                    <a:pt x="245" y="73"/>
                    <a:pt x="190" y="64"/>
                  </a:cubicBezTo>
                  <a:cubicBezTo>
                    <a:pt x="127" y="46"/>
                    <a:pt x="64" y="18"/>
                    <a:pt x="0" y="0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7839298" y="1810799"/>
              <a:ext cx="175581" cy="58021"/>
            </a:xfrm>
            <a:custGeom>
              <a:avLst/>
              <a:gdLst/>
              <a:ahLst/>
              <a:cxnLst/>
              <a:rect l="l" t="t" r="r" b="b"/>
              <a:pathLst>
                <a:path w="1504" h="497" extrusionOk="0">
                  <a:moveTo>
                    <a:pt x="835" y="0"/>
                  </a:moveTo>
                  <a:cubicBezTo>
                    <a:pt x="788" y="0"/>
                    <a:pt x="742" y="3"/>
                    <a:pt x="698" y="9"/>
                  </a:cubicBezTo>
                  <a:cubicBezTo>
                    <a:pt x="562" y="28"/>
                    <a:pt x="435" y="64"/>
                    <a:pt x="317" y="127"/>
                  </a:cubicBezTo>
                  <a:cubicBezTo>
                    <a:pt x="200" y="181"/>
                    <a:pt x="91" y="263"/>
                    <a:pt x="10" y="363"/>
                  </a:cubicBezTo>
                  <a:cubicBezTo>
                    <a:pt x="0" y="372"/>
                    <a:pt x="0" y="381"/>
                    <a:pt x="0" y="399"/>
                  </a:cubicBezTo>
                  <a:cubicBezTo>
                    <a:pt x="0" y="426"/>
                    <a:pt x="28" y="444"/>
                    <a:pt x="55" y="444"/>
                  </a:cubicBezTo>
                  <a:lnTo>
                    <a:pt x="399" y="444"/>
                  </a:lnTo>
                  <a:cubicBezTo>
                    <a:pt x="507" y="444"/>
                    <a:pt x="607" y="453"/>
                    <a:pt x="707" y="462"/>
                  </a:cubicBezTo>
                  <a:lnTo>
                    <a:pt x="1005" y="489"/>
                  </a:lnTo>
                  <a:cubicBezTo>
                    <a:pt x="1055" y="494"/>
                    <a:pt x="1105" y="496"/>
                    <a:pt x="1158" y="496"/>
                  </a:cubicBezTo>
                  <a:cubicBezTo>
                    <a:pt x="1211" y="496"/>
                    <a:pt x="1268" y="494"/>
                    <a:pt x="1331" y="489"/>
                  </a:cubicBezTo>
                  <a:lnTo>
                    <a:pt x="1340" y="489"/>
                  </a:lnTo>
                  <a:cubicBezTo>
                    <a:pt x="1376" y="489"/>
                    <a:pt x="1413" y="471"/>
                    <a:pt x="1440" y="453"/>
                  </a:cubicBezTo>
                  <a:cubicBezTo>
                    <a:pt x="1494" y="390"/>
                    <a:pt x="1503" y="290"/>
                    <a:pt x="1440" y="227"/>
                  </a:cubicBezTo>
                  <a:cubicBezTo>
                    <a:pt x="1340" y="127"/>
                    <a:pt x="1223" y="64"/>
                    <a:pt x="1087" y="28"/>
                  </a:cubicBezTo>
                  <a:cubicBezTo>
                    <a:pt x="1005" y="10"/>
                    <a:pt x="919" y="0"/>
                    <a:pt x="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8263081" y="1886682"/>
              <a:ext cx="161805" cy="94328"/>
            </a:xfrm>
            <a:custGeom>
              <a:avLst/>
              <a:gdLst/>
              <a:ahLst/>
              <a:cxnLst/>
              <a:rect l="l" t="t" r="r" b="b"/>
              <a:pathLst>
                <a:path w="1386" h="808" extrusionOk="0">
                  <a:moveTo>
                    <a:pt x="372" y="0"/>
                  </a:moveTo>
                  <a:cubicBezTo>
                    <a:pt x="286" y="0"/>
                    <a:pt x="199" y="13"/>
                    <a:pt x="118" y="47"/>
                  </a:cubicBezTo>
                  <a:cubicBezTo>
                    <a:pt x="91" y="66"/>
                    <a:pt x="64" y="93"/>
                    <a:pt x="46" y="120"/>
                  </a:cubicBezTo>
                  <a:cubicBezTo>
                    <a:pt x="1" y="201"/>
                    <a:pt x="28" y="292"/>
                    <a:pt x="109" y="337"/>
                  </a:cubicBezTo>
                  <a:lnTo>
                    <a:pt x="118" y="346"/>
                  </a:lnTo>
                  <a:cubicBezTo>
                    <a:pt x="227" y="401"/>
                    <a:pt x="317" y="428"/>
                    <a:pt x="417" y="464"/>
                  </a:cubicBezTo>
                  <a:lnTo>
                    <a:pt x="698" y="554"/>
                  </a:lnTo>
                  <a:cubicBezTo>
                    <a:pt x="797" y="591"/>
                    <a:pt x="888" y="627"/>
                    <a:pt x="987" y="663"/>
                  </a:cubicBezTo>
                  <a:cubicBezTo>
                    <a:pt x="1087" y="708"/>
                    <a:pt x="1196" y="754"/>
                    <a:pt x="1304" y="808"/>
                  </a:cubicBezTo>
                  <a:lnTo>
                    <a:pt x="1340" y="808"/>
                  </a:lnTo>
                  <a:cubicBezTo>
                    <a:pt x="1368" y="799"/>
                    <a:pt x="1386" y="772"/>
                    <a:pt x="1377" y="745"/>
                  </a:cubicBezTo>
                  <a:cubicBezTo>
                    <a:pt x="1340" y="618"/>
                    <a:pt x="1277" y="500"/>
                    <a:pt x="1196" y="401"/>
                  </a:cubicBezTo>
                  <a:cubicBezTo>
                    <a:pt x="1105" y="301"/>
                    <a:pt x="1005" y="219"/>
                    <a:pt x="888" y="147"/>
                  </a:cubicBezTo>
                  <a:cubicBezTo>
                    <a:pt x="779" y="84"/>
                    <a:pt x="652" y="29"/>
                    <a:pt x="517" y="11"/>
                  </a:cubicBezTo>
                  <a:cubicBezTo>
                    <a:pt x="470" y="5"/>
                    <a:pt x="421" y="0"/>
                    <a:pt x="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8228174" y="2035063"/>
              <a:ext cx="110088" cy="118027"/>
            </a:xfrm>
            <a:custGeom>
              <a:avLst/>
              <a:gdLst/>
              <a:ahLst/>
              <a:cxnLst/>
              <a:rect l="l" t="t" r="r" b="b"/>
              <a:pathLst>
                <a:path w="943" h="1011" extrusionOk="0">
                  <a:moveTo>
                    <a:pt x="504" y="1"/>
                  </a:moveTo>
                  <a:cubicBezTo>
                    <a:pt x="301" y="1"/>
                    <a:pt x="112" y="179"/>
                    <a:pt x="55" y="424"/>
                  </a:cubicBezTo>
                  <a:cubicBezTo>
                    <a:pt x="1" y="696"/>
                    <a:pt x="137" y="958"/>
                    <a:pt x="372" y="1003"/>
                  </a:cubicBezTo>
                  <a:cubicBezTo>
                    <a:pt x="395" y="1008"/>
                    <a:pt x="419" y="1010"/>
                    <a:pt x="442" y="1010"/>
                  </a:cubicBezTo>
                  <a:cubicBezTo>
                    <a:pt x="643" y="1010"/>
                    <a:pt x="830" y="840"/>
                    <a:pt x="879" y="596"/>
                  </a:cubicBezTo>
                  <a:cubicBezTo>
                    <a:pt x="942" y="315"/>
                    <a:pt x="797" y="62"/>
                    <a:pt x="571" y="8"/>
                  </a:cubicBezTo>
                  <a:cubicBezTo>
                    <a:pt x="549" y="3"/>
                    <a:pt x="526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8294835" y="2035881"/>
              <a:ext cx="111022" cy="50550"/>
            </a:xfrm>
            <a:custGeom>
              <a:avLst/>
              <a:gdLst/>
              <a:ahLst/>
              <a:cxnLst/>
              <a:rect l="l" t="t" r="r" b="b"/>
              <a:pathLst>
                <a:path w="951" h="433" extrusionOk="0">
                  <a:moveTo>
                    <a:pt x="0" y="1"/>
                  </a:moveTo>
                  <a:lnTo>
                    <a:pt x="263" y="399"/>
                  </a:lnTo>
                  <a:cubicBezTo>
                    <a:pt x="311" y="423"/>
                    <a:pt x="360" y="433"/>
                    <a:pt x="409" y="433"/>
                  </a:cubicBezTo>
                  <a:cubicBezTo>
                    <a:pt x="693" y="433"/>
                    <a:pt x="951" y="82"/>
                    <a:pt x="951" y="82"/>
                  </a:cubicBezTo>
                  <a:lnTo>
                    <a:pt x="951" y="82"/>
                  </a:lnTo>
                  <a:cubicBezTo>
                    <a:pt x="866" y="112"/>
                    <a:pt x="769" y="123"/>
                    <a:pt x="671" y="123"/>
                  </a:cubicBezTo>
                  <a:cubicBezTo>
                    <a:pt x="346" y="12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7867784" y="1961165"/>
              <a:ext cx="109037" cy="117910"/>
            </a:xfrm>
            <a:custGeom>
              <a:avLst/>
              <a:gdLst/>
              <a:ahLst/>
              <a:cxnLst/>
              <a:rect l="l" t="t" r="r" b="b"/>
              <a:pathLst>
                <a:path w="934" h="1010" extrusionOk="0">
                  <a:moveTo>
                    <a:pt x="501" y="0"/>
                  </a:moveTo>
                  <a:cubicBezTo>
                    <a:pt x="298" y="0"/>
                    <a:pt x="104" y="172"/>
                    <a:pt x="55" y="423"/>
                  </a:cubicBezTo>
                  <a:cubicBezTo>
                    <a:pt x="1" y="695"/>
                    <a:pt x="137" y="957"/>
                    <a:pt x="363" y="1003"/>
                  </a:cubicBezTo>
                  <a:cubicBezTo>
                    <a:pt x="386" y="1007"/>
                    <a:pt x="410" y="1010"/>
                    <a:pt x="433" y="1010"/>
                  </a:cubicBezTo>
                  <a:cubicBezTo>
                    <a:pt x="636" y="1010"/>
                    <a:pt x="830" y="838"/>
                    <a:pt x="879" y="586"/>
                  </a:cubicBezTo>
                  <a:cubicBezTo>
                    <a:pt x="933" y="315"/>
                    <a:pt x="798" y="52"/>
                    <a:pt x="571" y="7"/>
                  </a:cubicBezTo>
                  <a:cubicBezTo>
                    <a:pt x="548" y="2"/>
                    <a:pt x="525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7828674" y="1926025"/>
              <a:ext cx="105885" cy="66660"/>
            </a:xfrm>
            <a:custGeom>
              <a:avLst/>
              <a:gdLst/>
              <a:ahLst/>
              <a:cxnLst/>
              <a:rect l="l" t="t" r="r" b="b"/>
              <a:pathLst>
                <a:path w="907" h="571" extrusionOk="0">
                  <a:moveTo>
                    <a:pt x="1" y="0"/>
                  </a:moveTo>
                  <a:cubicBezTo>
                    <a:pt x="1" y="0"/>
                    <a:pt x="133" y="571"/>
                    <a:pt x="491" y="571"/>
                  </a:cubicBezTo>
                  <a:cubicBezTo>
                    <a:pt x="497" y="571"/>
                    <a:pt x="502" y="571"/>
                    <a:pt x="508" y="570"/>
                  </a:cubicBezTo>
                  <a:lnTo>
                    <a:pt x="906" y="308"/>
                  </a:lnTo>
                  <a:cubicBezTo>
                    <a:pt x="906" y="308"/>
                    <a:pt x="282" y="26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>
              <a:off x="8230276" y="2182394"/>
              <a:ext cx="181885" cy="249946"/>
            </a:xfrm>
            <a:custGeom>
              <a:avLst/>
              <a:gdLst/>
              <a:ahLst/>
              <a:cxnLst/>
              <a:rect l="l" t="t" r="r" b="b"/>
              <a:pathLst>
                <a:path w="1558" h="2141" extrusionOk="0">
                  <a:moveTo>
                    <a:pt x="1189" y="1"/>
                  </a:moveTo>
                  <a:cubicBezTo>
                    <a:pt x="681" y="1"/>
                    <a:pt x="222" y="357"/>
                    <a:pt x="119" y="873"/>
                  </a:cubicBezTo>
                  <a:cubicBezTo>
                    <a:pt x="1" y="1425"/>
                    <a:pt x="327" y="1968"/>
                    <a:pt x="852" y="2140"/>
                  </a:cubicBezTo>
                  <a:cubicBezTo>
                    <a:pt x="1142" y="1452"/>
                    <a:pt x="1377" y="683"/>
                    <a:pt x="1558" y="67"/>
                  </a:cubicBezTo>
                  <a:cubicBezTo>
                    <a:pt x="1504" y="49"/>
                    <a:pt x="1458" y="40"/>
                    <a:pt x="1404" y="22"/>
                  </a:cubicBezTo>
                  <a:cubicBezTo>
                    <a:pt x="1332" y="8"/>
                    <a:pt x="1260" y="1"/>
                    <a:pt x="1189" y="1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>
              <a:off x="7618417" y="2056661"/>
              <a:ext cx="279131" cy="255549"/>
            </a:xfrm>
            <a:custGeom>
              <a:avLst/>
              <a:gdLst/>
              <a:ahLst/>
              <a:cxnLst/>
              <a:rect l="l" t="t" r="r" b="b"/>
              <a:pathLst>
                <a:path w="2391" h="2189" extrusionOk="0">
                  <a:moveTo>
                    <a:pt x="1198" y="0"/>
                  </a:moveTo>
                  <a:cubicBezTo>
                    <a:pt x="689" y="0"/>
                    <a:pt x="230" y="356"/>
                    <a:pt x="127" y="873"/>
                  </a:cubicBezTo>
                  <a:cubicBezTo>
                    <a:pt x="0" y="1470"/>
                    <a:pt x="381" y="2041"/>
                    <a:pt x="978" y="2167"/>
                  </a:cubicBezTo>
                  <a:cubicBezTo>
                    <a:pt x="1050" y="2182"/>
                    <a:pt x="1122" y="2189"/>
                    <a:pt x="1193" y="2189"/>
                  </a:cubicBezTo>
                  <a:cubicBezTo>
                    <a:pt x="1702" y="2189"/>
                    <a:pt x="2160" y="1833"/>
                    <a:pt x="2264" y="1316"/>
                  </a:cubicBezTo>
                  <a:cubicBezTo>
                    <a:pt x="2390" y="728"/>
                    <a:pt x="2010" y="149"/>
                    <a:pt x="1413" y="22"/>
                  </a:cubicBezTo>
                  <a:cubicBezTo>
                    <a:pt x="1341" y="7"/>
                    <a:pt x="1269" y="0"/>
                    <a:pt x="1198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>
              <a:off x="7381659" y="1917269"/>
              <a:ext cx="138573" cy="234769"/>
            </a:xfrm>
            <a:custGeom>
              <a:avLst/>
              <a:gdLst/>
              <a:ahLst/>
              <a:cxnLst/>
              <a:rect l="l" t="t" r="r" b="b"/>
              <a:pathLst>
                <a:path w="1187" h="2011" extrusionOk="0">
                  <a:moveTo>
                    <a:pt x="920" y="669"/>
                  </a:moveTo>
                  <a:cubicBezTo>
                    <a:pt x="925" y="669"/>
                    <a:pt x="930" y="669"/>
                    <a:pt x="934" y="669"/>
                  </a:cubicBezTo>
                  <a:lnTo>
                    <a:pt x="934" y="669"/>
                  </a:lnTo>
                  <a:cubicBezTo>
                    <a:pt x="975" y="869"/>
                    <a:pt x="1008" y="1070"/>
                    <a:pt x="1033" y="1279"/>
                  </a:cubicBezTo>
                  <a:cubicBezTo>
                    <a:pt x="1051" y="1388"/>
                    <a:pt x="1060" y="1496"/>
                    <a:pt x="1078" y="1605"/>
                  </a:cubicBezTo>
                  <a:cubicBezTo>
                    <a:pt x="1087" y="1714"/>
                    <a:pt x="1087" y="1822"/>
                    <a:pt x="1015" y="1877"/>
                  </a:cubicBezTo>
                  <a:cubicBezTo>
                    <a:pt x="980" y="1903"/>
                    <a:pt x="937" y="1914"/>
                    <a:pt x="893" y="1914"/>
                  </a:cubicBezTo>
                  <a:cubicBezTo>
                    <a:pt x="845" y="1914"/>
                    <a:pt x="795" y="1900"/>
                    <a:pt x="752" y="1877"/>
                  </a:cubicBezTo>
                  <a:cubicBezTo>
                    <a:pt x="671" y="1822"/>
                    <a:pt x="598" y="1741"/>
                    <a:pt x="544" y="1650"/>
                  </a:cubicBezTo>
                  <a:cubicBezTo>
                    <a:pt x="435" y="1469"/>
                    <a:pt x="408" y="1234"/>
                    <a:pt x="480" y="1026"/>
                  </a:cubicBezTo>
                  <a:cubicBezTo>
                    <a:pt x="517" y="926"/>
                    <a:pt x="580" y="836"/>
                    <a:pt x="662" y="763"/>
                  </a:cubicBezTo>
                  <a:cubicBezTo>
                    <a:pt x="738" y="709"/>
                    <a:pt x="828" y="669"/>
                    <a:pt x="920" y="669"/>
                  </a:cubicBezTo>
                  <a:close/>
                  <a:moveTo>
                    <a:pt x="597" y="0"/>
                  </a:moveTo>
                  <a:cubicBezTo>
                    <a:pt x="499" y="0"/>
                    <a:pt x="406" y="46"/>
                    <a:pt x="336" y="102"/>
                  </a:cubicBezTo>
                  <a:cubicBezTo>
                    <a:pt x="245" y="175"/>
                    <a:pt x="173" y="265"/>
                    <a:pt x="127" y="374"/>
                  </a:cubicBezTo>
                  <a:cubicBezTo>
                    <a:pt x="28" y="582"/>
                    <a:pt x="1" y="817"/>
                    <a:pt x="64" y="1035"/>
                  </a:cubicBezTo>
                  <a:cubicBezTo>
                    <a:pt x="28" y="817"/>
                    <a:pt x="64" y="582"/>
                    <a:pt x="173" y="392"/>
                  </a:cubicBezTo>
                  <a:cubicBezTo>
                    <a:pt x="227" y="301"/>
                    <a:pt x="290" y="211"/>
                    <a:pt x="381" y="157"/>
                  </a:cubicBezTo>
                  <a:cubicBezTo>
                    <a:pt x="444" y="108"/>
                    <a:pt x="523" y="75"/>
                    <a:pt x="597" y="75"/>
                  </a:cubicBezTo>
                  <a:cubicBezTo>
                    <a:pt x="619" y="75"/>
                    <a:pt x="641" y="78"/>
                    <a:pt x="662" y="84"/>
                  </a:cubicBezTo>
                  <a:cubicBezTo>
                    <a:pt x="752" y="120"/>
                    <a:pt x="815" y="202"/>
                    <a:pt x="852" y="301"/>
                  </a:cubicBezTo>
                  <a:cubicBezTo>
                    <a:pt x="888" y="401"/>
                    <a:pt x="906" y="510"/>
                    <a:pt x="924" y="618"/>
                  </a:cubicBezTo>
                  <a:cubicBezTo>
                    <a:pt x="927" y="634"/>
                    <a:pt x="931" y="650"/>
                    <a:pt x="934" y="666"/>
                  </a:cubicBezTo>
                  <a:lnTo>
                    <a:pt x="934" y="666"/>
                  </a:lnTo>
                  <a:cubicBezTo>
                    <a:pt x="920" y="664"/>
                    <a:pt x="907" y="664"/>
                    <a:pt x="894" y="664"/>
                  </a:cubicBezTo>
                  <a:cubicBezTo>
                    <a:pt x="808" y="664"/>
                    <a:pt x="722" y="696"/>
                    <a:pt x="652" y="745"/>
                  </a:cubicBezTo>
                  <a:cubicBezTo>
                    <a:pt x="553" y="808"/>
                    <a:pt x="480" y="908"/>
                    <a:pt x="435" y="1008"/>
                  </a:cubicBezTo>
                  <a:cubicBezTo>
                    <a:pt x="345" y="1225"/>
                    <a:pt x="363" y="1478"/>
                    <a:pt x="471" y="1687"/>
                  </a:cubicBezTo>
                  <a:cubicBezTo>
                    <a:pt x="526" y="1795"/>
                    <a:pt x="598" y="1886"/>
                    <a:pt x="707" y="1949"/>
                  </a:cubicBezTo>
                  <a:cubicBezTo>
                    <a:pt x="759" y="1987"/>
                    <a:pt x="827" y="2010"/>
                    <a:pt x="896" y="2010"/>
                  </a:cubicBezTo>
                  <a:cubicBezTo>
                    <a:pt x="959" y="2010"/>
                    <a:pt x="1022" y="1992"/>
                    <a:pt x="1078" y="1949"/>
                  </a:cubicBezTo>
                  <a:cubicBezTo>
                    <a:pt x="1132" y="1913"/>
                    <a:pt x="1159" y="1840"/>
                    <a:pt x="1168" y="1777"/>
                  </a:cubicBezTo>
                  <a:cubicBezTo>
                    <a:pt x="1187" y="1714"/>
                    <a:pt x="1178" y="1659"/>
                    <a:pt x="1178" y="1596"/>
                  </a:cubicBezTo>
                  <a:cubicBezTo>
                    <a:pt x="1168" y="1487"/>
                    <a:pt x="1150" y="1379"/>
                    <a:pt x="1141" y="1261"/>
                  </a:cubicBezTo>
                  <a:cubicBezTo>
                    <a:pt x="1105" y="1044"/>
                    <a:pt x="1069" y="817"/>
                    <a:pt x="1024" y="600"/>
                  </a:cubicBezTo>
                  <a:cubicBezTo>
                    <a:pt x="996" y="492"/>
                    <a:pt x="978" y="383"/>
                    <a:pt x="933" y="265"/>
                  </a:cubicBezTo>
                  <a:cubicBezTo>
                    <a:pt x="897" y="157"/>
                    <a:pt x="815" y="39"/>
                    <a:pt x="680" y="12"/>
                  </a:cubicBezTo>
                  <a:cubicBezTo>
                    <a:pt x="652" y="4"/>
                    <a:pt x="624" y="0"/>
                    <a:pt x="597" y="0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7250671" y="1076599"/>
              <a:ext cx="1306349" cy="1323977"/>
            </a:xfrm>
            <a:custGeom>
              <a:avLst/>
              <a:gdLst/>
              <a:ahLst/>
              <a:cxnLst/>
              <a:rect l="l" t="t" r="r" b="b"/>
              <a:pathLst>
                <a:path w="11190" h="11341" extrusionOk="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7302389" y="1468390"/>
              <a:ext cx="1237704" cy="450276"/>
            </a:xfrm>
            <a:custGeom>
              <a:avLst/>
              <a:gdLst/>
              <a:ahLst/>
              <a:cxnLst/>
              <a:rect l="l" t="t" r="r" b="b"/>
              <a:pathLst>
                <a:path w="10602" h="3857" extrusionOk="0">
                  <a:moveTo>
                    <a:pt x="942" y="0"/>
                  </a:moveTo>
                  <a:cubicBezTo>
                    <a:pt x="535" y="462"/>
                    <a:pt x="218" y="996"/>
                    <a:pt x="1" y="1576"/>
                  </a:cubicBezTo>
                  <a:cubicBezTo>
                    <a:pt x="82" y="1621"/>
                    <a:pt x="173" y="1675"/>
                    <a:pt x="263" y="1720"/>
                  </a:cubicBezTo>
                  <a:cubicBezTo>
                    <a:pt x="897" y="2028"/>
                    <a:pt x="1639" y="2146"/>
                    <a:pt x="2300" y="2426"/>
                  </a:cubicBezTo>
                  <a:cubicBezTo>
                    <a:pt x="2943" y="2689"/>
                    <a:pt x="3577" y="2933"/>
                    <a:pt x="4210" y="3142"/>
                  </a:cubicBezTo>
                  <a:cubicBezTo>
                    <a:pt x="4581" y="2816"/>
                    <a:pt x="4871" y="2408"/>
                    <a:pt x="5061" y="1956"/>
                  </a:cubicBezTo>
                  <a:cubicBezTo>
                    <a:pt x="5333" y="2073"/>
                    <a:pt x="5622" y="2164"/>
                    <a:pt x="5912" y="2218"/>
                  </a:cubicBezTo>
                  <a:cubicBezTo>
                    <a:pt x="5912" y="2218"/>
                    <a:pt x="6741" y="2728"/>
                    <a:pt x="7825" y="2728"/>
                  </a:cubicBezTo>
                  <a:cubicBezTo>
                    <a:pt x="8236" y="2728"/>
                    <a:pt x="8682" y="2655"/>
                    <a:pt x="9135" y="2454"/>
                  </a:cubicBezTo>
                  <a:cubicBezTo>
                    <a:pt x="9298" y="2761"/>
                    <a:pt x="9533" y="3277"/>
                    <a:pt x="9687" y="3857"/>
                  </a:cubicBezTo>
                  <a:cubicBezTo>
                    <a:pt x="9968" y="3857"/>
                    <a:pt x="10248" y="3848"/>
                    <a:pt x="10538" y="3839"/>
                  </a:cubicBezTo>
                  <a:cubicBezTo>
                    <a:pt x="10601" y="3368"/>
                    <a:pt x="10592" y="2879"/>
                    <a:pt x="10511" y="2417"/>
                  </a:cubicBezTo>
                  <a:cubicBezTo>
                    <a:pt x="9497" y="2264"/>
                    <a:pt x="8492" y="2092"/>
                    <a:pt x="7478" y="1856"/>
                  </a:cubicBezTo>
                  <a:cubicBezTo>
                    <a:pt x="5876" y="1485"/>
                    <a:pt x="4283" y="1041"/>
                    <a:pt x="2707" y="562"/>
                  </a:cubicBezTo>
                  <a:cubicBezTo>
                    <a:pt x="2128" y="381"/>
                    <a:pt x="1531" y="209"/>
                    <a:pt x="942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1"/>
          <p:cNvSpPr txBox="1">
            <a:spLocks noGrp="1"/>
          </p:cNvSpPr>
          <p:nvPr>
            <p:ph type="subTitle" idx="1"/>
          </p:nvPr>
        </p:nvSpPr>
        <p:spPr>
          <a:xfrm>
            <a:off x="631144" y="3501105"/>
            <a:ext cx="4771800" cy="99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Scientific Computing Department</a:t>
            </a:r>
            <a:br>
              <a:rPr lang="en-US"/>
            </a:br>
            <a:r>
              <a:rPr lang="en-US"/>
              <a:t>Faculty Of Computer &amp; Information Science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Ain Shams University</a:t>
            </a:r>
            <a:endParaRPr/>
          </a:p>
        </p:txBody>
      </p:sp>
      <p:pic>
        <p:nvPicPr>
          <p:cNvPr id="373" name="Google Shape;373;p1" descr="No photo description available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049" y="230110"/>
            <a:ext cx="1110681" cy="1159012"/>
          </a:xfrm>
          <a:prstGeom prst="rect">
            <a:avLst/>
          </a:prstGeom>
          <a:noFill/>
          <a:ln w="2286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"/>
          <p:cNvSpPr txBox="1">
            <a:spLocks noGrp="1"/>
          </p:cNvSpPr>
          <p:nvPr>
            <p:ph type="title"/>
          </p:nvPr>
        </p:nvSpPr>
        <p:spPr>
          <a:xfrm>
            <a:off x="3196142" y="246320"/>
            <a:ext cx="298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Under Supervision</a:t>
            </a:r>
            <a:endParaRPr/>
          </a:p>
        </p:txBody>
      </p:sp>
      <p:sp>
        <p:nvSpPr>
          <p:cNvPr id="379" name="Google Shape;379;p2"/>
          <p:cNvSpPr txBox="1"/>
          <p:nvPr/>
        </p:nvSpPr>
        <p:spPr>
          <a:xfrm>
            <a:off x="350789" y="1832140"/>
            <a:ext cx="2845353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Team members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"/>
          <p:cNvSpPr txBox="1"/>
          <p:nvPr/>
        </p:nvSpPr>
        <p:spPr>
          <a:xfrm>
            <a:off x="3196142" y="686740"/>
            <a:ext cx="2988600" cy="70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Dr. Manal Mohsen Tantawi</a:t>
            </a:r>
            <a:endParaRPr sz="1600" b="0" i="0" u="none" strike="noStrike" cap="non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139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TA. Radwa Reda Hossieny</a:t>
            </a:r>
            <a:endParaRPr sz="1600" b="0" i="0" u="none" strike="noStrike" cap="non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1" name="Google Shape;381;p2"/>
          <p:cNvSpPr txBox="1"/>
          <p:nvPr/>
        </p:nvSpPr>
        <p:spPr>
          <a:xfrm>
            <a:off x="681305" y="2264320"/>
            <a:ext cx="67941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lang="en-US" sz="1400" b="0" i="0" u="none" strike="noStrike" cap="non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Ahmed Shaaban Abdo Hassan</a:t>
            </a:r>
            <a:endParaRPr sz="1400" b="0" i="0" u="none" strike="noStrike" cap="non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lang="en-US" sz="1400" b="0" i="0" u="none" strike="noStrike" cap="non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Ammar Yasser Mahmoud Saad</a:t>
            </a:r>
            <a:endParaRPr sz="1400" b="0" i="0" u="none" strike="noStrike" cap="non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lang="en-US" sz="1400" b="0" i="0" u="none" strike="noStrike" cap="non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Ehab Mohamed Abd Elmonem Mohamed </a:t>
            </a:r>
            <a:endParaRPr sz="1400" b="0" i="0" u="none" strike="noStrike" cap="non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lang="en-US" sz="1400" b="0" i="0" u="none" strike="noStrike" cap="non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MennatAllah Wael Saed Abd Elwahab</a:t>
            </a:r>
            <a:endParaRPr sz="1400" b="0" i="0" u="none" strike="noStrike" cap="non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lang="en-US" sz="1400" b="0" i="0" u="none" strike="noStrike" cap="non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Mohamed Hesham Eldesouky Mohamed</a:t>
            </a:r>
            <a:endParaRPr sz="1400" b="0" i="0" u="none" strike="noStrike" cap="non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lang="en-US" sz="1400" b="0" i="0" u="none" strike="noStrike" cap="non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Nada Mohamed Taalab Abdullah</a:t>
            </a:r>
            <a:endParaRPr sz="1400" b="0" i="0" u="none" strike="noStrike" cap="non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3"/>
          <p:cNvGrpSpPr/>
          <p:nvPr/>
        </p:nvGrpSpPr>
        <p:grpSpPr>
          <a:xfrm>
            <a:off x="6680275" y="1367119"/>
            <a:ext cx="1605009" cy="1777342"/>
            <a:chOff x="6680275" y="1367119"/>
            <a:chExt cx="1605009" cy="1777342"/>
          </a:xfrm>
        </p:grpSpPr>
        <p:sp>
          <p:nvSpPr>
            <p:cNvPr id="387" name="Google Shape;387;p3"/>
            <p:cNvSpPr/>
            <p:nvPr/>
          </p:nvSpPr>
          <p:spPr>
            <a:xfrm>
              <a:off x="7282598" y="1367119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6680275" y="2571751"/>
              <a:ext cx="574085" cy="572710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9" name="Google Shape;389;p3"/>
          <p:cNvSpPr txBox="1">
            <a:spLocks noGrp="1"/>
          </p:cNvSpPr>
          <p:nvPr>
            <p:ph type="title"/>
          </p:nvPr>
        </p:nvSpPr>
        <p:spPr>
          <a:xfrm>
            <a:off x="447591" y="9390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>
                <a:solidFill>
                  <a:schemeClr val="accent2"/>
                </a:solidFill>
              </a:rPr>
              <a:t>Table of content</a:t>
            </a:r>
            <a:endParaRPr sz="2800">
              <a:solidFill>
                <a:schemeClr val="accent2"/>
              </a:solidFill>
            </a:endParaRPr>
          </a:p>
        </p:txBody>
      </p:sp>
      <p:sp>
        <p:nvSpPr>
          <p:cNvPr id="390" name="Google Shape;390;p3"/>
          <p:cNvSpPr txBox="1">
            <a:spLocks noGrp="1"/>
          </p:cNvSpPr>
          <p:nvPr>
            <p:ph type="title" idx="2"/>
          </p:nvPr>
        </p:nvSpPr>
        <p:spPr>
          <a:xfrm>
            <a:off x="345569" y="1268617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01</a:t>
            </a:r>
            <a:endParaRPr sz="2200"/>
          </a:p>
        </p:txBody>
      </p:sp>
      <p:sp>
        <p:nvSpPr>
          <p:cNvPr id="391" name="Google Shape;391;p3"/>
          <p:cNvSpPr txBox="1">
            <a:spLocks noGrp="1"/>
          </p:cNvSpPr>
          <p:nvPr>
            <p:ph type="title" idx="3"/>
          </p:nvPr>
        </p:nvSpPr>
        <p:spPr>
          <a:xfrm>
            <a:off x="3803347" y="2069651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06</a:t>
            </a:r>
            <a:endParaRPr sz="2200"/>
          </a:p>
        </p:txBody>
      </p:sp>
      <p:sp>
        <p:nvSpPr>
          <p:cNvPr id="392" name="Google Shape;392;p3"/>
          <p:cNvSpPr txBox="1">
            <a:spLocks noGrp="1"/>
          </p:cNvSpPr>
          <p:nvPr>
            <p:ph type="title" idx="4"/>
          </p:nvPr>
        </p:nvSpPr>
        <p:spPr>
          <a:xfrm>
            <a:off x="3803357" y="127175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05</a:t>
            </a:r>
            <a:endParaRPr sz="2200"/>
          </a:p>
        </p:txBody>
      </p:sp>
      <p:sp>
        <p:nvSpPr>
          <p:cNvPr id="393" name="Google Shape;393;p3"/>
          <p:cNvSpPr txBox="1">
            <a:spLocks noGrp="1"/>
          </p:cNvSpPr>
          <p:nvPr>
            <p:ph type="title" idx="5"/>
          </p:nvPr>
        </p:nvSpPr>
        <p:spPr>
          <a:xfrm>
            <a:off x="366597" y="2852122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03</a:t>
            </a:r>
            <a:endParaRPr sz="2200"/>
          </a:p>
        </p:txBody>
      </p:sp>
      <p:sp>
        <p:nvSpPr>
          <p:cNvPr id="394" name="Google Shape;394;p3"/>
          <p:cNvSpPr txBox="1">
            <a:spLocks noGrp="1"/>
          </p:cNvSpPr>
          <p:nvPr>
            <p:ph type="title" idx="6"/>
          </p:nvPr>
        </p:nvSpPr>
        <p:spPr>
          <a:xfrm>
            <a:off x="345569" y="2006785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02</a:t>
            </a:r>
            <a:endParaRPr sz="2200"/>
          </a:p>
        </p:txBody>
      </p:sp>
      <p:sp>
        <p:nvSpPr>
          <p:cNvPr id="395" name="Google Shape;395;p3"/>
          <p:cNvSpPr txBox="1">
            <a:spLocks noGrp="1"/>
          </p:cNvSpPr>
          <p:nvPr>
            <p:ph type="subTitle" idx="1"/>
          </p:nvPr>
        </p:nvSpPr>
        <p:spPr>
          <a:xfrm>
            <a:off x="772197" y="1268720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56A3F3"/>
                </a:solidFill>
              </a:rPr>
              <a:t>Recap of Previous Seminar</a:t>
            </a:r>
            <a:endParaRPr>
              <a:solidFill>
                <a:srgbClr val="56A3F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396" name="Google Shape;396;p3"/>
          <p:cNvSpPr txBox="1">
            <a:spLocks noGrp="1"/>
          </p:cNvSpPr>
          <p:nvPr>
            <p:ph type="subTitle" idx="8"/>
          </p:nvPr>
        </p:nvSpPr>
        <p:spPr>
          <a:xfrm>
            <a:off x="4391851" y="1264321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Summary </a:t>
            </a:r>
            <a:endParaRPr/>
          </a:p>
        </p:txBody>
      </p:sp>
      <p:sp>
        <p:nvSpPr>
          <p:cNvPr id="397" name="Google Shape;397;p3"/>
          <p:cNvSpPr txBox="1">
            <a:spLocks noGrp="1"/>
          </p:cNvSpPr>
          <p:nvPr>
            <p:ph type="subTitle" idx="9"/>
          </p:nvPr>
        </p:nvSpPr>
        <p:spPr>
          <a:xfrm>
            <a:off x="822805" y="2025688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56A3F3"/>
                </a:solidFill>
              </a:rPr>
              <a:t>Implementation Techniques </a:t>
            </a:r>
            <a:endParaRPr>
              <a:solidFill>
                <a:srgbClr val="56A3F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56A3F3"/>
              </a:solidFill>
            </a:endParaRPr>
          </a:p>
        </p:txBody>
      </p:sp>
      <p:sp>
        <p:nvSpPr>
          <p:cNvPr id="398" name="Google Shape;398;p3"/>
          <p:cNvSpPr txBox="1">
            <a:spLocks noGrp="1"/>
          </p:cNvSpPr>
          <p:nvPr>
            <p:ph type="subTitle" idx="13"/>
          </p:nvPr>
        </p:nvSpPr>
        <p:spPr>
          <a:xfrm>
            <a:off x="4357851" y="2050131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56A3F3"/>
                </a:solidFill>
              </a:rPr>
              <a:t>What is the next?</a:t>
            </a:r>
            <a:endParaRPr/>
          </a:p>
        </p:txBody>
      </p:sp>
      <p:sp>
        <p:nvSpPr>
          <p:cNvPr id="399" name="Google Shape;399;p3"/>
          <p:cNvSpPr txBox="1">
            <a:spLocks noGrp="1"/>
          </p:cNvSpPr>
          <p:nvPr>
            <p:ph type="subTitle" idx="14"/>
          </p:nvPr>
        </p:nvSpPr>
        <p:spPr>
          <a:xfrm>
            <a:off x="822805" y="2835915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Experimental Results</a:t>
            </a:r>
            <a:endParaRPr/>
          </a:p>
        </p:txBody>
      </p:sp>
      <p:sp>
        <p:nvSpPr>
          <p:cNvPr id="400" name="Google Shape;400;p3"/>
          <p:cNvSpPr txBox="1">
            <a:spLocks noGrp="1"/>
          </p:cNvSpPr>
          <p:nvPr>
            <p:ph type="subTitle" idx="15"/>
          </p:nvPr>
        </p:nvSpPr>
        <p:spPr>
          <a:xfrm>
            <a:off x="839667" y="3505042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Demo</a:t>
            </a:r>
            <a:endParaRPr/>
          </a:p>
        </p:txBody>
      </p:sp>
      <p:grpSp>
        <p:nvGrpSpPr>
          <p:cNvPr id="401" name="Google Shape;401;p3"/>
          <p:cNvGrpSpPr/>
          <p:nvPr/>
        </p:nvGrpSpPr>
        <p:grpSpPr>
          <a:xfrm flipH="1">
            <a:off x="5995324" y="2185625"/>
            <a:ext cx="3148675" cy="2957870"/>
            <a:chOff x="5701400" y="1624300"/>
            <a:chExt cx="3810739" cy="3519195"/>
          </a:xfrm>
        </p:grpSpPr>
        <p:sp>
          <p:nvSpPr>
            <p:cNvPr id="402" name="Google Shape;402;p3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6462709" y="2227961"/>
              <a:ext cx="127528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4" name="Google Shape;434;p3"/>
          <p:cNvSpPr txBox="1"/>
          <p:nvPr/>
        </p:nvSpPr>
        <p:spPr>
          <a:xfrm>
            <a:off x="366598" y="3512547"/>
            <a:ext cx="7059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3000"/>
              <a:buFont typeface="Montserrat"/>
              <a:buNone/>
            </a:pPr>
            <a:r>
              <a:rPr lang="en-US" sz="2200" b="1" i="0" u="none" strike="noStrike" cap="none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2200" b="1" i="0" u="none" strike="noStrike" cap="none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3"/>
          <p:cNvSpPr txBox="1">
            <a:spLocks noGrp="1"/>
          </p:cNvSpPr>
          <p:nvPr>
            <p:ph type="title" idx="3"/>
          </p:nvPr>
        </p:nvSpPr>
        <p:spPr>
          <a:xfrm>
            <a:off x="3837347" y="3524576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08</a:t>
            </a:r>
            <a:endParaRPr sz="2200"/>
          </a:p>
        </p:txBody>
      </p:sp>
      <p:sp>
        <p:nvSpPr>
          <p:cNvPr id="436" name="Google Shape;436;p3"/>
          <p:cNvSpPr txBox="1">
            <a:spLocks noGrp="1"/>
          </p:cNvSpPr>
          <p:nvPr>
            <p:ph type="title" idx="4"/>
          </p:nvPr>
        </p:nvSpPr>
        <p:spPr>
          <a:xfrm>
            <a:off x="3803357" y="2835925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07</a:t>
            </a:r>
            <a:endParaRPr sz="2200"/>
          </a:p>
        </p:txBody>
      </p:sp>
      <p:sp>
        <p:nvSpPr>
          <p:cNvPr id="437" name="Google Shape;437;p3"/>
          <p:cNvSpPr txBox="1">
            <a:spLocks noGrp="1"/>
          </p:cNvSpPr>
          <p:nvPr>
            <p:ph type="subTitle" idx="8"/>
          </p:nvPr>
        </p:nvSpPr>
        <p:spPr>
          <a:xfrm>
            <a:off x="4391851" y="2828496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Time Plan</a:t>
            </a:r>
            <a:endParaRPr/>
          </a:p>
        </p:txBody>
      </p:sp>
      <p:sp>
        <p:nvSpPr>
          <p:cNvPr id="438" name="Google Shape;438;p3"/>
          <p:cNvSpPr txBox="1">
            <a:spLocks noGrp="1"/>
          </p:cNvSpPr>
          <p:nvPr>
            <p:ph type="subTitle" idx="13"/>
          </p:nvPr>
        </p:nvSpPr>
        <p:spPr>
          <a:xfrm>
            <a:off x="4391851" y="3505056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56A3F3"/>
                </a:solidFill>
              </a:rPr>
              <a:t>Tools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"/>
          <p:cNvSpPr txBox="1">
            <a:spLocks noGrp="1"/>
          </p:cNvSpPr>
          <p:nvPr>
            <p:ph type="title"/>
          </p:nvPr>
        </p:nvSpPr>
        <p:spPr>
          <a:xfrm flipH="1">
            <a:off x="2471653" y="2179350"/>
            <a:ext cx="5959122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Problem Definition</a:t>
            </a:r>
            <a:endParaRPr/>
          </a:p>
        </p:txBody>
      </p:sp>
      <p:grpSp>
        <p:nvGrpSpPr>
          <p:cNvPr id="444" name="Google Shape;444;p4"/>
          <p:cNvGrpSpPr/>
          <p:nvPr/>
        </p:nvGrpSpPr>
        <p:grpSpPr>
          <a:xfrm>
            <a:off x="-98813" y="1379450"/>
            <a:ext cx="3370076" cy="3916551"/>
            <a:chOff x="-98813" y="1379450"/>
            <a:chExt cx="3370076" cy="3916551"/>
          </a:xfrm>
        </p:grpSpPr>
        <p:sp>
          <p:nvSpPr>
            <p:cNvPr id="445" name="Google Shape;445;p4"/>
            <p:cNvSpPr/>
            <p:nvPr/>
          </p:nvSpPr>
          <p:spPr>
            <a:xfrm rot="-1738578" flipH="1">
              <a:off x="841101" y="3006392"/>
              <a:ext cx="711304" cy="86295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 flipH="1">
              <a:off x="494364" y="2338580"/>
              <a:ext cx="887179" cy="1103662"/>
            </a:xfrm>
            <a:custGeom>
              <a:avLst/>
              <a:gdLst/>
              <a:ahLst/>
              <a:cxnLst/>
              <a:rect l="l" t="t" r="r" b="b"/>
              <a:pathLst>
                <a:path w="7307" h="9090" extrusionOk="0">
                  <a:moveTo>
                    <a:pt x="5278" y="0"/>
                  </a:moveTo>
                  <a:lnTo>
                    <a:pt x="1603" y="1159"/>
                  </a:lnTo>
                  <a:lnTo>
                    <a:pt x="2979" y="5522"/>
                  </a:lnTo>
                  <a:cubicBezTo>
                    <a:pt x="2381" y="5767"/>
                    <a:pt x="1847" y="6156"/>
                    <a:pt x="1413" y="6663"/>
                  </a:cubicBezTo>
                  <a:cubicBezTo>
                    <a:pt x="996" y="7152"/>
                    <a:pt x="508" y="7686"/>
                    <a:pt x="1" y="8111"/>
                  </a:cubicBezTo>
                  <a:cubicBezTo>
                    <a:pt x="182" y="8265"/>
                    <a:pt x="372" y="8401"/>
                    <a:pt x="490" y="8510"/>
                  </a:cubicBezTo>
                  <a:cubicBezTo>
                    <a:pt x="915" y="8872"/>
                    <a:pt x="1331" y="9080"/>
                    <a:pt x="1893" y="9089"/>
                  </a:cubicBezTo>
                  <a:cubicBezTo>
                    <a:pt x="1900" y="9089"/>
                    <a:pt x="1908" y="9089"/>
                    <a:pt x="1915" y="9089"/>
                  </a:cubicBezTo>
                  <a:cubicBezTo>
                    <a:pt x="3072" y="9089"/>
                    <a:pt x="3990" y="8406"/>
                    <a:pt x="4943" y="7840"/>
                  </a:cubicBezTo>
                  <a:cubicBezTo>
                    <a:pt x="5269" y="7650"/>
                    <a:pt x="5586" y="7441"/>
                    <a:pt x="5894" y="7233"/>
                  </a:cubicBezTo>
                  <a:cubicBezTo>
                    <a:pt x="6319" y="6717"/>
                    <a:pt x="6709" y="6174"/>
                    <a:pt x="7089" y="5622"/>
                  </a:cubicBezTo>
                  <a:cubicBezTo>
                    <a:pt x="7161" y="5522"/>
                    <a:pt x="7234" y="5414"/>
                    <a:pt x="7306" y="5305"/>
                  </a:cubicBezTo>
                  <a:lnTo>
                    <a:pt x="6953" y="5287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215770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1198556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 rot="252422">
              <a:off x="664110" y="2687103"/>
              <a:ext cx="405225" cy="248896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575042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 flipH="1">
              <a:off x="170493" y="3556126"/>
              <a:ext cx="1398215" cy="1344671"/>
            </a:xfrm>
            <a:custGeom>
              <a:avLst/>
              <a:gdLst/>
              <a:ahLst/>
              <a:cxnLst/>
              <a:rect l="l" t="t" r="r" b="b"/>
              <a:pathLst>
                <a:path w="11516" h="11075" extrusionOk="0">
                  <a:moveTo>
                    <a:pt x="10364" y="0"/>
                  </a:moveTo>
                  <a:cubicBezTo>
                    <a:pt x="10335" y="0"/>
                    <a:pt x="10305" y="3"/>
                    <a:pt x="10276" y="8"/>
                  </a:cubicBezTo>
                  <a:cubicBezTo>
                    <a:pt x="10031" y="54"/>
                    <a:pt x="9877" y="298"/>
                    <a:pt x="9760" y="524"/>
                  </a:cubicBezTo>
                  <a:cubicBezTo>
                    <a:pt x="9045" y="1991"/>
                    <a:pt x="8845" y="3693"/>
                    <a:pt x="7994" y="5078"/>
                  </a:cubicBezTo>
                  <a:cubicBezTo>
                    <a:pt x="7732" y="5503"/>
                    <a:pt x="7388" y="5911"/>
                    <a:pt x="6908" y="6038"/>
                  </a:cubicBezTo>
                  <a:cubicBezTo>
                    <a:pt x="6793" y="6070"/>
                    <a:pt x="6677" y="6084"/>
                    <a:pt x="6560" y="6084"/>
                  </a:cubicBezTo>
                  <a:cubicBezTo>
                    <a:pt x="6115" y="6084"/>
                    <a:pt x="5664" y="5876"/>
                    <a:pt x="5270" y="5639"/>
                  </a:cubicBezTo>
                  <a:cubicBezTo>
                    <a:pt x="3658" y="4680"/>
                    <a:pt x="2264" y="3249"/>
                    <a:pt x="436" y="2824"/>
                  </a:cubicBezTo>
                  <a:cubicBezTo>
                    <a:pt x="300" y="2788"/>
                    <a:pt x="155" y="2760"/>
                    <a:pt x="1" y="2760"/>
                  </a:cubicBezTo>
                  <a:cubicBezTo>
                    <a:pt x="481" y="4354"/>
                    <a:pt x="1169" y="6273"/>
                    <a:pt x="1540" y="7432"/>
                  </a:cubicBezTo>
                  <a:cubicBezTo>
                    <a:pt x="1630" y="7694"/>
                    <a:pt x="1694" y="7920"/>
                    <a:pt x="1739" y="8092"/>
                  </a:cubicBezTo>
                  <a:cubicBezTo>
                    <a:pt x="1821" y="8192"/>
                    <a:pt x="1893" y="8292"/>
                    <a:pt x="1974" y="8382"/>
                  </a:cubicBezTo>
                  <a:cubicBezTo>
                    <a:pt x="2780" y="9360"/>
                    <a:pt x="3776" y="10202"/>
                    <a:pt x="4944" y="10681"/>
                  </a:cubicBezTo>
                  <a:cubicBezTo>
                    <a:pt x="5559" y="10934"/>
                    <a:pt x="6228" y="11074"/>
                    <a:pt x="6892" y="11074"/>
                  </a:cubicBezTo>
                  <a:cubicBezTo>
                    <a:pt x="7488" y="11074"/>
                    <a:pt x="8080" y="10962"/>
                    <a:pt x="8628" y="10718"/>
                  </a:cubicBezTo>
                  <a:cubicBezTo>
                    <a:pt x="9660" y="10256"/>
                    <a:pt x="10421" y="9378"/>
                    <a:pt x="11244" y="8572"/>
                  </a:cubicBezTo>
                  <a:cubicBezTo>
                    <a:pt x="11253" y="7911"/>
                    <a:pt x="11344" y="3150"/>
                    <a:pt x="11516" y="1068"/>
                  </a:cubicBezTo>
                  <a:cubicBezTo>
                    <a:pt x="11362" y="832"/>
                    <a:pt x="11190" y="606"/>
                    <a:pt x="11000" y="389"/>
                  </a:cubicBezTo>
                  <a:cubicBezTo>
                    <a:pt x="10830" y="194"/>
                    <a:pt x="10609" y="0"/>
                    <a:pt x="10364" y="0"/>
                  </a:cubicBezTo>
                  <a:close/>
                </a:path>
              </a:pathLst>
            </a:custGeom>
            <a:solidFill>
              <a:srgbClr val="002D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 flipH="1">
              <a:off x="-98813" y="2970175"/>
              <a:ext cx="1737813" cy="2325826"/>
            </a:xfrm>
            <a:custGeom>
              <a:avLst/>
              <a:gdLst/>
              <a:ahLst/>
              <a:cxnLst/>
              <a:rect l="l" t="t" r="r" b="b"/>
              <a:pathLst>
                <a:path w="14313" h="19156" extrusionOk="0">
                  <a:moveTo>
                    <a:pt x="9272" y="0"/>
                  </a:moveTo>
                  <a:cubicBezTo>
                    <a:pt x="9271" y="0"/>
                    <a:pt x="9270" y="0"/>
                    <a:pt x="9270" y="0"/>
                  </a:cubicBezTo>
                  <a:cubicBezTo>
                    <a:pt x="9270" y="0"/>
                    <a:pt x="9252" y="9"/>
                    <a:pt x="9216" y="28"/>
                  </a:cubicBezTo>
                  <a:cubicBezTo>
                    <a:pt x="9207" y="37"/>
                    <a:pt x="9198" y="37"/>
                    <a:pt x="9180" y="46"/>
                  </a:cubicBezTo>
                  <a:cubicBezTo>
                    <a:pt x="8682" y="335"/>
                    <a:pt x="6048" y="1829"/>
                    <a:pt x="4418" y="2553"/>
                  </a:cubicBezTo>
                  <a:cubicBezTo>
                    <a:pt x="3871" y="2796"/>
                    <a:pt x="3441" y="2953"/>
                    <a:pt x="3236" y="2953"/>
                  </a:cubicBezTo>
                  <a:cubicBezTo>
                    <a:pt x="3173" y="2953"/>
                    <a:pt x="3132" y="2938"/>
                    <a:pt x="3115" y="2906"/>
                  </a:cubicBezTo>
                  <a:cubicBezTo>
                    <a:pt x="2952" y="2589"/>
                    <a:pt x="3848" y="1639"/>
                    <a:pt x="4527" y="978"/>
                  </a:cubicBezTo>
                  <a:cubicBezTo>
                    <a:pt x="4907" y="598"/>
                    <a:pt x="5224" y="317"/>
                    <a:pt x="5224" y="317"/>
                  </a:cubicBezTo>
                  <a:lnTo>
                    <a:pt x="5224" y="317"/>
                  </a:lnTo>
                  <a:lnTo>
                    <a:pt x="4726" y="372"/>
                  </a:lnTo>
                  <a:cubicBezTo>
                    <a:pt x="4518" y="399"/>
                    <a:pt x="4319" y="480"/>
                    <a:pt x="4156" y="607"/>
                  </a:cubicBezTo>
                  <a:cubicBezTo>
                    <a:pt x="4002" y="725"/>
                    <a:pt x="3830" y="869"/>
                    <a:pt x="3649" y="1023"/>
                  </a:cubicBezTo>
                  <a:lnTo>
                    <a:pt x="3640" y="1023"/>
                  </a:lnTo>
                  <a:cubicBezTo>
                    <a:pt x="3323" y="1295"/>
                    <a:pt x="2961" y="1603"/>
                    <a:pt x="2599" y="1938"/>
                  </a:cubicBezTo>
                  <a:cubicBezTo>
                    <a:pt x="1422" y="3015"/>
                    <a:pt x="200" y="4318"/>
                    <a:pt x="73" y="5061"/>
                  </a:cubicBezTo>
                  <a:cubicBezTo>
                    <a:pt x="1" y="5468"/>
                    <a:pt x="236" y="6446"/>
                    <a:pt x="580" y="7586"/>
                  </a:cubicBezTo>
                  <a:cubicBezTo>
                    <a:pt x="1060" y="9180"/>
                    <a:pt x="1748" y="11099"/>
                    <a:pt x="2119" y="12258"/>
                  </a:cubicBezTo>
                  <a:cubicBezTo>
                    <a:pt x="2209" y="12520"/>
                    <a:pt x="2273" y="12746"/>
                    <a:pt x="2318" y="12918"/>
                  </a:cubicBezTo>
                  <a:cubicBezTo>
                    <a:pt x="2345" y="13000"/>
                    <a:pt x="2363" y="13072"/>
                    <a:pt x="2372" y="13127"/>
                  </a:cubicBezTo>
                  <a:cubicBezTo>
                    <a:pt x="2553" y="14141"/>
                    <a:pt x="2010" y="19156"/>
                    <a:pt x="2010" y="19156"/>
                  </a:cubicBezTo>
                  <a:lnTo>
                    <a:pt x="14313" y="19156"/>
                  </a:lnTo>
                  <a:lnTo>
                    <a:pt x="11814" y="13480"/>
                  </a:lnTo>
                  <a:cubicBezTo>
                    <a:pt x="11814" y="13480"/>
                    <a:pt x="11814" y="13453"/>
                    <a:pt x="11823" y="13398"/>
                  </a:cubicBezTo>
                  <a:cubicBezTo>
                    <a:pt x="11832" y="12737"/>
                    <a:pt x="11923" y="7976"/>
                    <a:pt x="12095" y="5894"/>
                  </a:cubicBezTo>
                  <a:cubicBezTo>
                    <a:pt x="12104" y="5794"/>
                    <a:pt x="12113" y="5694"/>
                    <a:pt x="12122" y="5613"/>
                  </a:cubicBezTo>
                  <a:cubicBezTo>
                    <a:pt x="12122" y="5559"/>
                    <a:pt x="12131" y="5504"/>
                    <a:pt x="12140" y="5459"/>
                  </a:cubicBezTo>
                  <a:cubicBezTo>
                    <a:pt x="12140" y="5414"/>
                    <a:pt x="12149" y="5369"/>
                    <a:pt x="12158" y="5323"/>
                  </a:cubicBezTo>
                  <a:cubicBezTo>
                    <a:pt x="12158" y="5269"/>
                    <a:pt x="12167" y="5224"/>
                    <a:pt x="12176" y="5178"/>
                  </a:cubicBezTo>
                  <a:cubicBezTo>
                    <a:pt x="12185" y="5151"/>
                    <a:pt x="12185" y="5133"/>
                    <a:pt x="12185" y="5115"/>
                  </a:cubicBezTo>
                  <a:cubicBezTo>
                    <a:pt x="12439" y="3848"/>
                    <a:pt x="12412" y="1657"/>
                    <a:pt x="11506" y="824"/>
                  </a:cubicBezTo>
                  <a:cubicBezTo>
                    <a:pt x="10629" y="9"/>
                    <a:pt x="9327" y="0"/>
                    <a:pt x="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141445" y="3141320"/>
              <a:ext cx="711312" cy="86296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257606" y="3766715"/>
              <a:ext cx="2076849" cy="979236"/>
            </a:xfrm>
            <a:custGeom>
              <a:avLst/>
              <a:gdLst/>
              <a:ahLst/>
              <a:cxnLst/>
              <a:rect l="l" t="t" r="r" b="b"/>
              <a:pathLst>
                <a:path w="17790" h="8388" extrusionOk="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818797" y="4164343"/>
              <a:ext cx="142776" cy="139624"/>
            </a:xfrm>
            <a:custGeom>
              <a:avLst/>
              <a:gdLst/>
              <a:ahLst/>
              <a:cxnLst/>
              <a:rect l="l" t="t" r="r" b="b"/>
              <a:pathLst>
                <a:path w="1223" h="1196" extrusionOk="0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404404" y="1668279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1117011" y="2293157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1091066" y="2422553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933857" y="2072185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1330947" y="2154857"/>
              <a:ext cx="150394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1292140" y="2294147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954745" y="2213454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1287193" y="2435305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714974" y="2297995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1052259" y="2579762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1002568" y="2452345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1028403" y="2524354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497959" y="2157386"/>
              <a:ext cx="127527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368475" y="1379450"/>
              <a:ext cx="1237250" cy="1253974"/>
            </a:xfrm>
            <a:custGeom>
              <a:avLst/>
              <a:gdLst/>
              <a:ahLst/>
              <a:cxnLst/>
              <a:rect l="l" t="t" r="r" b="b"/>
              <a:pathLst>
                <a:path w="11190" h="11341" extrusionOk="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0" name="Google Shape;470;p4"/>
            <p:cNvGrpSpPr/>
            <p:nvPr/>
          </p:nvGrpSpPr>
          <p:grpSpPr>
            <a:xfrm>
              <a:off x="1236532" y="3731122"/>
              <a:ext cx="1981507" cy="1412357"/>
              <a:chOff x="1236532" y="3731122"/>
              <a:chExt cx="1981507" cy="1412357"/>
            </a:xfrm>
          </p:grpSpPr>
          <p:sp>
            <p:nvSpPr>
              <p:cNvPr id="471" name="Google Shape;471;p4"/>
              <p:cNvSpPr/>
              <p:nvPr/>
            </p:nvSpPr>
            <p:spPr>
              <a:xfrm>
                <a:off x="1236532" y="4704499"/>
                <a:ext cx="1796489" cy="438980"/>
              </a:xfrm>
              <a:custGeom>
                <a:avLst/>
                <a:gdLst/>
                <a:ahLst/>
                <a:cxnLst/>
                <a:rect l="l" t="t" r="r" b="b"/>
                <a:pathLst>
                  <a:path w="16341" h="3993" extrusionOk="0">
                    <a:moveTo>
                      <a:pt x="0" y="0"/>
                    </a:moveTo>
                    <a:lnTo>
                      <a:pt x="0" y="3992"/>
                    </a:lnTo>
                    <a:lnTo>
                      <a:pt x="15734" y="3992"/>
                    </a:lnTo>
                    <a:cubicBezTo>
                      <a:pt x="16068" y="3992"/>
                      <a:pt x="16340" y="3721"/>
                      <a:pt x="16340" y="3377"/>
                    </a:cubicBezTo>
                    <a:lnTo>
                      <a:pt x="163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1337013" y="4633810"/>
                <a:ext cx="85300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7759" h="644" extrusionOk="0">
                    <a:moveTo>
                      <a:pt x="0" y="1"/>
                    </a:moveTo>
                    <a:lnTo>
                      <a:pt x="0" y="643"/>
                    </a:lnTo>
                    <a:lnTo>
                      <a:pt x="7758" y="643"/>
                    </a:lnTo>
                    <a:lnTo>
                      <a:pt x="77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1837554" y="4633810"/>
                <a:ext cx="1213270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644" extrusionOk="0">
                    <a:moveTo>
                      <a:pt x="1" y="1"/>
                    </a:moveTo>
                    <a:lnTo>
                      <a:pt x="1" y="643"/>
                    </a:lnTo>
                    <a:lnTo>
                      <a:pt x="11036" y="643"/>
                    </a:lnTo>
                    <a:lnTo>
                      <a:pt x="11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4"/>
              <p:cNvSpPr/>
              <p:nvPr/>
            </p:nvSpPr>
            <p:spPr>
              <a:xfrm>
                <a:off x="1837554" y="3731122"/>
                <a:ext cx="1380485" cy="902807"/>
              </a:xfrm>
              <a:custGeom>
                <a:avLst/>
                <a:gdLst/>
                <a:ahLst/>
                <a:cxnLst/>
                <a:rect l="l" t="t" r="r" b="b"/>
                <a:pathLst>
                  <a:path w="12557" h="8212" extrusionOk="0">
                    <a:moveTo>
                      <a:pt x="1848" y="1"/>
                    </a:moveTo>
                    <a:cubicBezTo>
                      <a:pt x="1685" y="1"/>
                      <a:pt x="1540" y="128"/>
                      <a:pt x="1504" y="291"/>
                    </a:cubicBezTo>
                    <a:lnTo>
                      <a:pt x="1" y="8212"/>
                    </a:lnTo>
                    <a:lnTo>
                      <a:pt x="11036" y="8212"/>
                    </a:lnTo>
                    <a:lnTo>
                      <a:pt x="12512" y="417"/>
                    </a:lnTo>
                    <a:cubicBezTo>
                      <a:pt x="12557" y="200"/>
                      <a:pt x="12394" y="1"/>
                      <a:pt x="12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p4"/>
            <p:cNvSpPr/>
            <p:nvPr/>
          </p:nvSpPr>
          <p:spPr>
            <a:xfrm>
              <a:off x="434420" y="3141692"/>
              <a:ext cx="280500" cy="322100"/>
            </a:xfrm>
            <a:custGeom>
              <a:avLst/>
              <a:gdLst/>
              <a:ahLst/>
              <a:cxnLst/>
              <a:rect l="l" t="t" r="r" b="b"/>
              <a:pathLst>
                <a:path w="11220" h="12884" extrusionOk="0">
                  <a:moveTo>
                    <a:pt x="3459" y="86"/>
                  </a:moveTo>
                  <a:cubicBezTo>
                    <a:pt x="4665" y="375"/>
                    <a:pt x="5995" y="575"/>
                    <a:pt x="7276" y="2690"/>
                  </a:cubicBezTo>
                  <a:cubicBezTo>
                    <a:pt x="8557" y="4805"/>
                    <a:pt x="11741" y="11927"/>
                    <a:pt x="11147" y="12776"/>
                  </a:cubicBezTo>
                  <a:cubicBezTo>
                    <a:pt x="10553" y="13625"/>
                    <a:pt x="5289" y="9210"/>
                    <a:pt x="3710" y="7784"/>
                  </a:cubicBezTo>
                  <a:cubicBezTo>
                    <a:pt x="2131" y="6358"/>
                    <a:pt x="2284" y="5356"/>
                    <a:pt x="1673" y="4218"/>
                  </a:cubicBezTo>
                  <a:cubicBezTo>
                    <a:pt x="1062" y="3080"/>
                    <a:pt x="-255" y="1647"/>
                    <a:pt x="43" y="958"/>
                  </a:cubicBezTo>
                  <a:cubicBezTo>
                    <a:pt x="341" y="269"/>
                    <a:pt x="2254" y="-203"/>
                    <a:pt x="3459" y="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"/>
          <p:cNvSpPr/>
          <p:nvPr/>
        </p:nvSpPr>
        <p:spPr>
          <a:xfrm>
            <a:off x="4283243" y="0"/>
            <a:ext cx="486075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"/>
          <p:cNvSpPr txBox="1">
            <a:spLocks noGrp="1"/>
          </p:cNvSpPr>
          <p:nvPr>
            <p:ph type="title"/>
          </p:nvPr>
        </p:nvSpPr>
        <p:spPr>
          <a:xfrm>
            <a:off x="462093" y="45674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Problem Definition</a:t>
            </a:r>
            <a:endParaRPr/>
          </a:p>
        </p:txBody>
      </p:sp>
      <p:sp>
        <p:nvSpPr>
          <p:cNvPr id="482" name="Google Shape;482;p5"/>
          <p:cNvSpPr txBox="1">
            <a:spLocks noGrp="1"/>
          </p:cNvSpPr>
          <p:nvPr>
            <p:ph type="subTitle" idx="2"/>
          </p:nvPr>
        </p:nvSpPr>
        <p:spPr>
          <a:xfrm>
            <a:off x="462093" y="1135806"/>
            <a:ext cx="4320922" cy="37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600"/>
              <a:t>Designing an object or a product has always been a time and resources consuming task, it can take from weeks to months to design a concept which is too challenging in our rapidly growing world</a:t>
            </a:r>
            <a:endParaRPr/>
          </a:p>
          <a:p>
            <a:pPr marL="285750" lvl="0" indent="-209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endParaRPr sz="16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600"/>
              <a:t>Getting rid of the concept designing process will not help as this will lead to developing a product that won’t satisfy the requirements which is the main focus in developing  product</a:t>
            </a:r>
            <a:endParaRPr sz="1600"/>
          </a:p>
        </p:txBody>
      </p:sp>
      <p:pic>
        <p:nvPicPr>
          <p:cNvPr id="483" name="Google Shape;483;p5" descr="Why do concept cars look so much better than normal cars? | WapCar"/>
          <p:cNvPicPr preferRelativeResize="0"/>
          <p:nvPr/>
        </p:nvPicPr>
        <p:blipFill rotWithShape="1">
          <a:blip r:embed="rId3">
            <a:alphaModFix/>
          </a:blip>
          <a:srcRect t="50632"/>
          <a:stretch/>
        </p:blipFill>
        <p:spPr>
          <a:xfrm>
            <a:off x="5362267" y="3068018"/>
            <a:ext cx="3241898" cy="100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" descr="Final Fantasy XV: Concept Art vs Reality (FFXV) - YouTube"/>
          <p:cNvPicPr preferRelativeResize="0"/>
          <p:nvPr/>
        </p:nvPicPr>
        <p:blipFill rotWithShape="1">
          <a:blip r:embed="rId4">
            <a:alphaModFix/>
          </a:blip>
          <a:srcRect r="48908" b="49750"/>
          <a:stretch/>
        </p:blipFill>
        <p:spPr>
          <a:xfrm>
            <a:off x="5342559" y="1358009"/>
            <a:ext cx="3241898" cy="1152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"/>
          <p:cNvSpPr/>
          <p:nvPr/>
        </p:nvSpPr>
        <p:spPr>
          <a:xfrm>
            <a:off x="1328608" y="2073052"/>
            <a:ext cx="805069" cy="803141"/>
          </a:xfrm>
          <a:custGeom>
            <a:avLst/>
            <a:gdLst/>
            <a:ahLst/>
            <a:cxnLst/>
            <a:rect l="l" t="t" r="r" b="b"/>
            <a:pathLst>
              <a:path w="11688" h="11660" extrusionOk="0">
                <a:moveTo>
                  <a:pt x="5849" y="3838"/>
                </a:moveTo>
                <a:cubicBezTo>
                  <a:pt x="6953" y="3838"/>
                  <a:pt x="7840" y="4735"/>
                  <a:pt x="7840" y="5830"/>
                </a:cubicBezTo>
                <a:cubicBezTo>
                  <a:pt x="7840" y="6934"/>
                  <a:pt x="6944" y="7831"/>
                  <a:pt x="5840" y="7831"/>
                </a:cubicBezTo>
                <a:cubicBezTo>
                  <a:pt x="4735" y="7831"/>
                  <a:pt x="3839" y="6934"/>
                  <a:pt x="3839" y="5830"/>
                </a:cubicBezTo>
                <a:cubicBezTo>
                  <a:pt x="3839" y="4726"/>
                  <a:pt x="4735" y="3838"/>
                  <a:pt x="5840" y="3838"/>
                </a:cubicBezTo>
                <a:close/>
                <a:moveTo>
                  <a:pt x="5469" y="0"/>
                </a:moveTo>
                <a:cubicBezTo>
                  <a:pt x="5143" y="0"/>
                  <a:pt x="4862" y="235"/>
                  <a:pt x="4808" y="561"/>
                </a:cubicBezTo>
                <a:lnTo>
                  <a:pt x="4654" y="1430"/>
                </a:lnTo>
                <a:cubicBezTo>
                  <a:pt x="4274" y="1539"/>
                  <a:pt x="3912" y="1684"/>
                  <a:pt x="3568" y="1883"/>
                </a:cubicBezTo>
                <a:lnTo>
                  <a:pt x="2843" y="1376"/>
                </a:lnTo>
                <a:cubicBezTo>
                  <a:pt x="2725" y="1293"/>
                  <a:pt x="2590" y="1254"/>
                  <a:pt x="2456" y="1254"/>
                </a:cubicBezTo>
                <a:cubicBezTo>
                  <a:pt x="2282" y="1254"/>
                  <a:pt x="2111" y="1321"/>
                  <a:pt x="1983" y="1449"/>
                </a:cubicBezTo>
                <a:lnTo>
                  <a:pt x="1458" y="1974"/>
                </a:lnTo>
                <a:cubicBezTo>
                  <a:pt x="1232" y="2209"/>
                  <a:pt x="1205" y="2571"/>
                  <a:pt x="1395" y="2834"/>
                </a:cubicBezTo>
                <a:lnTo>
                  <a:pt x="1902" y="3558"/>
                </a:lnTo>
                <a:cubicBezTo>
                  <a:pt x="1712" y="3902"/>
                  <a:pt x="1558" y="4273"/>
                  <a:pt x="1458" y="4653"/>
                </a:cubicBezTo>
                <a:lnTo>
                  <a:pt x="562" y="4798"/>
                </a:lnTo>
                <a:cubicBezTo>
                  <a:pt x="245" y="4852"/>
                  <a:pt x="10" y="5124"/>
                  <a:pt x="1" y="5450"/>
                </a:cubicBezTo>
                <a:lnTo>
                  <a:pt x="1" y="6201"/>
                </a:lnTo>
                <a:cubicBezTo>
                  <a:pt x="1" y="6527"/>
                  <a:pt x="236" y="6808"/>
                  <a:pt x="562" y="6871"/>
                </a:cubicBezTo>
                <a:lnTo>
                  <a:pt x="1431" y="7016"/>
                </a:lnTo>
                <a:cubicBezTo>
                  <a:pt x="1531" y="7405"/>
                  <a:pt x="1685" y="7767"/>
                  <a:pt x="1884" y="8111"/>
                </a:cubicBezTo>
                <a:lnTo>
                  <a:pt x="1395" y="8835"/>
                </a:lnTo>
                <a:cubicBezTo>
                  <a:pt x="1205" y="9098"/>
                  <a:pt x="1241" y="9460"/>
                  <a:pt x="1467" y="9695"/>
                </a:cubicBezTo>
                <a:lnTo>
                  <a:pt x="1993" y="10221"/>
                </a:lnTo>
                <a:cubicBezTo>
                  <a:pt x="2125" y="10348"/>
                  <a:pt x="2299" y="10416"/>
                  <a:pt x="2472" y="10416"/>
                </a:cubicBezTo>
                <a:cubicBezTo>
                  <a:pt x="2605" y="10416"/>
                  <a:pt x="2738" y="10376"/>
                  <a:pt x="2852" y="10293"/>
                </a:cubicBezTo>
                <a:lnTo>
                  <a:pt x="3586" y="9786"/>
                </a:lnTo>
                <a:cubicBezTo>
                  <a:pt x="3921" y="9976"/>
                  <a:pt x="4292" y="10130"/>
                  <a:pt x="4672" y="10230"/>
                </a:cubicBezTo>
                <a:lnTo>
                  <a:pt x="4826" y="11108"/>
                </a:lnTo>
                <a:cubicBezTo>
                  <a:pt x="4880" y="11425"/>
                  <a:pt x="5161" y="11660"/>
                  <a:pt x="5487" y="11660"/>
                </a:cubicBezTo>
                <a:lnTo>
                  <a:pt x="6229" y="11660"/>
                </a:lnTo>
                <a:cubicBezTo>
                  <a:pt x="6555" y="11660"/>
                  <a:pt x="6836" y="11425"/>
                  <a:pt x="6890" y="11108"/>
                </a:cubicBezTo>
                <a:lnTo>
                  <a:pt x="7044" y="10230"/>
                </a:lnTo>
                <a:cubicBezTo>
                  <a:pt x="7424" y="10130"/>
                  <a:pt x="7786" y="9976"/>
                  <a:pt x="8130" y="9786"/>
                </a:cubicBezTo>
                <a:lnTo>
                  <a:pt x="8863" y="10293"/>
                </a:lnTo>
                <a:cubicBezTo>
                  <a:pt x="8978" y="10376"/>
                  <a:pt x="9111" y="10416"/>
                  <a:pt x="9244" y="10416"/>
                </a:cubicBezTo>
                <a:cubicBezTo>
                  <a:pt x="9417" y="10416"/>
                  <a:pt x="9590" y="10348"/>
                  <a:pt x="9723" y="10221"/>
                </a:cubicBezTo>
                <a:lnTo>
                  <a:pt x="10239" y="9695"/>
                </a:lnTo>
                <a:cubicBezTo>
                  <a:pt x="10475" y="9460"/>
                  <a:pt x="10502" y="9098"/>
                  <a:pt x="10321" y="8835"/>
                </a:cubicBezTo>
                <a:lnTo>
                  <a:pt x="9805" y="8102"/>
                </a:lnTo>
                <a:cubicBezTo>
                  <a:pt x="10004" y="7767"/>
                  <a:pt x="10158" y="7396"/>
                  <a:pt x="10258" y="7016"/>
                </a:cubicBezTo>
                <a:lnTo>
                  <a:pt x="11136" y="6862"/>
                </a:lnTo>
                <a:cubicBezTo>
                  <a:pt x="11452" y="6808"/>
                  <a:pt x="11688" y="6527"/>
                  <a:pt x="11688" y="6201"/>
                </a:cubicBezTo>
                <a:lnTo>
                  <a:pt x="11688" y="5450"/>
                </a:lnTo>
                <a:cubicBezTo>
                  <a:pt x="11688" y="5124"/>
                  <a:pt x="11452" y="4843"/>
                  <a:pt x="11136" y="4789"/>
                </a:cubicBezTo>
                <a:lnTo>
                  <a:pt x="10258" y="4635"/>
                </a:lnTo>
                <a:cubicBezTo>
                  <a:pt x="10158" y="4255"/>
                  <a:pt x="10004" y="3884"/>
                  <a:pt x="9805" y="3549"/>
                </a:cubicBezTo>
                <a:lnTo>
                  <a:pt x="10303" y="2834"/>
                </a:lnTo>
                <a:cubicBezTo>
                  <a:pt x="10493" y="2571"/>
                  <a:pt x="10466" y="2209"/>
                  <a:pt x="10230" y="1974"/>
                </a:cubicBezTo>
                <a:lnTo>
                  <a:pt x="9705" y="1449"/>
                </a:lnTo>
                <a:cubicBezTo>
                  <a:pt x="9577" y="1321"/>
                  <a:pt x="9406" y="1254"/>
                  <a:pt x="9233" y="1254"/>
                </a:cubicBezTo>
                <a:cubicBezTo>
                  <a:pt x="9099" y="1254"/>
                  <a:pt x="8964" y="1293"/>
                  <a:pt x="8845" y="1376"/>
                </a:cubicBezTo>
                <a:lnTo>
                  <a:pt x="8112" y="1883"/>
                </a:lnTo>
                <a:cubicBezTo>
                  <a:pt x="7777" y="1684"/>
                  <a:pt x="7406" y="1539"/>
                  <a:pt x="7026" y="1430"/>
                </a:cubicBezTo>
                <a:lnTo>
                  <a:pt x="6872" y="561"/>
                </a:lnTo>
                <a:cubicBezTo>
                  <a:pt x="6818" y="235"/>
                  <a:pt x="6537" y="0"/>
                  <a:pt x="62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6"/>
          <p:cNvSpPr txBox="1">
            <a:spLocks noGrp="1"/>
          </p:cNvSpPr>
          <p:nvPr>
            <p:ph type="title"/>
          </p:nvPr>
        </p:nvSpPr>
        <p:spPr>
          <a:xfrm flipH="1">
            <a:off x="3905926" y="2158559"/>
            <a:ext cx="45231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solidFill>
                  <a:schemeClr val="dk2"/>
                </a:solidFill>
              </a:rPr>
              <a:t>Motivation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91" name="Google Shape;491;p6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492" name="Google Shape;492;p6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6462709" y="2227961"/>
              <a:ext cx="127528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529" name="Google Shape;529;p7"/>
          <p:cNvSpPr txBox="1"/>
          <p:nvPr/>
        </p:nvSpPr>
        <p:spPr>
          <a:xfrm>
            <a:off x="658100" y="1217868"/>
            <a:ext cx="7585788" cy="300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Saving time and effort taken by designers to design a concept art, for industry, saving cost of products and speeding up the production process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600" b="1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According to </a:t>
            </a:r>
            <a:r>
              <a:rPr lang="en-US" sz="1600" b="1" i="0" u="none" strike="noStrike" cap="none">
                <a:solidFill>
                  <a:schemeClr val="lt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TrueList</a:t>
            </a: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, the rate of increase in designing field is expected to grow by 3% by the year 2030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Recently, new technologies are developed, but there are not much researches made for them and no clear approvals, that can be used to solve such a problem</a:t>
            </a:r>
            <a:endParaRPr sz="1600" b="1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"/>
          <p:cNvSpPr txBox="1">
            <a:spLocks noGrp="1"/>
          </p:cNvSpPr>
          <p:nvPr>
            <p:ph type="title"/>
          </p:nvPr>
        </p:nvSpPr>
        <p:spPr>
          <a:xfrm flipH="1">
            <a:off x="3907675" y="2179350"/>
            <a:ext cx="45231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Objective </a:t>
            </a:r>
            <a:endParaRPr/>
          </a:p>
        </p:txBody>
      </p:sp>
      <p:grpSp>
        <p:nvGrpSpPr>
          <p:cNvPr id="535" name="Google Shape;535;p8"/>
          <p:cNvGrpSpPr/>
          <p:nvPr/>
        </p:nvGrpSpPr>
        <p:grpSpPr>
          <a:xfrm>
            <a:off x="-98813" y="1379450"/>
            <a:ext cx="3370076" cy="3916551"/>
            <a:chOff x="-98813" y="1379450"/>
            <a:chExt cx="3370076" cy="3916551"/>
          </a:xfrm>
        </p:grpSpPr>
        <p:sp>
          <p:nvSpPr>
            <p:cNvPr id="536" name="Google Shape;536;p8"/>
            <p:cNvSpPr/>
            <p:nvPr/>
          </p:nvSpPr>
          <p:spPr>
            <a:xfrm rot="-1738578" flipH="1">
              <a:off x="841101" y="3006392"/>
              <a:ext cx="711304" cy="86295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8"/>
            <p:cNvSpPr/>
            <p:nvPr/>
          </p:nvSpPr>
          <p:spPr>
            <a:xfrm flipH="1">
              <a:off x="494364" y="2338580"/>
              <a:ext cx="887179" cy="1103662"/>
            </a:xfrm>
            <a:custGeom>
              <a:avLst/>
              <a:gdLst/>
              <a:ahLst/>
              <a:cxnLst/>
              <a:rect l="l" t="t" r="r" b="b"/>
              <a:pathLst>
                <a:path w="7307" h="9090" extrusionOk="0">
                  <a:moveTo>
                    <a:pt x="5278" y="0"/>
                  </a:moveTo>
                  <a:lnTo>
                    <a:pt x="1603" y="1159"/>
                  </a:lnTo>
                  <a:lnTo>
                    <a:pt x="2979" y="5522"/>
                  </a:lnTo>
                  <a:cubicBezTo>
                    <a:pt x="2381" y="5767"/>
                    <a:pt x="1847" y="6156"/>
                    <a:pt x="1413" y="6663"/>
                  </a:cubicBezTo>
                  <a:cubicBezTo>
                    <a:pt x="996" y="7152"/>
                    <a:pt x="508" y="7686"/>
                    <a:pt x="1" y="8111"/>
                  </a:cubicBezTo>
                  <a:cubicBezTo>
                    <a:pt x="182" y="8265"/>
                    <a:pt x="372" y="8401"/>
                    <a:pt x="490" y="8510"/>
                  </a:cubicBezTo>
                  <a:cubicBezTo>
                    <a:pt x="915" y="8872"/>
                    <a:pt x="1331" y="9080"/>
                    <a:pt x="1893" y="9089"/>
                  </a:cubicBezTo>
                  <a:cubicBezTo>
                    <a:pt x="1900" y="9089"/>
                    <a:pt x="1908" y="9089"/>
                    <a:pt x="1915" y="9089"/>
                  </a:cubicBezTo>
                  <a:cubicBezTo>
                    <a:pt x="3072" y="9089"/>
                    <a:pt x="3990" y="8406"/>
                    <a:pt x="4943" y="7840"/>
                  </a:cubicBezTo>
                  <a:cubicBezTo>
                    <a:pt x="5269" y="7650"/>
                    <a:pt x="5586" y="7441"/>
                    <a:pt x="5894" y="7233"/>
                  </a:cubicBezTo>
                  <a:cubicBezTo>
                    <a:pt x="6319" y="6717"/>
                    <a:pt x="6709" y="6174"/>
                    <a:pt x="7089" y="5622"/>
                  </a:cubicBezTo>
                  <a:cubicBezTo>
                    <a:pt x="7161" y="5522"/>
                    <a:pt x="7234" y="5414"/>
                    <a:pt x="7306" y="5305"/>
                  </a:cubicBezTo>
                  <a:lnTo>
                    <a:pt x="6953" y="5287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8"/>
            <p:cNvSpPr/>
            <p:nvPr/>
          </p:nvSpPr>
          <p:spPr>
            <a:xfrm>
              <a:off x="215770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8"/>
            <p:cNvSpPr/>
            <p:nvPr/>
          </p:nvSpPr>
          <p:spPr>
            <a:xfrm>
              <a:off x="1198556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8"/>
            <p:cNvSpPr/>
            <p:nvPr/>
          </p:nvSpPr>
          <p:spPr>
            <a:xfrm rot="252422">
              <a:off x="664110" y="2687103"/>
              <a:ext cx="405225" cy="248896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8"/>
            <p:cNvSpPr/>
            <p:nvPr/>
          </p:nvSpPr>
          <p:spPr>
            <a:xfrm>
              <a:off x="575042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8"/>
            <p:cNvSpPr/>
            <p:nvPr/>
          </p:nvSpPr>
          <p:spPr>
            <a:xfrm flipH="1">
              <a:off x="170493" y="3556126"/>
              <a:ext cx="1398215" cy="1344671"/>
            </a:xfrm>
            <a:custGeom>
              <a:avLst/>
              <a:gdLst/>
              <a:ahLst/>
              <a:cxnLst/>
              <a:rect l="l" t="t" r="r" b="b"/>
              <a:pathLst>
                <a:path w="11516" h="11075" extrusionOk="0">
                  <a:moveTo>
                    <a:pt x="10364" y="0"/>
                  </a:moveTo>
                  <a:cubicBezTo>
                    <a:pt x="10335" y="0"/>
                    <a:pt x="10305" y="3"/>
                    <a:pt x="10276" y="8"/>
                  </a:cubicBezTo>
                  <a:cubicBezTo>
                    <a:pt x="10031" y="54"/>
                    <a:pt x="9877" y="298"/>
                    <a:pt x="9760" y="524"/>
                  </a:cubicBezTo>
                  <a:cubicBezTo>
                    <a:pt x="9045" y="1991"/>
                    <a:pt x="8845" y="3693"/>
                    <a:pt x="7994" y="5078"/>
                  </a:cubicBezTo>
                  <a:cubicBezTo>
                    <a:pt x="7732" y="5503"/>
                    <a:pt x="7388" y="5911"/>
                    <a:pt x="6908" y="6038"/>
                  </a:cubicBezTo>
                  <a:cubicBezTo>
                    <a:pt x="6793" y="6070"/>
                    <a:pt x="6677" y="6084"/>
                    <a:pt x="6560" y="6084"/>
                  </a:cubicBezTo>
                  <a:cubicBezTo>
                    <a:pt x="6115" y="6084"/>
                    <a:pt x="5664" y="5876"/>
                    <a:pt x="5270" y="5639"/>
                  </a:cubicBezTo>
                  <a:cubicBezTo>
                    <a:pt x="3658" y="4680"/>
                    <a:pt x="2264" y="3249"/>
                    <a:pt x="436" y="2824"/>
                  </a:cubicBezTo>
                  <a:cubicBezTo>
                    <a:pt x="300" y="2788"/>
                    <a:pt x="155" y="2760"/>
                    <a:pt x="1" y="2760"/>
                  </a:cubicBezTo>
                  <a:cubicBezTo>
                    <a:pt x="481" y="4354"/>
                    <a:pt x="1169" y="6273"/>
                    <a:pt x="1540" y="7432"/>
                  </a:cubicBezTo>
                  <a:cubicBezTo>
                    <a:pt x="1630" y="7694"/>
                    <a:pt x="1694" y="7920"/>
                    <a:pt x="1739" y="8092"/>
                  </a:cubicBezTo>
                  <a:cubicBezTo>
                    <a:pt x="1821" y="8192"/>
                    <a:pt x="1893" y="8292"/>
                    <a:pt x="1974" y="8382"/>
                  </a:cubicBezTo>
                  <a:cubicBezTo>
                    <a:pt x="2780" y="9360"/>
                    <a:pt x="3776" y="10202"/>
                    <a:pt x="4944" y="10681"/>
                  </a:cubicBezTo>
                  <a:cubicBezTo>
                    <a:pt x="5559" y="10934"/>
                    <a:pt x="6228" y="11074"/>
                    <a:pt x="6892" y="11074"/>
                  </a:cubicBezTo>
                  <a:cubicBezTo>
                    <a:pt x="7488" y="11074"/>
                    <a:pt x="8080" y="10962"/>
                    <a:pt x="8628" y="10718"/>
                  </a:cubicBezTo>
                  <a:cubicBezTo>
                    <a:pt x="9660" y="10256"/>
                    <a:pt x="10421" y="9378"/>
                    <a:pt x="11244" y="8572"/>
                  </a:cubicBezTo>
                  <a:cubicBezTo>
                    <a:pt x="11253" y="7911"/>
                    <a:pt x="11344" y="3150"/>
                    <a:pt x="11516" y="1068"/>
                  </a:cubicBezTo>
                  <a:cubicBezTo>
                    <a:pt x="11362" y="832"/>
                    <a:pt x="11190" y="606"/>
                    <a:pt x="11000" y="389"/>
                  </a:cubicBezTo>
                  <a:cubicBezTo>
                    <a:pt x="10830" y="194"/>
                    <a:pt x="10609" y="0"/>
                    <a:pt x="10364" y="0"/>
                  </a:cubicBezTo>
                  <a:close/>
                </a:path>
              </a:pathLst>
            </a:custGeom>
            <a:solidFill>
              <a:srgbClr val="002D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8"/>
            <p:cNvSpPr/>
            <p:nvPr/>
          </p:nvSpPr>
          <p:spPr>
            <a:xfrm flipH="1">
              <a:off x="-98813" y="2970175"/>
              <a:ext cx="1737813" cy="2325826"/>
            </a:xfrm>
            <a:custGeom>
              <a:avLst/>
              <a:gdLst/>
              <a:ahLst/>
              <a:cxnLst/>
              <a:rect l="l" t="t" r="r" b="b"/>
              <a:pathLst>
                <a:path w="14313" h="19156" extrusionOk="0">
                  <a:moveTo>
                    <a:pt x="9272" y="0"/>
                  </a:moveTo>
                  <a:cubicBezTo>
                    <a:pt x="9271" y="0"/>
                    <a:pt x="9270" y="0"/>
                    <a:pt x="9270" y="0"/>
                  </a:cubicBezTo>
                  <a:cubicBezTo>
                    <a:pt x="9270" y="0"/>
                    <a:pt x="9252" y="9"/>
                    <a:pt x="9216" y="28"/>
                  </a:cubicBezTo>
                  <a:cubicBezTo>
                    <a:pt x="9207" y="37"/>
                    <a:pt x="9198" y="37"/>
                    <a:pt x="9180" y="46"/>
                  </a:cubicBezTo>
                  <a:cubicBezTo>
                    <a:pt x="8682" y="335"/>
                    <a:pt x="6048" y="1829"/>
                    <a:pt x="4418" y="2553"/>
                  </a:cubicBezTo>
                  <a:cubicBezTo>
                    <a:pt x="3871" y="2796"/>
                    <a:pt x="3441" y="2953"/>
                    <a:pt x="3236" y="2953"/>
                  </a:cubicBezTo>
                  <a:cubicBezTo>
                    <a:pt x="3173" y="2953"/>
                    <a:pt x="3132" y="2938"/>
                    <a:pt x="3115" y="2906"/>
                  </a:cubicBezTo>
                  <a:cubicBezTo>
                    <a:pt x="2952" y="2589"/>
                    <a:pt x="3848" y="1639"/>
                    <a:pt x="4527" y="978"/>
                  </a:cubicBezTo>
                  <a:cubicBezTo>
                    <a:pt x="4907" y="598"/>
                    <a:pt x="5224" y="317"/>
                    <a:pt x="5224" y="317"/>
                  </a:cubicBezTo>
                  <a:lnTo>
                    <a:pt x="5224" y="317"/>
                  </a:lnTo>
                  <a:lnTo>
                    <a:pt x="4726" y="372"/>
                  </a:lnTo>
                  <a:cubicBezTo>
                    <a:pt x="4518" y="399"/>
                    <a:pt x="4319" y="480"/>
                    <a:pt x="4156" y="607"/>
                  </a:cubicBezTo>
                  <a:cubicBezTo>
                    <a:pt x="4002" y="725"/>
                    <a:pt x="3830" y="869"/>
                    <a:pt x="3649" y="1023"/>
                  </a:cubicBezTo>
                  <a:lnTo>
                    <a:pt x="3640" y="1023"/>
                  </a:lnTo>
                  <a:cubicBezTo>
                    <a:pt x="3323" y="1295"/>
                    <a:pt x="2961" y="1603"/>
                    <a:pt x="2599" y="1938"/>
                  </a:cubicBezTo>
                  <a:cubicBezTo>
                    <a:pt x="1422" y="3015"/>
                    <a:pt x="200" y="4318"/>
                    <a:pt x="73" y="5061"/>
                  </a:cubicBezTo>
                  <a:cubicBezTo>
                    <a:pt x="1" y="5468"/>
                    <a:pt x="236" y="6446"/>
                    <a:pt x="580" y="7586"/>
                  </a:cubicBezTo>
                  <a:cubicBezTo>
                    <a:pt x="1060" y="9180"/>
                    <a:pt x="1748" y="11099"/>
                    <a:pt x="2119" y="12258"/>
                  </a:cubicBezTo>
                  <a:cubicBezTo>
                    <a:pt x="2209" y="12520"/>
                    <a:pt x="2273" y="12746"/>
                    <a:pt x="2318" y="12918"/>
                  </a:cubicBezTo>
                  <a:cubicBezTo>
                    <a:pt x="2345" y="13000"/>
                    <a:pt x="2363" y="13072"/>
                    <a:pt x="2372" y="13127"/>
                  </a:cubicBezTo>
                  <a:cubicBezTo>
                    <a:pt x="2553" y="14141"/>
                    <a:pt x="2010" y="19156"/>
                    <a:pt x="2010" y="19156"/>
                  </a:cubicBezTo>
                  <a:lnTo>
                    <a:pt x="14313" y="19156"/>
                  </a:lnTo>
                  <a:lnTo>
                    <a:pt x="11814" y="13480"/>
                  </a:lnTo>
                  <a:cubicBezTo>
                    <a:pt x="11814" y="13480"/>
                    <a:pt x="11814" y="13453"/>
                    <a:pt x="11823" y="13398"/>
                  </a:cubicBezTo>
                  <a:cubicBezTo>
                    <a:pt x="11832" y="12737"/>
                    <a:pt x="11923" y="7976"/>
                    <a:pt x="12095" y="5894"/>
                  </a:cubicBezTo>
                  <a:cubicBezTo>
                    <a:pt x="12104" y="5794"/>
                    <a:pt x="12113" y="5694"/>
                    <a:pt x="12122" y="5613"/>
                  </a:cubicBezTo>
                  <a:cubicBezTo>
                    <a:pt x="12122" y="5559"/>
                    <a:pt x="12131" y="5504"/>
                    <a:pt x="12140" y="5459"/>
                  </a:cubicBezTo>
                  <a:cubicBezTo>
                    <a:pt x="12140" y="5414"/>
                    <a:pt x="12149" y="5369"/>
                    <a:pt x="12158" y="5323"/>
                  </a:cubicBezTo>
                  <a:cubicBezTo>
                    <a:pt x="12158" y="5269"/>
                    <a:pt x="12167" y="5224"/>
                    <a:pt x="12176" y="5178"/>
                  </a:cubicBezTo>
                  <a:cubicBezTo>
                    <a:pt x="12185" y="5151"/>
                    <a:pt x="12185" y="5133"/>
                    <a:pt x="12185" y="5115"/>
                  </a:cubicBezTo>
                  <a:cubicBezTo>
                    <a:pt x="12439" y="3848"/>
                    <a:pt x="12412" y="1657"/>
                    <a:pt x="11506" y="824"/>
                  </a:cubicBezTo>
                  <a:cubicBezTo>
                    <a:pt x="10629" y="9"/>
                    <a:pt x="9327" y="0"/>
                    <a:pt x="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8"/>
            <p:cNvSpPr/>
            <p:nvPr/>
          </p:nvSpPr>
          <p:spPr>
            <a:xfrm>
              <a:off x="141445" y="3141320"/>
              <a:ext cx="711312" cy="86296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8"/>
            <p:cNvSpPr/>
            <p:nvPr/>
          </p:nvSpPr>
          <p:spPr>
            <a:xfrm>
              <a:off x="257606" y="3766715"/>
              <a:ext cx="2076849" cy="979236"/>
            </a:xfrm>
            <a:custGeom>
              <a:avLst/>
              <a:gdLst/>
              <a:ahLst/>
              <a:cxnLst/>
              <a:rect l="l" t="t" r="r" b="b"/>
              <a:pathLst>
                <a:path w="17790" h="8388" extrusionOk="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8"/>
            <p:cNvSpPr/>
            <p:nvPr/>
          </p:nvSpPr>
          <p:spPr>
            <a:xfrm>
              <a:off x="818797" y="4164343"/>
              <a:ext cx="142776" cy="139624"/>
            </a:xfrm>
            <a:custGeom>
              <a:avLst/>
              <a:gdLst/>
              <a:ahLst/>
              <a:cxnLst/>
              <a:rect l="l" t="t" r="r" b="b"/>
              <a:pathLst>
                <a:path w="1223" h="1196" extrusionOk="0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8"/>
            <p:cNvSpPr/>
            <p:nvPr/>
          </p:nvSpPr>
          <p:spPr>
            <a:xfrm>
              <a:off x="404404" y="1668279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8"/>
            <p:cNvSpPr/>
            <p:nvPr/>
          </p:nvSpPr>
          <p:spPr>
            <a:xfrm>
              <a:off x="1117011" y="2293157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8"/>
            <p:cNvSpPr/>
            <p:nvPr/>
          </p:nvSpPr>
          <p:spPr>
            <a:xfrm>
              <a:off x="1091066" y="2422553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8"/>
            <p:cNvSpPr/>
            <p:nvPr/>
          </p:nvSpPr>
          <p:spPr>
            <a:xfrm>
              <a:off x="933857" y="2072185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8"/>
            <p:cNvSpPr/>
            <p:nvPr/>
          </p:nvSpPr>
          <p:spPr>
            <a:xfrm>
              <a:off x="1330947" y="2154857"/>
              <a:ext cx="150394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8"/>
            <p:cNvSpPr/>
            <p:nvPr/>
          </p:nvSpPr>
          <p:spPr>
            <a:xfrm>
              <a:off x="1292140" y="2294147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8"/>
            <p:cNvSpPr/>
            <p:nvPr/>
          </p:nvSpPr>
          <p:spPr>
            <a:xfrm>
              <a:off x="954745" y="2213454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8"/>
            <p:cNvSpPr/>
            <p:nvPr/>
          </p:nvSpPr>
          <p:spPr>
            <a:xfrm>
              <a:off x="1287193" y="2435305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8"/>
            <p:cNvSpPr/>
            <p:nvPr/>
          </p:nvSpPr>
          <p:spPr>
            <a:xfrm>
              <a:off x="714974" y="2297995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8"/>
            <p:cNvSpPr/>
            <p:nvPr/>
          </p:nvSpPr>
          <p:spPr>
            <a:xfrm>
              <a:off x="1052259" y="2579762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8"/>
            <p:cNvSpPr/>
            <p:nvPr/>
          </p:nvSpPr>
          <p:spPr>
            <a:xfrm>
              <a:off x="1002568" y="2452345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8"/>
            <p:cNvSpPr/>
            <p:nvPr/>
          </p:nvSpPr>
          <p:spPr>
            <a:xfrm>
              <a:off x="1028403" y="2524354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8"/>
            <p:cNvSpPr/>
            <p:nvPr/>
          </p:nvSpPr>
          <p:spPr>
            <a:xfrm>
              <a:off x="497959" y="2157386"/>
              <a:ext cx="127527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8"/>
            <p:cNvSpPr/>
            <p:nvPr/>
          </p:nvSpPr>
          <p:spPr>
            <a:xfrm>
              <a:off x="368475" y="1379450"/>
              <a:ext cx="1237250" cy="1253974"/>
            </a:xfrm>
            <a:custGeom>
              <a:avLst/>
              <a:gdLst/>
              <a:ahLst/>
              <a:cxnLst/>
              <a:rect l="l" t="t" r="r" b="b"/>
              <a:pathLst>
                <a:path w="11190" h="11341" extrusionOk="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1" name="Google Shape;561;p8"/>
            <p:cNvGrpSpPr/>
            <p:nvPr/>
          </p:nvGrpSpPr>
          <p:grpSpPr>
            <a:xfrm>
              <a:off x="1236532" y="3731122"/>
              <a:ext cx="1981507" cy="1412357"/>
              <a:chOff x="1236532" y="3731122"/>
              <a:chExt cx="1981507" cy="1412357"/>
            </a:xfrm>
          </p:grpSpPr>
          <p:sp>
            <p:nvSpPr>
              <p:cNvPr id="562" name="Google Shape;562;p8"/>
              <p:cNvSpPr/>
              <p:nvPr/>
            </p:nvSpPr>
            <p:spPr>
              <a:xfrm>
                <a:off x="1236532" y="4704499"/>
                <a:ext cx="1796489" cy="438980"/>
              </a:xfrm>
              <a:custGeom>
                <a:avLst/>
                <a:gdLst/>
                <a:ahLst/>
                <a:cxnLst/>
                <a:rect l="l" t="t" r="r" b="b"/>
                <a:pathLst>
                  <a:path w="16341" h="3993" extrusionOk="0">
                    <a:moveTo>
                      <a:pt x="0" y="0"/>
                    </a:moveTo>
                    <a:lnTo>
                      <a:pt x="0" y="3992"/>
                    </a:lnTo>
                    <a:lnTo>
                      <a:pt x="15734" y="3992"/>
                    </a:lnTo>
                    <a:cubicBezTo>
                      <a:pt x="16068" y="3992"/>
                      <a:pt x="16340" y="3721"/>
                      <a:pt x="16340" y="3377"/>
                    </a:cubicBezTo>
                    <a:lnTo>
                      <a:pt x="163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8"/>
              <p:cNvSpPr/>
              <p:nvPr/>
            </p:nvSpPr>
            <p:spPr>
              <a:xfrm>
                <a:off x="1337013" y="4633810"/>
                <a:ext cx="85300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7759" h="644" extrusionOk="0">
                    <a:moveTo>
                      <a:pt x="0" y="1"/>
                    </a:moveTo>
                    <a:lnTo>
                      <a:pt x="0" y="643"/>
                    </a:lnTo>
                    <a:lnTo>
                      <a:pt x="7758" y="643"/>
                    </a:lnTo>
                    <a:lnTo>
                      <a:pt x="77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8"/>
              <p:cNvSpPr/>
              <p:nvPr/>
            </p:nvSpPr>
            <p:spPr>
              <a:xfrm>
                <a:off x="1837554" y="4633810"/>
                <a:ext cx="1213270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644" extrusionOk="0">
                    <a:moveTo>
                      <a:pt x="1" y="1"/>
                    </a:moveTo>
                    <a:lnTo>
                      <a:pt x="1" y="643"/>
                    </a:lnTo>
                    <a:lnTo>
                      <a:pt x="11036" y="643"/>
                    </a:lnTo>
                    <a:lnTo>
                      <a:pt x="11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8"/>
              <p:cNvSpPr/>
              <p:nvPr/>
            </p:nvSpPr>
            <p:spPr>
              <a:xfrm>
                <a:off x="1837554" y="3731122"/>
                <a:ext cx="1380485" cy="902807"/>
              </a:xfrm>
              <a:custGeom>
                <a:avLst/>
                <a:gdLst/>
                <a:ahLst/>
                <a:cxnLst/>
                <a:rect l="l" t="t" r="r" b="b"/>
                <a:pathLst>
                  <a:path w="12557" h="8212" extrusionOk="0">
                    <a:moveTo>
                      <a:pt x="1848" y="1"/>
                    </a:moveTo>
                    <a:cubicBezTo>
                      <a:pt x="1685" y="1"/>
                      <a:pt x="1540" y="128"/>
                      <a:pt x="1504" y="291"/>
                    </a:cubicBezTo>
                    <a:lnTo>
                      <a:pt x="1" y="8212"/>
                    </a:lnTo>
                    <a:lnTo>
                      <a:pt x="11036" y="8212"/>
                    </a:lnTo>
                    <a:lnTo>
                      <a:pt x="12512" y="417"/>
                    </a:lnTo>
                    <a:cubicBezTo>
                      <a:pt x="12557" y="200"/>
                      <a:pt x="12394" y="1"/>
                      <a:pt x="12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6" name="Google Shape;566;p8"/>
            <p:cNvSpPr/>
            <p:nvPr/>
          </p:nvSpPr>
          <p:spPr>
            <a:xfrm>
              <a:off x="434420" y="3141692"/>
              <a:ext cx="280500" cy="322100"/>
            </a:xfrm>
            <a:custGeom>
              <a:avLst/>
              <a:gdLst/>
              <a:ahLst/>
              <a:cxnLst/>
              <a:rect l="l" t="t" r="r" b="b"/>
              <a:pathLst>
                <a:path w="11220" h="12884" extrusionOk="0">
                  <a:moveTo>
                    <a:pt x="3459" y="86"/>
                  </a:moveTo>
                  <a:cubicBezTo>
                    <a:pt x="4665" y="375"/>
                    <a:pt x="5995" y="575"/>
                    <a:pt x="7276" y="2690"/>
                  </a:cubicBezTo>
                  <a:cubicBezTo>
                    <a:pt x="8557" y="4805"/>
                    <a:pt x="11741" y="11927"/>
                    <a:pt x="11147" y="12776"/>
                  </a:cubicBezTo>
                  <a:cubicBezTo>
                    <a:pt x="10553" y="13625"/>
                    <a:pt x="5289" y="9210"/>
                    <a:pt x="3710" y="7784"/>
                  </a:cubicBezTo>
                  <a:cubicBezTo>
                    <a:pt x="2131" y="6358"/>
                    <a:pt x="2284" y="5356"/>
                    <a:pt x="1673" y="4218"/>
                  </a:cubicBezTo>
                  <a:cubicBezTo>
                    <a:pt x="1062" y="3080"/>
                    <a:pt x="-255" y="1647"/>
                    <a:pt x="43" y="958"/>
                  </a:cubicBezTo>
                  <a:cubicBezTo>
                    <a:pt x="341" y="269"/>
                    <a:pt x="2254" y="-203"/>
                    <a:pt x="3459" y="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572" name="Google Shape;572;p9"/>
          <p:cNvSpPr txBox="1"/>
          <p:nvPr/>
        </p:nvSpPr>
        <p:spPr>
          <a:xfrm>
            <a:off x="658100" y="1217868"/>
            <a:ext cx="7585788" cy="1252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Our goal is to develop a system that generates images from hand sketches using deep learning to make the process of concepts designing faster and less cost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3" name="Google Shape;573;p9"/>
          <p:cNvPicPr preferRelativeResize="0"/>
          <p:nvPr/>
        </p:nvPicPr>
        <p:blipFill rotWithShape="1">
          <a:blip r:embed="rId3">
            <a:alphaModFix/>
          </a:blip>
          <a:srcRect t="1985"/>
          <a:stretch/>
        </p:blipFill>
        <p:spPr>
          <a:xfrm>
            <a:off x="849290" y="2579123"/>
            <a:ext cx="1807263" cy="1782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6553" y="2648838"/>
            <a:ext cx="1627853" cy="162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864" y="2656212"/>
            <a:ext cx="1621756" cy="162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9620" y="2656212"/>
            <a:ext cx="1609631" cy="162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0"/>
          <p:cNvSpPr txBox="1">
            <a:spLocks noGrp="1"/>
          </p:cNvSpPr>
          <p:nvPr>
            <p:ph type="title"/>
          </p:nvPr>
        </p:nvSpPr>
        <p:spPr>
          <a:xfrm flipH="1">
            <a:off x="2279082" y="2179350"/>
            <a:ext cx="6151693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Survey</a:t>
            </a:r>
            <a:endParaRPr/>
          </a:p>
        </p:txBody>
      </p:sp>
      <p:grpSp>
        <p:nvGrpSpPr>
          <p:cNvPr id="582" name="Google Shape;582;p10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583" name="Google Shape;583;p10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0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0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0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0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0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0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0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0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0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0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0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0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0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0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0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0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0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0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0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0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0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0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0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0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0"/>
            <p:cNvSpPr/>
            <p:nvPr/>
          </p:nvSpPr>
          <p:spPr>
            <a:xfrm>
              <a:off x="6462709" y="2227961"/>
              <a:ext cx="127528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0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0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0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0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0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0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"/>
          <p:cNvSpPr txBox="1">
            <a:spLocks noGrp="1"/>
          </p:cNvSpPr>
          <p:nvPr>
            <p:ph type="title"/>
          </p:nvPr>
        </p:nvSpPr>
        <p:spPr>
          <a:xfrm>
            <a:off x="720013" y="30574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</a:t>
            </a:r>
            <a:endParaRPr/>
          </a:p>
        </p:txBody>
      </p:sp>
      <p:graphicFrame>
        <p:nvGraphicFramePr>
          <p:cNvPr id="620" name="Google Shape;620;p11"/>
          <p:cNvGraphicFramePr/>
          <p:nvPr/>
        </p:nvGraphicFramePr>
        <p:xfrm>
          <a:off x="641325" y="1083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{046B5513-E762-4628-BE7E-C9AB0EDF94C6}</a:tableStyleId>
              </a:tblPr>
              <a:tblGrid>
                <a:gridCol w="144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Chengying Gao et al. [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[2020]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SketchyCOCO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 Detection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EdgeGAN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87.6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Xiaoyu Xiang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r>
                        <a:rPr lang="en-US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[2021]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Scribble</a:t>
                      </a:r>
                      <a:b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QMUL-Sketch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SketchyCOCO 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AODA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114.8</a:t>
                      </a:r>
                      <a:b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Chengying Gao [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[2020]</a:t>
                      </a:r>
                      <a:endParaRPr sz="14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Sketchy-COCO</a:t>
                      </a:r>
                      <a:endParaRPr sz="14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 Segmentation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 extraction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Attribute vector Generation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Resized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 GAN</a:t>
                      </a:r>
                      <a:endParaRPr sz="14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 80.3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4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2"/>
          <p:cNvSpPr txBox="1">
            <a:spLocks noGrp="1"/>
          </p:cNvSpPr>
          <p:nvPr>
            <p:ph type="title"/>
          </p:nvPr>
        </p:nvSpPr>
        <p:spPr>
          <a:xfrm>
            <a:off x="720000" y="29544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</a:t>
            </a:r>
            <a:endParaRPr/>
          </a:p>
        </p:txBody>
      </p:sp>
      <p:graphicFrame>
        <p:nvGraphicFramePr>
          <p:cNvPr id="626" name="Google Shape;626;p12"/>
          <p:cNvGraphicFramePr/>
          <p:nvPr/>
        </p:nvGraphicFramePr>
        <p:xfrm>
          <a:off x="641338" y="10069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{046B5513-E762-4628-BE7E-C9AB0EDF94C6}</a:tableStyleId>
              </a:tblPr>
              <a:tblGrid>
                <a:gridCol w="16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Runtao Liu</a:t>
                      </a:r>
                      <a:b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[2020]</a:t>
                      </a:r>
                      <a:endParaRPr sz="1400" u="none" strike="noStrike" cap="none"/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ShoeV2</a:t>
                      </a:r>
                      <a:endParaRPr sz="1200" b="0" i="0" u="none" strike="noStrike" cap="small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ChairV2</a:t>
                      </a:r>
                      <a:endParaRPr sz="1200" b="0" i="0" u="none" strike="noStrike" cap="small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Resized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2-stage model </a:t>
                      </a: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 48.73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Subhadeep Koley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et al. </a:t>
                      </a:r>
                      <a:b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175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ShoeV2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5175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Handbags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5175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ChairV2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Colorization</a:t>
                      </a:r>
                      <a:endParaRPr sz="1200" u="none" strike="noStrike" cap="none"/>
                    </a:p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Inpainting</a:t>
                      </a: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Enhancements</a:t>
                      </a:r>
                      <a:endParaRPr sz="1200" u="none" strike="noStrike" cap="none"/>
                    </a:p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Style-transfer </a:t>
                      </a:r>
                      <a:endParaRPr sz="1200" u="none" strike="noStrike" cap="none"/>
                    </a:p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Simple Arithmetic Operations</a:t>
                      </a:r>
                      <a:b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StyleGAN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9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49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</a:rPr>
                        <a:t>35.85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49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</a:rPr>
                        <a:t>100.23 </a:t>
                      </a:r>
                      <a:endParaRPr sz="12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3492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</a:rPr>
                        <a:t>90.21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492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4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Ankan Kumar Bhunia 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b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[2022]</a:t>
                      </a:r>
                      <a:endParaRPr sz="14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Creative Birds</a:t>
                      </a:r>
                      <a:endParaRPr sz="1200" b="0" i="0" u="none" strike="noStrike" cap="small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Creative creatures</a:t>
                      </a:r>
                      <a:endParaRPr sz="1200" b="0" i="0" u="none" strike="noStrike" cap="small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130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Resizing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130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Doodler Former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FID =16.45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=18.71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Yunji Kim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 </a:t>
                      </a:r>
                      <a:b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MS-COCO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Dense Diffusion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SOAI: 77.61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3"/>
          <p:cNvSpPr txBox="1">
            <a:spLocks noGrp="1"/>
          </p:cNvSpPr>
          <p:nvPr>
            <p:ph type="title"/>
          </p:nvPr>
        </p:nvSpPr>
        <p:spPr>
          <a:xfrm>
            <a:off x="720000" y="3160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cont. </a:t>
            </a:r>
            <a:endParaRPr/>
          </a:p>
        </p:txBody>
      </p:sp>
      <p:graphicFrame>
        <p:nvGraphicFramePr>
          <p:cNvPr id="632" name="Google Shape;632;p13"/>
          <p:cNvGraphicFramePr/>
          <p:nvPr/>
        </p:nvGraphicFramePr>
        <p:xfrm>
          <a:off x="641325" y="1062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{046B5513-E762-4628-BE7E-C9AB0EDF94C6}</a:tableStyleId>
              </a:tblPr>
              <a:tblGrid>
                <a:gridCol w="16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Changqing Zou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8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</a:t>
                      </a:r>
                      <a:endParaRPr sz="1200" u="none" strike="noStrike" cap="none"/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130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QuickDraw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130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TU-Berlin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semantic 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Instance segmentation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DeepLab-v3 </a:t>
                      </a:r>
                      <a:endParaRPr sz="12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349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OV Acc=88.38</a:t>
                      </a:r>
                      <a:endParaRPr sz="12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Li Liu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[2017]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175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TU-Berlin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5175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 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DSH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89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MAP: 0.57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89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MAP: 0.783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Sheng-Yu Wang et al.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[2021]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LSUN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QuickDraw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Photosketch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19.94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4"/>
          <p:cNvSpPr txBox="1">
            <a:spLocks noGrp="1"/>
          </p:cNvSpPr>
          <p:nvPr>
            <p:ph type="title"/>
          </p:nvPr>
        </p:nvSpPr>
        <p:spPr>
          <a:xfrm>
            <a:off x="720000" y="3160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cont. </a:t>
            </a:r>
            <a:endParaRPr/>
          </a:p>
        </p:txBody>
      </p:sp>
      <p:graphicFrame>
        <p:nvGraphicFramePr>
          <p:cNvPr id="638" name="Google Shape;638;p14"/>
          <p:cNvGraphicFramePr/>
          <p:nvPr/>
        </p:nvGraphicFramePr>
        <p:xfrm>
          <a:off x="641338" y="111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{046B5513-E762-4628-BE7E-C9AB0EDF94C6}</a:tableStyleId>
              </a:tblPr>
              <a:tblGrid>
                <a:gridCol w="16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Wenjing Huang et al. 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COCO-Animals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EE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Augmentation</a:t>
                      </a:r>
                      <a:endParaRPr sz="1400" u="none" strike="noStrike" cap="none"/>
                    </a:p>
                    <a:p>
                      <a:pPr marL="339725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EE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Sampling</a:t>
                      </a:r>
                      <a:endParaRPr sz="1400" u="none" strike="noStrike" cap="none"/>
                    </a:p>
                    <a:p>
                      <a:pPr marL="339725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EE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Encoding </a:t>
                      </a:r>
                      <a:endParaRPr sz="1400" u="none" strike="noStrike" cap="none"/>
                    </a:p>
                    <a:p>
                      <a:pPr marL="339725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EE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Adding Noise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74675" marR="0" lvl="0" indent="-1174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PFB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6.259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Muyang Li et al.</a:t>
                      </a:r>
                      <a:endParaRPr sz="1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Edges2shoes 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Edges2</a:t>
                      </a: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Handbags 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Resizing 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Converting to arrays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Conditional GAN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=96.514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=130.325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81F5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Yongyi Lu</a:t>
                      </a:r>
                      <a:endParaRPr sz="1200" b="0" i="0" u="none" strike="noStrike" cap="none">
                        <a:solidFill>
                          <a:srgbClr val="081F5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81F5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 [</a:t>
                      </a:r>
                      <a:r>
                        <a:rPr lang="en-US" sz="1200">
                          <a:solidFill>
                            <a:srgbClr val="081F5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</a:t>
                      </a:r>
                      <a:r>
                        <a:rPr lang="en-US" sz="1200" b="0" i="0" u="none" strike="noStrike" cap="none">
                          <a:solidFill>
                            <a:srgbClr val="081F5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 </a:t>
                      </a:r>
                      <a:endParaRPr sz="14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5250" marR="952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CelebA </a:t>
                      </a:r>
                      <a:endParaRPr sz="1200" b="0" i="0" u="none" strike="noStrike" cap="small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CUB-200</a:t>
                      </a:r>
                      <a:endParaRPr sz="1200" b="0" i="0" u="none" strike="noStrike" cap="small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Stanford's Cars 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XDoG </a:t>
                      </a:r>
                      <a:endParaRPr sz="1200" b="0" i="0" u="none" strike="noStrike" cap="small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Photocopy </a:t>
                      </a:r>
                      <a:endParaRPr sz="1200" b="0" i="0" u="none" strike="noStrike" cap="small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3397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small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simplified 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B2A6B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Contextual GAN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B2A6B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Accuracy = 99.8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5"/>
          <p:cNvSpPr txBox="1">
            <a:spLocks noGrp="1"/>
          </p:cNvSpPr>
          <p:nvPr>
            <p:ph type="title"/>
          </p:nvPr>
        </p:nvSpPr>
        <p:spPr>
          <a:xfrm>
            <a:off x="720000" y="3263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cont. </a:t>
            </a:r>
            <a:endParaRPr/>
          </a:p>
        </p:txBody>
      </p:sp>
      <p:graphicFrame>
        <p:nvGraphicFramePr>
          <p:cNvPr id="644" name="Google Shape;644;p15"/>
          <p:cNvGraphicFramePr/>
          <p:nvPr/>
        </p:nvGraphicFramePr>
        <p:xfrm>
          <a:off x="641338" y="1058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{046B5513-E762-4628-BE7E-C9AB0EDF94C6}</a:tableStyleId>
              </a:tblPr>
              <a:tblGrid>
                <a:gridCol w="16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Wengling Chen </a:t>
                      </a:r>
                      <a:endParaRPr sz="11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endParaRPr sz="11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[1</a:t>
                      </a:r>
                      <a:r>
                        <a:rPr lang="en-US" sz="11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</a:t>
                      </a:r>
                      <a:r>
                        <a:rPr lang="en-US" sz="11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</a:t>
                      </a:r>
                      <a:endParaRPr sz="11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5175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ImageNet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5175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COCO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Filter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8925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Resize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SketchyGAN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Inception Score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= 7.91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Wengling Chen 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r>
                        <a:rPr lang="en-US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[1</a:t>
                      </a: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r>
                        <a:rPr lang="en-US" sz="1200" b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28067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b="0" i="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Resizing</a:t>
                      </a:r>
                      <a:endParaRPr sz="1200" b="0" i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MRU</a:t>
                      </a: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Insception Score=7.90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Comments on survey</a:t>
            </a:r>
            <a:endParaRPr/>
          </a:p>
        </p:txBody>
      </p:sp>
      <p:sp>
        <p:nvSpPr>
          <p:cNvPr id="650" name="Google Shape;650;p16"/>
          <p:cNvSpPr txBox="1"/>
          <p:nvPr/>
        </p:nvSpPr>
        <p:spPr>
          <a:xfrm>
            <a:off x="560100" y="1391100"/>
            <a:ext cx="8023800" cy="3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architectures for this task are </a:t>
            </a:r>
            <a:r>
              <a:rPr lang="en-US"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GANs</a:t>
            </a: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GANs</a:t>
            </a: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are much limited to specific domains which gives </a:t>
            </a:r>
            <a:r>
              <a:rPr lang="en-US"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advantage</a:t>
            </a: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to </a:t>
            </a:r>
            <a:r>
              <a:rPr lang="en-US"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Diffusion Models</a:t>
            </a: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Diffusion Models</a:t>
            </a: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are more generalized which makes them suitable for non-domain-specific problems.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Fréchet inception distance (FID score)</a:t>
            </a:r>
            <a:r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score is the common measurement.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Normalization</a:t>
            </a: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sz="1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Resizing</a:t>
            </a: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are necessary preprocessing steps.</a:t>
            </a:r>
            <a:b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7"/>
          <p:cNvSpPr txBox="1">
            <a:spLocks noGrp="1"/>
          </p:cNvSpPr>
          <p:nvPr>
            <p:ph type="title"/>
          </p:nvPr>
        </p:nvSpPr>
        <p:spPr>
          <a:xfrm flipH="1">
            <a:off x="2066549" y="2179350"/>
            <a:ext cx="6364226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System Architecture</a:t>
            </a:r>
            <a:endParaRPr/>
          </a:p>
        </p:txBody>
      </p:sp>
      <p:grpSp>
        <p:nvGrpSpPr>
          <p:cNvPr id="656" name="Google Shape;656;p17"/>
          <p:cNvGrpSpPr/>
          <p:nvPr/>
        </p:nvGrpSpPr>
        <p:grpSpPr>
          <a:xfrm>
            <a:off x="-98813" y="1379450"/>
            <a:ext cx="3370076" cy="3916551"/>
            <a:chOff x="-98813" y="1379450"/>
            <a:chExt cx="3370076" cy="3916551"/>
          </a:xfrm>
        </p:grpSpPr>
        <p:sp>
          <p:nvSpPr>
            <p:cNvPr id="657" name="Google Shape;657;p17"/>
            <p:cNvSpPr/>
            <p:nvPr/>
          </p:nvSpPr>
          <p:spPr>
            <a:xfrm rot="-1738578" flipH="1">
              <a:off x="841101" y="3006392"/>
              <a:ext cx="711304" cy="86295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7"/>
            <p:cNvSpPr/>
            <p:nvPr/>
          </p:nvSpPr>
          <p:spPr>
            <a:xfrm flipH="1">
              <a:off x="494364" y="2338580"/>
              <a:ext cx="887179" cy="1103662"/>
            </a:xfrm>
            <a:custGeom>
              <a:avLst/>
              <a:gdLst/>
              <a:ahLst/>
              <a:cxnLst/>
              <a:rect l="l" t="t" r="r" b="b"/>
              <a:pathLst>
                <a:path w="7307" h="9090" extrusionOk="0">
                  <a:moveTo>
                    <a:pt x="5278" y="0"/>
                  </a:moveTo>
                  <a:lnTo>
                    <a:pt x="1603" y="1159"/>
                  </a:lnTo>
                  <a:lnTo>
                    <a:pt x="2979" y="5522"/>
                  </a:lnTo>
                  <a:cubicBezTo>
                    <a:pt x="2381" y="5767"/>
                    <a:pt x="1847" y="6156"/>
                    <a:pt x="1413" y="6663"/>
                  </a:cubicBezTo>
                  <a:cubicBezTo>
                    <a:pt x="996" y="7152"/>
                    <a:pt x="508" y="7686"/>
                    <a:pt x="1" y="8111"/>
                  </a:cubicBezTo>
                  <a:cubicBezTo>
                    <a:pt x="182" y="8265"/>
                    <a:pt x="372" y="8401"/>
                    <a:pt x="490" y="8510"/>
                  </a:cubicBezTo>
                  <a:cubicBezTo>
                    <a:pt x="915" y="8872"/>
                    <a:pt x="1331" y="9080"/>
                    <a:pt x="1893" y="9089"/>
                  </a:cubicBezTo>
                  <a:cubicBezTo>
                    <a:pt x="1900" y="9089"/>
                    <a:pt x="1908" y="9089"/>
                    <a:pt x="1915" y="9089"/>
                  </a:cubicBezTo>
                  <a:cubicBezTo>
                    <a:pt x="3072" y="9089"/>
                    <a:pt x="3990" y="8406"/>
                    <a:pt x="4943" y="7840"/>
                  </a:cubicBezTo>
                  <a:cubicBezTo>
                    <a:pt x="5269" y="7650"/>
                    <a:pt x="5586" y="7441"/>
                    <a:pt x="5894" y="7233"/>
                  </a:cubicBezTo>
                  <a:cubicBezTo>
                    <a:pt x="6319" y="6717"/>
                    <a:pt x="6709" y="6174"/>
                    <a:pt x="7089" y="5622"/>
                  </a:cubicBezTo>
                  <a:cubicBezTo>
                    <a:pt x="7161" y="5522"/>
                    <a:pt x="7234" y="5414"/>
                    <a:pt x="7306" y="5305"/>
                  </a:cubicBezTo>
                  <a:lnTo>
                    <a:pt x="6953" y="5287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7"/>
            <p:cNvSpPr/>
            <p:nvPr/>
          </p:nvSpPr>
          <p:spPr>
            <a:xfrm>
              <a:off x="215770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7"/>
            <p:cNvSpPr/>
            <p:nvPr/>
          </p:nvSpPr>
          <p:spPr>
            <a:xfrm>
              <a:off x="1198556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7"/>
            <p:cNvSpPr/>
            <p:nvPr/>
          </p:nvSpPr>
          <p:spPr>
            <a:xfrm rot="252422">
              <a:off x="664110" y="2687103"/>
              <a:ext cx="405225" cy="248896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7"/>
            <p:cNvSpPr/>
            <p:nvPr/>
          </p:nvSpPr>
          <p:spPr>
            <a:xfrm>
              <a:off x="575042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7"/>
            <p:cNvSpPr/>
            <p:nvPr/>
          </p:nvSpPr>
          <p:spPr>
            <a:xfrm flipH="1">
              <a:off x="170493" y="3556126"/>
              <a:ext cx="1398215" cy="1344671"/>
            </a:xfrm>
            <a:custGeom>
              <a:avLst/>
              <a:gdLst/>
              <a:ahLst/>
              <a:cxnLst/>
              <a:rect l="l" t="t" r="r" b="b"/>
              <a:pathLst>
                <a:path w="11516" h="11075" extrusionOk="0">
                  <a:moveTo>
                    <a:pt x="10364" y="0"/>
                  </a:moveTo>
                  <a:cubicBezTo>
                    <a:pt x="10335" y="0"/>
                    <a:pt x="10305" y="3"/>
                    <a:pt x="10276" y="8"/>
                  </a:cubicBezTo>
                  <a:cubicBezTo>
                    <a:pt x="10031" y="54"/>
                    <a:pt x="9877" y="298"/>
                    <a:pt x="9760" y="524"/>
                  </a:cubicBezTo>
                  <a:cubicBezTo>
                    <a:pt x="9045" y="1991"/>
                    <a:pt x="8845" y="3693"/>
                    <a:pt x="7994" y="5078"/>
                  </a:cubicBezTo>
                  <a:cubicBezTo>
                    <a:pt x="7732" y="5503"/>
                    <a:pt x="7388" y="5911"/>
                    <a:pt x="6908" y="6038"/>
                  </a:cubicBezTo>
                  <a:cubicBezTo>
                    <a:pt x="6793" y="6070"/>
                    <a:pt x="6677" y="6084"/>
                    <a:pt x="6560" y="6084"/>
                  </a:cubicBezTo>
                  <a:cubicBezTo>
                    <a:pt x="6115" y="6084"/>
                    <a:pt x="5664" y="5876"/>
                    <a:pt x="5270" y="5639"/>
                  </a:cubicBezTo>
                  <a:cubicBezTo>
                    <a:pt x="3658" y="4680"/>
                    <a:pt x="2264" y="3249"/>
                    <a:pt x="436" y="2824"/>
                  </a:cubicBezTo>
                  <a:cubicBezTo>
                    <a:pt x="300" y="2788"/>
                    <a:pt x="155" y="2760"/>
                    <a:pt x="1" y="2760"/>
                  </a:cubicBezTo>
                  <a:cubicBezTo>
                    <a:pt x="481" y="4354"/>
                    <a:pt x="1169" y="6273"/>
                    <a:pt x="1540" y="7432"/>
                  </a:cubicBezTo>
                  <a:cubicBezTo>
                    <a:pt x="1630" y="7694"/>
                    <a:pt x="1694" y="7920"/>
                    <a:pt x="1739" y="8092"/>
                  </a:cubicBezTo>
                  <a:cubicBezTo>
                    <a:pt x="1821" y="8192"/>
                    <a:pt x="1893" y="8292"/>
                    <a:pt x="1974" y="8382"/>
                  </a:cubicBezTo>
                  <a:cubicBezTo>
                    <a:pt x="2780" y="9360"/>
                    <a:pt x="3776" y="10202"/>
                    <a:pt x="4944" y="10681"/>
                  </a:cubicBezTo>
                  <a:cubicBezTo>
                    <a:pt x="5559" y="10934"/>
                    <a:pt x="6228" y="11074"/>
                    <a:pt x="6892" y="11074"/>
                  </a:cubicBezTo>
                  <a:cubicBezTo>
                    <a:pt x="7488" y="11074"/>
                    <a:pt x="8080" y="10962"/>
                    <a:pt x="8628" y="10718"/>
                  </a:cubicBezTo>
                  <a:cubicBezTo>
                    <a:pt x="9660" y="10256"/>
                    <a:pt x="10421" y="9378"/>
                    <a:pt x="11244" y="8572"/>
                  </a:cubicBezTo>
                  <a:cubicBezTo>
                    <a:pt x="11253" y="7911"/>
                    <a:pt x="11344" y="3150"/>
                    <a:pt x="11516" y="1068"/>
                  </a:cubicBezTo>
                  <a:cubicBezTo>
                    <a:pt x="11362" y="832"/>
                    <a:pt x="11190" y="606"/>
                    <a:pt x="11000" y="389"/>
                  </a:cubicBezTo>
                  <a:cubicBezTo>
                    <a:pt x="10830" y="194"/>
                    <a:pt x="10609" y="0"/>
                    <a:pt x="10364" y="0"/>
                  </a:cubicBezTo>
                  <a:close/>
                </a:path>
              </a:pathLst>
            </a:custGeom>
            <a:solidFill>
              <a:srgbClr val="002D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7"/>
            <p:cNvSpPr/>
            <p:nvPr/>
          </p:nvSpPr>
          <p:spPr>
            <a:xfrm flipH="1">
              <a:off x="-98813" y="2970175"/>
              <a:ext cx="1737813" cy="2325826"/>
            </a:xfrm>
            <a:custGeom>
              <a:avLst/>
              <a:gdLst/>
              <a:ahLst/>
              <a:cxnLst/>
              <a:rect l="l" t="t" r="r" b="b"/>
              <a:pathLst>
                <a:path w="14313" h="19156" extrusionOk="0">
                  <a:moveTo>
                    <a:pt x="9272" y="0"/>
                  </a:moveTo>
                  <a:cubicBezTo>
                    <a:pt x="9271" y="0"/>
                    <a:pt x="9270" y="0"/>
                    <a:pt x="9270" y="0"/>
                  </a:cubicBezTo>
                  <a:cubicBezTo>
                    <a:pt x="9270" y="0"/>
                    <a:pt x="9252" y="9"/>
                    <a:pt x="9216" y="28"/>
                  </a:cubicBezTo>
                  <a:cubicBezTo>
                    <a:pt x="9207" y="37"/>
                    <a:pt x="9198" y="37"/>
                    <a:pt x="9180" y="46"/>
                  </a:cubicBezTo>
                  <a:cubicBezTo>
                    <a:pt x="8682" y="335"/>
                    <a:pt x="6048" y="1829"/>
                    <a:pt x="4418" y="2553"/>
                  </a:cubicBezTo>
                  <a:cubicBezTo>
                    <a:pt x="3871" y="2796"/>
                    <a:pt x="3441" y="2953"/>
                    <a:pt x="3236" y="2953"/>
                  </a:cubicBezTo>
                  <a:cubicBezTo>
                    <a:pt x="3173" y="2953"/>
                    <a:pt x="3132" y="2938"/>
                    <a:pt x="3115" y="2906"/>
                  </a:cubicBezTo>
                  <a:cubicBezTo>
                    <a:pt x="2952" y="2589"/>
                    <a:pt x="3848" y="1639"/>
                    <a:pt x="4527" y="978"/>
                  </a:cubicBezTo>
                  <a:cubicBezTo>
                    <a:pt x="4907" y="598"/>
                    <a:pt x="5224" y="317"/>
                    <a:pt x="5224" y="317"/>
                  </a:cubicBezTo>
                  <a:lnTo>
                    <a:pt x="5224" y="317"/>
                  </a:lnTo>
                  <a:lnTo>
                    <a:pt x="4726" y="372"/>
                  </a:lnTo>
                  <a:cubicBezTo>
                    <a:pt x="4518" y="399"/>
                    <a:pt x="4319" y="480"/>
                    <a:pt x="4156" y="607"/>
                  </a:cubicBezTo>
                  <a:cubicBezTo>
                    <a:pt x="4002" y="725"/>
                    <a:pt x="3830" y="869"/>
                    <a:pt x="3649" y="1023"/>
                  </a:cubicBezTo>
                  <a:lnTo>
                    <a:pt x="3640" y="1023"/>
                  </a:lnTo>
                  <a:cubicBezTo>
                    <a:pt x="3323" y="1295"/>
                    <a:pt x="2961" y="1603"/>
                    <a:pt x="2599" y="1938"/>
                  </a:cubicBezTo>
                  <a:cubicBezTo>
                    <a:pt x="1422" y="3015"/>
                    <a:pt x="200" y="4318"/>
                    <a:pt x="73" y="5061"/>
                  </a:cubicBezTo>
                  <a:cubicBezTo>
                    <a:pt x="1" y="5468"/>
                    <a:pt x="236" y="6446"/>
                    <a:pt x="580" y="7586"/>
                  </a:cubicBezTo>
                  <a:cubicBezTo>
                    <a:pt x="1060" y="9180"/>
                    <a:pt x="1748" y="11099"/>
                    <a:pt x="2119" y="12258"/>
                  </a:cubicBezTo>
                  <a:cubicBezTo>
                    <a:pt x="2209" y="12520"/>
                    <a:pt x="2273" y="12746"/>
                    <a:pt x="2318" y="12918"/>
                  </a:cubicBezTo>
                  <a:cubicBezTo>
                    <a:pt x="2345" y="13000"/>
                    <a:pt x="2363" y="13072"/>
                    <a:pt x="2372" y="13127"/>
                  </a:cubicBezTo>
                  <a:cubicBezTo>
                    <a:pt x="2553" y="14141"/>
                    <a:pt x="2010" y="19156"/>
                    <a:pt x="2010" y="19156"/>
                  </a:cubicBezTo>
                  <a:lnTo>
                    <a:pt x="14313" y="19156"/>
                  </a:lnTo>
                  <a:lnTo>
                    <a:pt x="11814" y="13480"/>
                  </a:lnTo>
                  <a:cubicBezTo>
                    <a:pt x="11814" y="13480"/>
                    <a:pt x="11814" y="13453"/>
                    <a:pt x="11823" y="13398"/>
                  </a:cubicBezTo>
                  <a:cubicBezTo>
                    <a:pt x="11832" y="12737"/>
                    <a:pt x="11923" y="7976"/>
                    <a:pt x="12095" y="5894"/>
                  </a:cubicBezTo>
                  <a:cubicBezTo>
                    <a:pt x="12104" y="5794"/>
                    <a:pt x="12113" y="5694"/>
                    <a:pt x="12122" y="5613"/>
                  </a:cubicBezTo>
                  <a:cubicBezTo>
                    <a:pt x="12122" y="5559"/>
                    <a:pt x="12131" y="5504"/>
                    <a:pt x="12140" y="5459"/>
                  </a:cubicBezTo>
                  <a:cubicBezTo>
                    <a:pt x="12140" y="5414"/>
                    <a:pt x="12149" y="5369"/>
                    <a:pt x="12158" y="5323"/>
                  </a:cubicBezTo>
                  <a:cubicBezTo>
                    <a:pt x="12158" y="5269"/>
                    <a:pt x="12167" y="5224"/>
                    <a:pt x="12176" y="5178"/>
                  </a:cubicBezTo>
                  <a:cubicBezTo>
                    <a:pt x="12185" y="5151"/>
                    <a:pt x="12185" y="5133"/>
                    <a:pt x="12185" y="5115"/>
                  </a:cubicBezTo>
                  <a:cubicBezTo>
                    <a:pt x="12439" y="3848"/>
                    <a:pt x="12412" y="1657"/>
                    <a:pt x="11506" y="824"/>
                  </a:cubicBezTo>
                  <a:cubicBezTo>
                    <a:pt x="10629" y="9"/>
                    <a:pt x="9327" y="0"/>
                    <a:pt x="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141445" y="3141320"/>
              <a:ext cx="711312" cy="86296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257606" y="3766715"/>
              <a:ext cx="2076849" cy="979236"/>
            </a:xfrm>
            <a:custGeom>
              <a:avLst/>
              <a:gdLst/>
              <a:ahLst/>
              <a:cxnLst/>
              <a:rect l="l" t="t" r="r" b="b"/>
              <a:pathLst>
                <a:path w="17790" h="8388" extrusionOk="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7"/>
            <p:cNvSpPr/>
            <p:nvPr/>
          </p:nvSpPr>
          <p:spPr>
            <a:xfrm>
              <a:off x="818797" y="4164343"/>
              <a:ext cx="142776" cy="139624"/>
            </a:xfrm>
            <a:custGeom>
              <a:avLst/>
              <a:gdLst/>
              <a:ahLst/>
              <a:cxnLst/>
              <a:rect l="l" t="t" r="r" b="b"/>
              <a:pathLst>
                <a:path w="1223" h="1196" extrusionOk="0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404404" y="1668279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1117011" y="2293157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1091066" y="2422553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7"/>
            <p:cNvSpPr/>
            <p:nvPr/>
          </p:nvSpPr>
          <p:spPr>
            <a:xfrm>
              <a:off x="933857" y="2072185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7"/>
            <p:cNvSpPr/>
            <p:nvPr/>
          </p:nvSpPr>
          <p:spPr>
            <a:xfrm>
              <a:off x="1330947" y="2154857"/>
              <a:ext cx="150394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1292140" y="2294147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954745" y="2213454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1287193" y="2435305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714974" y="2297995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1052259" y="2579762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1002568" y="2452345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1028403" y="2524354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497959" y="2157386"/>
              <a:ext cx="127527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368475" y="1379450"/>
              <a:ext cx="1237250" cy="1253974"/>
            </a:xfrm>
            <a:custGeom>
              <a:avLst/>
              <a:gdLst/>
              <a:ahLst/>
              <a:cxnLst/>
              <a:rect l="l" t="t" r="r" b="b"/>
              <a:pathLst>
                <a:path w="11190" h="11341" extrusionOk="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" name="Google Shape;682;p17"/>
            <p:cNvGrpSpPr/>
            <p:nvPr/>
          </p:nvGrpSpPr>
          <p:grpSpPr>
            <a:xfrm>
              <a:off x="1236532" y="3731122"/>
              <a:ext cx="1981507" cy="1412357"/>
              <a:chOff x="1236532" y="3731122"/>
              <a:chExt cx="1981507" cy="1412357"/>
            </a:xfrm>
          </p:grpSpPr>
          <p:sp>
            <p:nvSpPr>
              <p:cNvPr id="683" name="Google Shape;683;p17"/>
              <p:cNvSpPr/>
              <p:nvPr/>
            </p:nvSpPr>
            <p:spPr>
              <a:xfrm>
                <a:off x="1236532" y="4704499"/>
                <a:ext cx="1796489" cy="438980"/>
              </a:xfrm>
              <a:custGeom>
                <a:avLst/>
                <a:gdLst/>
                <a:ahLst/>
                <a:cxnLst/>
                <a:rect l="l" t="t" r="r" b="b"/>
                <a:pathLst>
                  <a:path w="16341" h="3993" extrusionOk="0">
                    <a:moveTo>
                      <a:pt x="0" y="0"/>
                    </a:moveTo>
                    <a:lnTo>
                      <a:pt x="0" y="3992"/>
                    </a:lnTo>
                    <a:lnTo>
                      <a:pt x="15734" y="3992"/>
                    </a:lnTo>
                    <a:cubicBezTo>
                      <a:pt x="16068" y="3992"/>
                      <a:pt x="16340" y="3721"/>
                      <a:pt x="16340" y="3377"/>
                    </a:cubicBezTo>
                    <a:lnTo>
                      <a:pt x="163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>
                <a:off x="1337013" y="4633810"/>
                <a:ext cx="85300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7759" h="644" extrusionOk="0">
                    <a:moveTo>
                      <a:pt x="0" y="1"/>
                    </a:moveTo>
                    <a:lnTo>
                      <a:pt x="0" y="643"/>
                    </a:lnTo>
                    <a:lnTo>
                      <a:pt x="7758" y="643"/>
                    </a:lnTo>
                    <a:lnTo>
                      <a:pt x="77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>
                <a:off x="1837554" y="4633810"/>
                <a:ext cx="1213270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644" extrusionOk="0">
                    <a:moveTo>
                      <a:pt x="1" y="1"/>
                    </a:moveTo>
                    <a:lnTo>
                      <a:pt x="1" y="643"/>
                    </a:lnTo>
                    <a:lnTo>
                      <a:pt x="11036" y="643"/>
                    </a:lnTo>
                    <a:lnTo>
                      <a:pt x="11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>
                <a:off x="1837554" y="3731122"/>
                <a:ext cx="1380485" cy="902807"/>
              </a:xfrm>
              <a:custGeom>
                <a:avLst/>
                <a:gdLst/>
                <a:ahLst/>
                <a:cxnLst/>
                <a:rect l="l" t="t" r="r" b="b"/>
                <a:pathLst>
                  <a:path w="12557" h="8212" extrusionOk="0">
                    <a:moveTo>
                      <a:pt x="1848" y="1"/>
                    </a:moveTo>
                    <a:cubicBezTo>
                      <a:pt x="1685" y="1"/>
                      <a:pt x="1540" y="128"/>
                      <a:pt x="1504" y="291"/>
                    </a:cubicBezTo>
                    <a:lnTo>
                      <a:pt x="1" y="8212"/>
                    </a:lnTo>
                    <a:lnTo>
                      <a:pt x="11036" y="8212"/>
                    </a:lnTo>
                    <a:lnTo>
                      <a:pt x="12512" y="417"/>
                    </a:lnTo>
                    <a:cubicBezTo>
                      <a:pt x="12557" y="200"/>
                      <a:pt x="12394" y="1"/>
                      <a:pt x="12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7" name="Google Shape;687;p17"/>
            <p:cNvSpPr/>
            <p:nvPr/>
          </p:nvSpPr>
          <p:spPr>
            <a:xfrm>
              <a:off x="434420" y="3141692"/>
              <a:ext cx="280500" cy="322100"/>
            </a:xfrm>
            <a:custGeom>
              <a:avLst/>
              <a:gdLst/>
              <a:ahLst/>
              <a:cxnLst/>
              <a:rect l="l" t="t" r="r" b="b"/>
              <a:pathLst>
                <a:path w="11220" h="12884" extrusionOk="0">
                  <a:moveTo>
                    <a:pt x="3459" y="86"/>
                  </a:moveTo>
                  <a:cubicBezTo>
                    <a:pt x="4665" y="375"/>
                    <a:pt x="5995" y="575"/>
                    <a:pt x="7276" y="2690"/>
                  </a:cubicBezTo>
                  <a:cubicBezTo>
                    <a:pt x="8557" y="4805"/>
                    <a:pt x="11741" y="11927"/>
                    <a:pt x="11147" y="12776"/>
                  </a:cubicBezTo>
                  <a:cubicBezTo>
                    <a:pt x="10553" y="13625"/>
                    <a:pt x="5289" y="9210"/>
                    <a:pt x="3710" y="7784"/>
                  </a:cubicBezTo>
                  <a:cubicBezTo>
                    <a:pt x="2131" y="6358"/>
                    <a:pt x="2284" y="5356"/>
                    <a:pt x="1673" y="4218"/>
                  </a:cubicBezTo>
                  <a:cubicBezTo>
                    <a:pt x="1062" y="3080"/>
                    <a:pt x="-255" y="1647"/>
                    <a:pt x="43" y="958"/>
                  </a:cubicBezTo>
                  <a:cubicBezTo>
                    <a:pt x="341" y="269"/>
                    <a:pt x="2254" y="-203"/>
                    <a:pt x="3459" y="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System Architecture </a:t>
            </a:r>
            <a:endParaRPr/>
          </a:p>
        </p:txBody>
      </p:sp>
      <p:cxnSp>
        <p:nvCxnSpPr>
          <p:cNvPr id="693" name="Google Shape;693;p18"/>
          <p:cNvCxnSpPr/>
          <p:nvPr/>
        </p:nvCxnSpPr>
        <p:spPr>
          <a:xfrm>
            <a:off x="1981475" y="2964325"/>
            <a:ext cx="7035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117"/>
              </a:srgbClr>
            </a:outerShdw>
          </a:effectLst>
        </p:spPr>
      </p:cxnSp>
      <p:pic>
        <p:nvPicPr>
          <p:cNvPr id="694" name="Google Shape;694;p18"/>
          <p:cNvPicPr preferRelativeResize="0"/>
          <p:nvPr/>
        </p:nvPicPr>
        <p:blipFill rotWithShape="1">
          <a:blip r:embed="rId3">
            <a:alphaModFix/>
          </a:blip>
          <a:srcRect t="1985"/>
          <a:stretch/>
        </p:blipFill>
        <p:spPr>
          <a:xfrm>
            <a:off x="935236" y="2424080"/>
            <a:ext cx="1065853" cy="105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0442" y="2313655"/>
            <a:ext cx="1148940" cy="1148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6" name="Google Shape;696;p18"/>
          <p:cNvGrpSpPr/>
          <p:nvPr/>
        </p:nvGrpSpPr>
        <p:grpSpPr>
          <a:xfrm>
            <a:off x="2661085" y="1580108"/>
            <a:ext cx="3929359" cy="2616035"/>
            <a:chOff x="3891569" y="1496185"/>
            <a:chExt cx="1061100" cy="706731"/>
          </a:xfrm>
        </p:grpSpPr>
        <p:cxnSp>
          <p:nvCxnSpPr>
            <p:cNvPr id="697" name="Google Shape;697;p18"/>
            <p:cNvCxnSpPr>
              <a:stCxn id="698" idx="2"/>
            </p:cNvCxnSpPr>
            <p:nvPr/>
          </p:nvCxnSpPr>
          <p:spPr>
            <a:xfrm rot="10800000" flipH="1">
              <a:off x="3891569" y="1857509"/>
              <a:ext cx="1061100" cy="15600"/>
            </a:xfrm>
            <a:prstGeom prst="straightConnector1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40000" dist="23000" dir="5400000" rotWithShape="0">
                <a:srgbClr val="000000">
                  <a:alpha val="34117"/>
                </a:srgbClr>
              </a:outerShdw>
            </a:effectLst>
          </p:spPr>
        </p:cxnSp>
        <p:grpSp>
          <p:nvGrpSpPr>
            <p:cNvPr id="699" name="Google Shape;699;p18"/>
            <p:cNvGrpSpPr/>
            <p:nvPr/>
          </p:nvGrpSpPr>
          <p:grpSpPr>
            <a:xfrm>
              <a:off x="3891569" y="1779209"/>
              <a:ext cx="477245" cy="423707"/>
              <a:chOff x="3891569" y="1779209"/>
              <a:chExt cx="477245" cy="423707"/>
            </a:xfrm>
          </p:grpSpPr>
          <p:grpSp>
            <p:nvGrpSpPr>
              <p:cNvPr id="700" name="Google Shape;700;p18"/>
              <p:cNvGrpSpPr/>
              <p:nvPr/>
            </p:nvGrpSpPr>
            <p:grpSpPr>
              <a:xfrm>
                <a:off x="3929014" y="1881638"/>
                <a:ext cx="439800" cy="321278"/>
                <a:chOff x="3929014" y="1881638"/>
                <a:chExt cx="439800" cy="321278"/>
              </a:xfrm>
            </p:grpSpPr>
            <p:cxnSp>
              <p:nvCxnSpPr>
                <p:cNvPr id="701" name="Google Shape;701;p18"/>
                <p:cNvCxnSpPr/>
                <p:nvPr/>
              </p:nvCxnSpPr>
              <p:spPr>
                <a:xfrm rot="10800000">
                  <a:off x="3988388" y="1881638"/>
                  <a:ext cx="0" cy="291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117"/>
                    </a:srgbClr>
                  </a:outerShdw>
                </a:effectLst>
              </p:spPr>
            </p:cxnSp>
            <p:sp>
              <p:nvSpPr>
                <p:cNvPr id="702" name="Google Shape;702;p18"/>
                <p:cNvSpPr/>
                <p:nvPr/>
              </p:nvSpPr>
              <p:spPr>
                <a:xfrm>
                  <a:off x="3929014" y="2103016"/>
                  <a:ext cx="439800" cy="999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Preprocessing</a:t>
                  </a: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98" name="Google Shape;698;p18"/>
              <p:cNvSpPr/>
              <p:nvPr/>
            </p:nvSpPr>
            <p:spPr>
              <a:xfrm>
                <a:off x="3891569" y="1779209"/>
                <a:ext cx="187800" cy="187800"/>
              </a:xfrm>
              <a:prstGeom prst="ellipse">
                <a:avLst/>
              </a:prstGeom>
              <a:solidFill>
                <a:srgbClr val="99C7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3" name="Google Shape;703;p18"/>
            <p:cNvGrpSpPr/>
            <p:nvPr/>
          </p:nvGrpSpPr>
          <p:grpSpPr>
            <a:xfrm>
              <a:off x="4252606" y="1496185"/>
              <a:ext cx="605822" cy="463587"/>
              <a:chOff x="4252606" y="1496185"/>
              <a:chExt cx="605822" cy="463587"/>
            </a:xfrm>
          </p:grpSpPr>
          <p:grpSp>
            <p:nvGrpSpPr>
              <p:cNvPr id="704" name="Google Shape;704;p18"/>
              <p:cNvGrpSpPr/>
              <p:nvPr/>
            </p:nvGrpSpPr>
            <p:grpSpPr>
              <a:xfrm>
                <a:off x="4290828" y="1496185"/>
                <a:ext cx="567600" cy="361376"/>
                <a:chOff x="4290828" y="1496185"/>
                <a:chExt cx="567600" cy="361376"/>
              </a:xfrm>
            </p:grpSpPr>
            <p:cxnSp>
              <p:nvCxnSpPr>
                <p:cNvPr id="705" name="Google Shape;705;p18"/>
                <p:cNvCxnSpPr/>
                <p:nvPr/>
              </p:nvCxnSpPr>
              <p:spPr>
                <a:xfrm rot="10800000">
                  <a:off x="4349995" y="1565661"/>
                  <a:ext cx="0" cy="2919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117"/>
                    </a:srgbClr>
                  </a:outerShdw>
                </a:effectLst>
              </p:spPr>
            </p:cxnSp>
            <p:sp>
              <p:nvSpPr>
                <p:cNvPr id="706" name="Google Shape;706;p18"/>
                <p:cNvSpPr/>
                <p:nvPr/>
              </p:nvSpPr>
              <p:spPr>
                <a:xfrm>
                  <a:off x="4290828" y="1496185"/>
                  <a:ext cx="567600" cy="999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Generative Model</a:t>
                  </a: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7" name="Google Shape;707;p18"/>
              <p:cNvSpPr/>
              <p:nvPr/>
            </p:nvSpPr>
            <p:spPr>
              <a:xfrm>
                <a:off x="4252606" y="1771972"/>
                <a:ext cx="187800" cy="187800"/>
              </a:xfrm>
              <a:prstGeom prst="ellipse">
                <a:avLst/>
              </a:prstGeom>
              <a:solidFill>
                <a:srgbClr val="99C7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8" name="Google Shape;708;p18"/>
            <p:cNvSpPr/>
            <p:nvPr/>
          </p:nvSpPr>
          <p:spPr>
            <a:xfrm>
              <a:off x="4613643" y="1763716"/>
              <a:ext cx="187800" cy="187800"/>
            </a:xfrm>
            <a:prstGeom prst="ellipse">
              <a:avLst/>
            </a:prstGeom>
            <a:solidFill>
              <a:srgbClr val="99C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0"/>
          <p:cNvSpPr txBox="1">
            <a:spLocks noGrp="1"/>
          </p:cNvSpPr>
          <p:nvPr>
            <p:ph type="title"/>
          </p:nvPr>
        </p:nvSpPr>
        <p:spPr>
          <a:xfrm flipH="1">
            <a:off x="3354175" y="2179350"/>
            <a:ext cx="56736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>
                <a:solidFill>
                  <a:srgbClr val="56A3F3"/>
                </a:solidFill>
              </a:rPr>
              <a:t>Implementation Results</a:t>
            </a:r>
            <a:endParaRPr>
              <a:solidFill>
                <a:srgbClr val="56A3F3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>
              <a:solidFill>
                <a:srgbClr val="56A3F3"/>
              </a:solidFill>
            </a:endParaRPr>
          </a:p>
        </p:txBody>
      </p:sp>
      <p:grpSp>
        <p:nvGrpSpPr>
          <p:cNvPr id="714" name="Google Shape;714;p20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715" name="Google Shape;715;p20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0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0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0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20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20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20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6462709" y="2227961"/>
              <a:ext cx="127528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0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7" name="Google Shape;747;p20"/>
          <p:cNvSpPr txBox="1">
            <a:spLocks noGrp="1"/>
          </p:cNvSpPr>
          <p:nvPr>
            <p:ph type="title" idx="2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Common Datasets</a:t>
            </a:r>
            <a:endParaRPr>
              <a:solidFill>
                <a:srgbClr val="3CBCF3"/>
              </a:solidFill>
            </a:endParaRPr>
          </a:p>
        </p:txBody>
      </p:sp>
      <p:graphicFrame>
        <p:nvGraphicFramePr>
          <p:cNvPr id="753" name="Google Shape;753;p19"/>
          <p:cNvGraphicFramePr/>
          <p:nvPr/>
        </p:nvGraphicFramePr>
        <p:xfrm>
          <a:off x="793367" y="1177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{86BB51DC-A39C-41C9-BDAB-A09E402FDBFE}</a:tableStyleId>
              </a:tblPr>
              <a:tblGrid>
                <a:gridCol w="154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Name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QuickDraw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Sketchy</a:t>
                      </a: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COCO</a:t>
                      </a:r>
                      <a:b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</a:b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(single object ve</a:t>
                      </a:r>
                      <a:r>
                        <a:rPr lang="en-US" b="1">
                          <a:solidFill>
                            <a:schemeClr val="lt1"/>
                          </a:solidFill>
                        </a:rPr>
                        <a:t>rsion</a:t>
                      </a: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)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TU-Berlin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Size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50M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sketches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20</a:t>
                      </a: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K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triplets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(image - sketch - edge map)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20K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sketches for </a:t>
                      </a: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100K+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images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Categories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345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categories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14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categories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250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categories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Comments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single object sketches labeled with their names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sketches 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didn’t describe the object in the real image and the images are badly segmented 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it’s a 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large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size dataset 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and non-paired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cde5258f47_4_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Common Datasets</a:t>
            </a:r>
            <a:endParaRPr>
              <a:solidFill>
                <a:srgbClr val="3CBCF3"/>
              </a:solidFill>
            </a:endParaRPr>
          </a:p>
        </p:txBody>
      </p:sp>
      <p:graphicFrame>
        <p:nvGraphicFramePr>
          <p:cNvPr id="759" name="Google Shape;759;g2cde5258f47_4_2"/>
          <p:cNvGraphicFramePr/>
          <p:nvPr/>
        </p:nvGraphicFramePr>
        <p:xfrm>
          <a:off x="793367" y="1177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{86BB51DC-A39C-41C9-BDAB-A09E402FDBFE}</a:tableStyleId>
              </a:tblPr>
              <a:tblGrid>
                <a:gridCol w="18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Name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0B2A6B"/>
                          </a:solidFill>
                        </a:rPr>
                        <a:t>SketchyCOCO</a:t>
                      </a:r>
                      <a:br>
                        <a:rPr lang="en-US" b="1">
                          <a:solidFill>
                            <a:srgbClr val="0B2A6B"/>
                          </a:solidFill>
                        </a:rPr>
                      </a:br>
                      <a:r>
                        <a:rPr lang="en-US" b="1">
                          <a:solidFill>
                            <a:srgbClr val="0B2A6B"/>
                          </a:solidFill>
                        </a:rPr>
                        <a:t> </a:t>
                      </a:r>
                      <a:r>
                        <a:rPr lang="en-US" sz="1300">
                          <a:solidFill>
                            <a:srgbClr val="0B2A6B"/>
                          </a:solidFill>
                        </a:rPr>
                        <a:t>(single object version)</a:t>
                      </a:r>
                      <a:endParaRPr sz="1300">
                        <a:solidFill>
                          <a:srgbClr val="0B2A6B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QuickDraw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TU-Berlin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Size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0B2A6B"/>
                          </a:solidFill>
                        </a:rPr>
                        <a:t>20K</a:t>
                      </a:r>
                      <a:r>
                        <a:rPr lang="en-US">
                          <a:solidFill>
                            <a:srgbClr val="0B2A6B"/>
                          </a:solidFill>
                        </a:rPr>
                        <a:t> triplets</a:t>
                      </a:r>
                      <a:endParaRPr>
                        <a:solidFill>
                          <a:srgbClr val="0B2A6B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B2A6B"/>
                          </a:solidFill>
                        </a:rPr>
                        <a:t>(image - sketch - edge map)</a:t>
                      </a:r>
                      <a:endParaRPr sz="1200">
                        <a:solidFill>
                          <a:srgbClr val="0B2A6B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50M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sketches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20K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sketches for </a:t>
                      </a: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100K+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images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Categories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0B2A6B"/>
                          </a:solidFill>
                        </a:rPr>
                        <a:t>14</a:t>
                      </a:r>
                      <a:r>
                        <a:rPr lang="en-US">
                          <a:solidFill>
                            <a:srgbClr val="0B2A6B"/>
                          </a:solidFill>
                        </a:rPr>
                        <a:t> categories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345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categories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250</a:t>
                      </a: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 categories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Comments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B2A6B"/>
                          </a:solidFill>
                        </a:rPr>
                        <a:t>sketches didn’t describe the object in the real image and the images are badly segmented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single object sketches labeled with their names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it’s a relatively small size dataset with a single object in the scene which makes it an ideal start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ccbdccbe02_1_0"/>
          <p:cNvSpPr txBox="1">
            <a:spLocks noGrp="1"/>
          </p:cNvSpPr>
          <p:nvPr>
            <p:ph type="title"/>
          </p:nvPr>
        </p:nvSpPr>
        <p:spPr>
          <a:xfrm>
            <a:off x="885750" y="445025"/>
            <a:ext cx="737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Datasets</a:t>
            </a:r>
            <a:endParaRPr/>
          </a:p>
        </p:txBody>
      </p:sp>
      <p:sp>
        <p:nvSpPr>
          <p:cNvPr id="765" name="Google Shape;765;g2ccbdccbe02_1_0"/>
          <p:cNvSpPr txBox="1"/>
          <p:nvPr/>
        </p:nvSpPr>
        <p:spPr>
          <a:xfrm>
            <a:off x="885750" y="1282725"/>
            <a:ext cx="7921500" cy="12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</a:pPr>
            <a:r>
              <a:rPr lang="en-US" sz="18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The single object version of SketchyCOCO had sketches that </a:t>
            </a:r>
            <a:r>
              <a:rPr lang="en-US" sz="18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don’t</a:t>
            </a:r>
            <a:r>
              <a:rPr lang="en-US" sz="18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describe the </a:t>
            </a:r>
            <a:r>
              <a:rPr lang="en-US" sz="18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shape</a:t>
            </a:r>
            <a:r>
              <a:rPr lang="en-US" sz="18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and </a:t>
            </a:r>
            <a:r>
              <a:rPr lang="en-US" sz="18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pose</a:t>
            </a:r>
            <a:r>
              <a:rPr lang="en-US" sz="18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of the real image and the real image was a </a:t>
            </a:r>
            <a:r>
              <a:rPr lang="en-US" sz="18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badly cropped version on a white background</a:t>
            </a:r>
            <a:r>
              <a:rPr lang="en-US" sz="18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of the scene images which </a:t>
            </a:r>
            <a:r>
              <a:rPr lang="en-US" sz="18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destroyed</a:t>
            </a:r>
            <a:r>
              <a:rPr lang="en-US" sz="18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the images.</a:t>
            </a:r>
            <a:endParaRPr sz="18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66" name="Google Shape;766;g2ccbdccbe02_1_0"/>
          <p:cNvSpPr txBox="1"/>
          <p:nvPr/>
        </p:nvSpPr>
        <p:spPr>
          <a:xfrm>
            <a:off x="885750" y="2464275"/>
            <a:ext cx="79215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800"/>
              <a:buFont typeface="Albert Sans"/>
              <a:buChar char="●"/>
            </a:pPr>
            <a:r>
              <a:rPr lang="en-US" sz="1800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While the</a:t>
            </a:r>
            <a:r>
              <a:rPr lang="en-US" sz="1800" b="1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 large size</a:t>
            </a:r>
            <a:r>
              <a:rPr lang="en-US" sz="1800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 of TU-Berlin as well as being </a:t>
            </a:r>
            <a:r>
              <a:rPr lang="en-US" sz="1800" b="1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non-paired</a:t>
            </a:r>
            <a:r>
              <a:rPr lang="en-US" sz="1800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 made it difficult to utilize this dataset in our project which is limited by our </a:t>
            </a:r>
            <a:r>
              <a:rPr lang="en-US" sz="1800" b="1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hardware specification</a:t>
            </a:r>
            <a:r>
              <a:rPr lang="en-US" sz="1800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 that this will require </a:t>
            </a:r>
            <a:r>
              <a:rPr lang="en-US" sz="1800" b="1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more resources</a:t>
            </a:r>
            <a:r>
              <a:rPr lang="en-US" sz="1800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 for </a:t>
            </a:r>
            <a:r>
              <a:rPr lang="en-US" sz="1800" b="1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storing </a:t>
            </a:r>
            <a:r>
              <a:rPr lang="en-US" sz="1800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and </a:t>
            </a:r>
            <a:r>
              <a:rPr lang="en-US" sz="1800" b="1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pairing </a:t>
            </a:r>
            <a:r>
              <a:rPr lang="en-US" sz="1800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of sketches and images.</a:t>
            </a:r>
            <a:endParaRPr sz="18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67" name="Google Shape;767;g2ccbdccbe02_1_0"/>
          <p:cNvSpPr txBox="1"/>
          <p:nvPr/>
        </p:nvSpPr>
        <p:spPr>
          <a:xfrm>
            <a:off x="1697550" y="3992475"/>
            <a:ext cx="656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Solution: </a:t>
            </a:r>
            <a:r>
              <a:rPr lang="en-US" sz="1800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-US" sz="1800" b="1">
                <a:solidFill>
                  <a:srgbClr val="C00000"/>
                </a:solidFill>
                <a:latin typeface="Albert Sans"/>
                <a:ea typeface="Albert Sans"/>
                <a:cs typeface="Albert Sans"/>
                <a:sym typeface="Albert Sans"/>
              </a:rPr>
              <a:t>Collect a Custom Dataset</a:t>
            </a:r>
            <a:endParaRPr sz="1800" b="1">
              <a:solidFill>
                <a:srgbClr val="C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1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Selected Datasets: Collected Dataset</a:t>
            </a:r>
            <a:endParaRPr/>
          </a:p>
        </p:txBody>
      </p:sp>
      <p:sp>
        <p:nvSpPr>
          <p:cNvPr id="773" name="Google Shape;773;p21"/>
          <p:cNvSpPr txBox="1"/>
          <p:nvPr/>
        </p:nvSpPr>
        <p:spPr>
          <a:xfrm>
            <a:off x="899050" y="1877000"/>
            <a:ext cx="8037000" cy="20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</a:t>
            </a:r>
            <a:r>
              <a:rPr lang="en-US"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Images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were collected from 3 different public datasets.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corresponding </a:t>
            </a:r>
            <a:r>
              <a:rPr lang="en-US" sz="1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sketches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were collected from </a:t>
            </a:r>
            <a:r>
              <a:rPr lang="en-US" sz="1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QuickDraw dataset</a:t>
            </a:r>
            <a:endParaRPr sz="17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 sz="1800" b="1" i="0" strike="noStrike" cap="none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11 classes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were </a:t>
            </a: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collected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each class </a:t>
            </a: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containing </a:t>
            </a:r>
            <a:r>
              <a:rPr lang="en-US" sz="1800" b="1" i="0" strike="noStrike" cap="none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20 pairs</a:t>
            </a:r>
            <a:r>
              <a:rPr lang="en-US" sz="1800" b="0" i="0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of images</a:t>
            </a: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and their corresponding sketches. </a:t>
            </a:r>
            <a:b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</a:pPr>
            <a:b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</a:pPr>
            <a:b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4" name="Google Shape;774;p21"/>
          <p:cNvPicPr preferRelativeResize="0"/>
          <p:nvPr/>
        </p:nvPicPr>
        <p:blipFill rotWithShape="1">
          <a:blip r:embed="rId3">
            <a:alphaModFix/>
          </a:blip>
          <a:srcRect t="24613"/>
          <a:stretch/>
        </p:blipFill>
        <p:spPr>
          <a:xfrm>
            <a:off x="0" y="1713575"/>
            <a:ext cx="4816098" cy="247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21"/>
          <p:cNvPicPr preferRelativeResize="0"/>
          <p:nvPr/>
        </p:nvPicPr>
        <p:blipFill rotWithShape="1">
          <a:blip r:embed="rId4">
            <a:alphaModFix/>
          </a:blip>
          <a:srcRect t="27504"/>
          <a:stretch/>
        </p:blipFill>
        <p:spPr>
          <a:xfrm>
            <a:off x="4907825" y="1768075"/>
            <a:ext cx="4028225" cy="24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cd84d30590_10_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8469900" cy="11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Selected Datasets: pix2pix edges2shoes</a:t>
            </a:r>
            <a:endParaRPr/>
          </a:p>
        </p:txBody>
      </p:sp>
      <p:sp>
        <p:nvSpPr>
          <p:cNvPr id="781" name="Google Shape;781;g2cd84d30590_10_5"/>
          <p:cNvSpPr txBox="1"/>
          <p:nvPr/>
        </p:nvSpPr>
        <p:spPr>
          <a:xfrm>
            <a:off x="899050" y="1877000"/>
            <a:ext cx="8037000" cy="27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comprises paired images of shoe outlines (edges) and their corresponding complete shoe images. 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dataset has </a:t>
            </a:r>
            <a:r>
              <a:rPr lang="en-US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50K</a:t>
            </a: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image-edges pairs that provide a diverse range of shoe styles, shapes, and textures.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marR="0" lvl="0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dataset is a single class dataset with </a:t>
            </a:r>
            <a:r>
              <a:rPr lang="en-US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intra-class variations which are snickers, boots, heels, sandals, clogs, and loafers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</a:pPr>
            <a:b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</a:pPr>
            <a:b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2" name="Google Shape;782;g2cd84d30590_10_5"/>
          <p:cNvPicPr preferRelativeResize="0"/>
          <p:nvPr/>
        </p:nvPicPr>
        <p:blipFill rotWithShape="1">
          <a:blip r:embed="rId3">
            <a:alphaModFix/>
          </a:blip>
          <a:srcRect t="7842" r="67382"/>
          <a:stretch/>
        </p:blipFill>
        <p:spPr>
          <a:xfrm>
            <a:off x="604750" y="1964183"/>
            <a:ext cx="2599943" cy="235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g2cd84d30590_10_5"/>
          <p:cNvPicPr preferRelativeResize="0"/>
          <p:nvPr/>
        </p:nvPicPr>
        <p:blipFill rotWithShape="1">
          <a:blip r:embed="rId3">
            <a:alphaModFix/>
          </a:blip>
          <a:srcRect l="48950" t="7842" r="17627"/>
          <a:stretch/>
        </p:blipFill>
        <p:spPr>
          <a:xfrm>
            <a:off x="5254042" y="1964175"/>
            <a:ext cx="2664158" cy="2352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Preprocessing</a:t>
            </a:r>
            <a:endParaRPr/>
          </a:p>
        </p:txBody>
      </p:sp>
      <p:sp>
        <p:nvSpPr>
          <p:cNvPr id="789" name="Google Shape;789;p22"/>
          <p:cNvSpPr txBox="1"/>
          <p:nvPr/>
        </p:nvSpPr>
        <p:spPr>
          <a:xfrm>
            <a:off x="1190575" y="1160150"/>
            <a:ext cx="63762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It is not mentioned as a step when using our selected dataset, so we did the following as enhancement steps:</a:t>
            </a: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790" name="Google Shape;7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463" y="3829125"/>
            <a:ext cx="1215575" cy="12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6038" y="3850869"/>
            <a:ext cx="1301250" cy="11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1725" y="3804225"/>
            <a:ext cx="1215550" cy="13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7312" y="3735413"/>
            <a:ext cx="1257200" cy="1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8912" y="3688772"/>
            <a:ext cx="887986" cy="13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22"/>
          <p:cNvSpPr txBox="1"/>
          <p:nvPr/>
        </p:nvSpPr>
        <p:spPr>
          <a:xfrm>
            <a:off x="1190575" y="1795300"/>
            <a:ext cx="4838100" cy="18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Resized to </a:t>
            </a:r>
            <a:r>
              <a:rPr lang="en-US"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500 x 500</a:t>
            </a: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Binarization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Blurring with kernel size </a:t>
            </a:r>
            <a:r>
              <a:rPr lang="en-US"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13 x 13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Binarization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Dilation with kernel size </a:t>
            </a:r>
            <a:r>
              <a:rPr lang="en-US"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13 x 13</a:t>
            </a:r>
            <a:br>
              <a:rPr lang="en-US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4"/>
          <p:cNvSpPr txBox="1">
            <a:spLocks noGrp="1"/>
          </p:cNvSpPr>
          <p:nvPr>
            <p:ph type="title"/>
          </p:nvPr>
        </p:nvSpPr>
        <p:spPr>
          <a:xfrm>
            <a:off x="720000" y="244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Algorithms: </a:t>
            </a:r>
            <a:r>
              <a:rPr lang="en-US">
                <a:solidFill>
                  <a:srgbClr val="C00000"/>
                </a:solidFill>
              </a:rPr>
              <a:t>Diffusion Models</a:t>
            </a:r>
            <a:endParaRPr>
              <a:solidFill>
                <a:srgbClr val="C00000"/>
              </a:solidFill>
            </a:endParaRPr>
          </a:p>
        </p:txBody>
      </p:sp>
      <p:pic>
        <p:nvPicPr>
          <p:cNvPr id="801" name="Google Shape;80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8900" y="1881724"/>
            <a:ext cx="4473300" cy="2090036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24"/>
          <p:cNvSpPr txBox="1"/>
          <p:nvPr/>
        </p:nvSpPr>
        <p:spPr>
          <a:xfrm>
            <a:off x="719990" y="816690"/>
            <a:ext cx="7882200" cy="11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The corresponding image is encoded using a condition encoder, denoised by a U-Net denoiser, then decoded using an image decoder.</a:t>
            </a: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03" name="Google Shape;803;p24"/>
          <p:cNvSpPr/>
          <p:nvPr/>
        </p:nvSpPr>
        <p:spPr>
          <a:xfrm rot="10800000">
            <a:off x="2739212" y="4615625"/>
            <a:ext cx="5143500" cy="54008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4" name="Google Shape;80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1182" y="4029882"/>
            <a:ext cx="3868736" cy="965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5"/>
          <p:cNvSpPr txBox="1"/>
          <p:nvPr/>
        </p:nvSpPr>
        <p:spPr>
          <a:xfrm>
            <a:off x="720000" y="1115756"/>
            <a:ext cx="3617538" cy="161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ControlNet is a neural network structure that controls diffusion models by adding extra conditions. It duplicates the weights of neural network blocks into a “locked” copy and a “trainable” copy. </a:t>
            </a: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10" name="Google Shape;810;p25"/>
          <p:cNvSpPr/>
          <p:nvPr/>
        </p:nvSpPr>
        <p:spPr>
          <a:xfrm rot="5400000">
            <a:off x="6279582" y="2301709"/>
            <a:ext cx="5143500" cy="54008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Algorithms: </a:t>
            </a:r>
            <a:r>
              <a:rPr lang="en-US">
                <a:solidFill>
                  <a:srgbClr val="C00000"/>
                </a:solidFill>
              </a:rPr>
              <a:t>ControlNet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812" name="Google Shape;812;p25"/>
          <p:cNvSpPr/>
          <p:nvPr/>
        </p:nvSpPr>
        <p:spPr>
          <a:xfrm rot="10800000">
            <a:off x="2739212" y="4615625"/>
            <a:ext cx="5143500" cy="54008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3" name="Google Shape;81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943982"/>
            <a:ext cx="4489281" cy="4144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6"/>
          <p:cNvSpPr/>
          <p:nvPr/>
        </p:nvSpPr>
        <p:spPr>
          <a:xfrm rot="10800000">
            <a:off x="2739212" y="4615625"/>
            <a:ext cx="5143500" cy="54008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Algorithms: </a:t>
            </a:r>
            <a:r>
              <a:rPr lang="en-US">
                <a:solidFill>
                  <a:srgbClr val="C00000"/>
                </a:solidFill>
              </a:rPr>
              <a:t>GANs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820" name="Google Shape;820;p26"/>
          <p:cNvSpPr txBox="1"/>
          <p:nvPr/>
        </p:nvSpPr>
        <p:spPr>
          <a:xfrm>
            <a:off x="720000" y="1104465"/>
            <a:ext cx="7704000" cy="146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Basically, a Generative Adversarial Network consists of two parts pitting against each other i.e. the Discriminator and the Generator. The generator takes the role of a forger and learns to map from a latent space to a particular data distribution of interest. </a:t>
            </a: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821" name="Google Shape;8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688" y="2369350"/>
            <a:ext cx="347662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cd84d30590_1_0"/>
          <p:cNvSpPr/>
          <p:nvPr/>
        </p:nvSpPr>
        <p:spPr>
          <a:xfrm rot="10800000">
            <a:off x="2739212" y="4615707"/>
            <a:ext cx="5143500" cy="54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2cd84d30590_1_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Algorithms: </a:t>
            </a:r>
            <a:r>
              <a:rPr lang="en-US">
                <a:solidFill>
                  <a:srgbClr val="C00000"/>
                </a:solidFill>
              </a:rPr>
              <a:t>CGAN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828" name="Google Shape;828;g2cd84d30590_1_0"/>
          <p:cNvSpPr txBox="1"/>
          <p:nvPr/>
        </p:nvSpPr>
        <p:spPr>
          <a:xfrm>
            <a:off x="720000" y="1104471"/>
            <a:ext cx="7704000" cy="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Normal GANs create domain-specific images only which means to change the domain we need to train another model on another dataset, that makes appearance of Conditional GAN</a:t>
            </a: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. </a:t>
            </a: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29" name="Google Shape;829;g2cd84d30590_1_0"/>
          <p:cNvSpPr txBox="1"/>
          <p:nvPr/>
        </p:nvSpPr>
        <p:spPr>
          <a:xfrm>
            <a:off x="720000" y="1848950"/>
            <a:ext cx="77040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CGAN is a type of GANs that takes a condition as an input to guide the generation process to specific category, in our case the condition is a sketch which is a 2D input</a:t>
            </a: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30" name="Google Shape;830;g2cd84d30590_1_0"/>
          <p:cNvSpPr txBox="1"/>
          <p:nvPr/>
        </p:nvSpPr>
        <p:spPr>
          <a:xfrm>
            <a:off x="720000" y="2817075"/>
            <a:ext cx="7704000" cy="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The generator takes the architecture of U-Net as it’s used for image to image translation tasks such as segmentation, super resolution and generation</a:t>
            </a: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31" name="Google Shape;831;g2cd84d30590_1_0"/>
          <p:cNvSpPr txBox="1"/>
          <p:nvPr/>
        </p:nvSpPr>
        <p:spPr>
          <a:xfrm>
            <a:off x="720000" y="3714875"/>
            <a:ext cx="7704000" cy="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While the discriminator takes the architecture of convolution PatchGANs as it discriminates the image in patches</a:t>
            </a:r>
            <a:r>
              <a:rPr lang="en-US" sz="16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6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832" name="Google Shape;832;g2cd84d30590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5563" y="2316263"/>
            <a:ext cx="395287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g2cd84d30590_1_0"/>
          <p:cNvPicPr preferRelativeResize="0"/>
          <p:nvPr/>
        </p:nvPicPr>
        <p:blipFill rotWithShape="1">
          <a:blip r:embed="rId4">
            <a:alphaModFix/>
          </a:blip>
          <a:srcRect l="1806" t="2553"/>
          <a:stretch/>
        </p:blipFill>
        <p:spPr>
          <a:xfrm>
            <a:off x="1431675" y="2409725"/>
            <a:ext cx="813675" cy="8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g2cd84d30590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6675" y="3329550"/>
            <a:ext cx="828675" cy="91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g2cd84d30590_1_0"/>
          <p:cNvPicPr preferRelativeResize="0"/>
          <p:nvPr/>
        </p:nvPicPr>
        <p:blipFill rotWithShape="1">
          <a:blip r:embed="rId6">
            <a:alphaModFix/>
          </a:blip>
          <a:srcRect t="1951"/>
          <a:stretch/>
        </p:blipFill>
        <p:spPr>
          <a:xfrm>
            <a:off x="6898650" y="2409725"/>
            <a:ext cx="839450" cy="8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g2cd84d30590_1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8650" y="3329543"/>
            <a:ext cx="839462" cy="9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7"/>
          <p:cNvSpPr txBox="1">
            <a:spLocks noGrp="1"/>
          </p:cNvSpPr>
          <p:nvPr>
            <p:ph type="title"/>
          </p:nvPr>
        </p:nvSpPr>
        <p:spPr>
          <a:xfrm flipH="1">
            <a:off x="3354175" y="2179350"/>
            <a:ext cx="56736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>
                <a:solidFill>
                  <a:srgbClr val="56A3F3"/>
                </a:solidFill>
              </a:rPr>
              <a:t>Experimental Results</a:t>
            </a:r>
            <a:br>
              <a:rPr lang="en-US">
                <a:solidFill>
                  <a:srgbClr val="56A3F3"/>
                </a:solidFill>
              </a:rPr>
            </a:br>
            <a:endParaRPr/>
          </a:p>
        </p:txBody>
      </p:sp>
      <p:grpSp>
        <p:nvGrpSpPr>
          <p:cNvPr id="842" name="Google Shape;842;p27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843" name="Google Shape;843;p27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6462709" y="2227961"/>
              <a:ext cx="127528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5" name="Google Shape;875;p27"/>
          <p:cNvSpPr txBox="1">
            <a:spLocks noGrp="1"/>
          </p:cNvSpPr>
          <p:nvPr>
            <p:ph type="title" idx="2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03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ccc893a1b9_1_0"/>
          <p:cNvSpPr txBox="1">
            <a:spLocks noGrp="1"/>
          </p:cNvSpPr>
          <p:nvPr>
            <p:ph type="title"/>
          </p:nvPr>
        </p:nvSpPr>
        <p:spPr>
          <a:xfrm flipH="1">
            <a:off x="420475" y="1403150"/>
            <a:ext cx="8410800" cy="29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</a:rPr>
              <a:t>Fréchet Inception Distance (FID)</a:t>
            </a:r>
            <a:endParaRPr sz="1400" b="0">
              <a:solidFill>
                <a:schemeClr val="lt1"/>
              </a:solidFill>
            </a:endParaRPr>
          </a:p>
          <a:p>
            <a:pPr marL="228600" lvl="0" indent="-19431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1400" b="0">
                <a:solidFill>
                  <a:schemeClr val="lt1"/>
                </a:solidFill>
              </a:rPr>
              <a:t> Evaluation method of  the quality of generated images from any deep learning models as: GAN, etc. </a:t>
            </a:r>
            <a:endParaRPr sz="1400" b="0">
              <a:solidFill>
                <a:schemeClr val="lt1"/>
              </a:solidFill>
            </a:endParaRPr>
          </a:p>
          <a:p>
            <a:pPr marL="228600" lvl="0" indent="-19431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1400" b="0">
                <a:solidFill>
                  <a:schemeClr val="lt1"/>
                </a:solidFill>
              </a:rPr>
              <a:t>It measures the difference between the extracted feature vectors from real and generated images.</a:t>
            </a:r>
            <a:endParaRPr sz="1400" b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chemeClr val="lt1"/>
              </a:solidFill>
            </a:endParaRPr>
          </a:p>
          <a:p>
            <a:pPr marL="228600" lvl="0" indent="-19431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-US" sz="1400" b="0">
                <a:solidFill>
                  <a:schemeClr val="lt1"/>
                </a:solidFill>
              </a:rPr>
              <a:t>FID provides a numerical score that indicates the realism of the generated images, with lower scores suggesting higher quality.</a:t>
            </a:r>
            <a:endParaRPr sz="1400" b="0">
              <a:solidFill>
                <a:schemeClr val="lt1"/>
              </a:solidFill>
            </a:endParaRPr>
          </a:p>
        </p:txBody>
      </p:sp>
      <p:sp>
        <p:nvSpPr>
          <p:cNvPr id="881" name="Google Shape;881;g2ccc893a1b9_1_0"/>
          <p:cNvSpPr txBox="1">
            <a:spLocks noGrp="1"/>
          </p:cNvSpPr>
          <p:nvPr>
            <p:ph type="title" idx="2"/>
          </p:nvPr>
        </p:nvSpPr>
        <p:spPr>
          <a:xfrm flipH="1">
            <a:off x="482625" y="508325"/>
            <a:ext cx="7944000" cy="6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Measurement Criteria</a:t>
            </a:r>
            <a:endParaRPr sz="3000"/>
          </a:p>
        </p:txBody>
      </p:sp>
      <p:pic>
        <p:nvPicPr>
          <p:cNvPr id="882" name="Google Shape;882;g2ccc893a1b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150" y="2899600"/>
            <a:ext cx="6358725" cy="4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8"/>
          <p:cNvSpPr txBox="1">
            <a:spLocks noGrp="1"/>
          </p:cNvSpPr>
          <p:nvPr>
            <p:ph type="title"/>
          </p:nvPr>
        </p:nvSpPr>
        <p:spPr>
          <a:xfrm>
            <a:off x="720000" y="433500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ControlNet</a:t>
            </a:r>
            <a:endParaRPr/>
          </a:p>
        </p:txBody>
      </p:sp>
      <p:graphicFrame>
        <p:nvGraphicFramePr>
          <p:cNvPr id="888" name="Google Shape;888;p28"/>
          <p:cNvGraphicFramePr/>
          <p:nvPr/>
        </p:nvGraphicFramePr>
        <p:xfrm>
          <a:off x="1110343" y="1582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{86BB51DC-A39C-41C9-BDAB-A09E402FDBFE}</a:tableStyleId>
              </a:tblPr>
              <a:tblGrid>
                <a:gridCol w="17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Model Name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The changed parameter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FID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A86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87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ControlNet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No. of epochs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10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7996.29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2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No. of epochs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20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lt1"/>
                          </a:solidFill>
                        </a:rPr>
                        <a:t>6487.25</a:t>
                      </a:r>
                      <a:endParaRPr sz="15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No. of epochs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30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7550.70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89" name="Google Shape;88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350" y="1772750"/>
            <a:ext cx="6979376" cy="22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9"/>
          <p:cNvSpPr txBox="1">
            <a:spLocks noGrp="1"/>
          </p:cNvSpPr>
          <p:nvPr>
            <p:ph type="title"/>
          </p:nvPr>
        </p:nvSpPr>
        <p:spPr>
          <a:xfrm>
            <a:off x="720000" y="2164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Conditional GAN (CGAN)</a:t>
            </a:r>
            <a:endParaRPr/>
          </a:p>
        </p:txBody>
      </p:sp>
      <p:graphicFrame>
        <p:nvGraphicFramePr>
          <p:cNvPr id="895" name="Google Shape;895;p29"/>
          <p:cNvGraphicFramePr/>
          <p:nvPr/>
        </p:nvGraphicFramePr>
        <p:xfrm>
          <a:off x="1119052" y="14450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{86BB51DC-A39C-41C9-BDAB-A09E402FDBFE}</a:tableStyleId>
              </a:tblPr>
              <a:tblGrid>
                <a:gridCol w="177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Model Name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The changed parameter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FID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75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</a:rPr>
                        <a:t>Conditional GAN (CGAN)</a:t>
                      </a:r>
                      <a:endParaRPr sz="16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No. of epochs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50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131.04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1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No. of epochs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100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131.78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No. of epochs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150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55.02</a:t>
                      </a:r>
                      <a:endParaRPr sz="14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</a:rPr>
                        <a:t>No. of epochs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200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213.52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96" name="Google Shape;896;p29"/>
          <p:cNvPicPr preferRelativeResize="0"/>
          <p:nvPr/>
        </p:nvPicPr>
        <p:blipFill rotWithShape="1">
          <a:blip r:embed="rId3">
            <a:alphaModFix/>
          </a:blip>
          <a:srcRect t="10536" b="-5457"/>
          <a:stretch/>
        </p:blipFill>
        <p:spPr>
          <a:xfrm>
            <a:off x="1255000" y="1518825"/>
            <a:ext cx="6633999" cy="25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0"/>
          <p:cNvSpPr txBox="1">
            <a:spLocks noGrp="1"/>
          </p:cNvSpPr>
          <p:nvPr>
            <p:ph type="title"/>
          </p:nvPr>
        </p:nvSpPr>
        <p:spPr>
          <a:xfrm flipH="1">
            <a:off x="5585569" y="2237159"/>
            <a:ext cx="2448484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>
                <a:solidFill>
                  <a:srgbClr val="56A3F3"/>
                </a:solidFill>
              </a:rPr>
              <a:t>Demo</a:t>
            </a:r>
            <a:br>
              <a:rPr lang="en-US">
                <a:solidFill>
                  <a:srgbClr val="56A3F3"/>
                </a:solidFill>
              </a:rPr>
            </a:br>
            <a:endParaRPr/>
          </a:p>
        </p:txBody>
      </p:sp>
      <p:grpSp>
        <p:nvGrpSpPr>
          <p:cNvPr id="902" name="Google Shape;902;p30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903" name="Google Shape;903;p30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0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0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6462709" y="2227961"/>
              <a:ext cx="127528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5" name="Google Shape;935;p30"/>
          <p:cNvSpPr txBox="1">
            <a:spLocks noGrp="1"/>
          </p:cNvSpPr>
          <p:nvPr>
            <p:ph type="title" idx="2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cd84d30590_0_3"/>
          <p:cNvSpPr txBox="1">
            <a:spLocks noGrp="1"/>
          </p:cNvSpPr>
          <p:nvPr>
            <p:ph type="title" idx="2"/>
          </p:nvPr>
        </p:nvSpPr>
        <p:spPr>
          <a:xfrm flipH="1">
            <a:off x="629300" y="249525"/>
            <a:ext cx="5408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Demo ( ControlNet ) </a:t>
            </a:r>
            <a:endParaRPr sz="3000"/>
          </a:p>
        </p:txBody>
      </p:sp>
      <p:pic>
        <p:nvPicPr>
          <p:cNvPr id="2" name="final">
            <a:hlinkClick r:id="" action="ppaction://media"/>
            <a:extLst>
              <a:ext uri="{FF2B5EF4-FFF2-40B4-BE49-F238E27FC236}">
                <a16:creationId xmlns:a16="http://schemas.microsoft.com/office/drawing/2014/main" id="{5675E027-1904-3348-1C67-A719148EC7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0187" y="1055686"/>
            <a:ext cx="6823625" cy="38382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8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1"/>
          <p:cNvSpPr txBox="1">
            <a:spLocks noGrp="1"/>
          </p:cNvSpPr>
          <p:nvPr>
            <p:ph type="title"/>
          </p:nvPr>
        </p:nvSpPr>
        <p:spPr>
          <a:xfrm>
            <a:off x="656500" y="1656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Demo ( CGAN )</a:t>
            </a:r>
            <a:endParaRPr/>
          </a:p>
        </p:txBody>
      </p:sp>
      <p:pic>
        <p:nvPicPr>
          <p:cNvPr id="2" name="ازااااااااااااي تااااااااااااااااااني">
            <a:hlinkClick r:id="" action="ppaction://media"/>
            <a:extLst>
              <a:ext uri="{FF2B5EF4-FFF2-40B4-BE49-F238E27FC236}">
                <a16:creationId xmlns:a16="http://schemas.microsoft.com/office/drawing/2014/main" id="{3415D383-40E3-05A7-A7B3-C39BDDE203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72707" y="812125"/>
            <a:ext cx="6198585" cy="39441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8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2"/>
          <p:cNvSpPr txBox="1">
            <a:spLocks noGrp="1"/>
          </p:cNvSpPr>
          <p:nvPr>
            <p:ph type="title"/>
          </p:nvPr>
        </p:nvSpPr>
        <p:spPr>
          <a:xfrm flipH="1">
            <a:off x="4572000" y="2237159"/>
            <a:ext cx="3462053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>
                <a:solidFill>
                  <a:srgbClr val="56A3F3"/>
                </a:solidFill>
              </a:rPr>
              <a:t>Summary</a:t>
            </a:r>
            <a:br>
              <a:rPr lang="en-US">
                <a:solidFill>
                  <a:srgbClr val="56A3F3"/>
                </a:solidFill>
              </a:rPr>
            </a:br>
            <a:endParaRPr/>
          </a:p>
        </p:txBody>
      </p:sp>
      <p:grpSp>
        <p:nvGrpSpPr>
          <p:cNvPr id="953" name="Google Shape;953;p32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954" name="Google Shape;954;p32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2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2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2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32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32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2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32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32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2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2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2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32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32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32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32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32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32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6462709" y="2227961"/>
              <a:ext cx="127528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32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32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32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6" name="Google Shape;986;p32"/>
          <p:cNvSpPr txBox="1">
            <a:spLocks noGrp="1"/>
          </p:cNvSpPr>
          <p:nvPr>
            <p:ph type="title" idx="2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05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Summary</a:t>
            </a:r>
            <a:endParaRPr/>
          </a:p>
        </p:txBody>
      </p:sp>
      <p:sp>
        <p:nvSpPr>
          <p:cNvPr id="992" name="Google Shape;992;p33"/>
          <p:cNvSpPr txBox="1"/>
          <p:nvPr/>
        </p:nvSpPr>
        <p:spPr>
          <a:xfrm>
            <a:off x="720001" y="1295400"/>
            <a:ext cx="7181100" cy="18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Two main methodologies are explored: Diffusion Models and Generative Adversarial Networks (GANs).</a:t>
            </a: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Diffusion Models, the ControlNet model is utilized.</a:t>
            </a: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GANs, the Conditional Generative Adversarial Network (CGAN) is implemented.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3" name="Google Shape;993;p33" title="Points scor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7725" y="1295400"/>
            <a:ext cx="3392100" cy="30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33"/>
          <p:cNvSpPr txBox="1"/>
          <p:nvPr/>
        </p:nvSpPr>
        <p:spPr>
          <a:xfrm>
            <a:off x="1866437" y="4432325"/>
            <a:ext cx="1514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Number of Epochs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95" name="Google Shape;995;p33"/>
          <p:cNvSpPr txBox="1"/>
          <p:nvPr/>
        </p:nvSpPr>
        <p:spPr>
          <a:xfrm>
            <a:off x="6033237" y="4377360"/>
            <a:ext cx="15147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Number of Epochs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996" name="Google Shape;996;p33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550" y="1295400"/>
            <a:ext cx="3647226" cy="3091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4"/>
          <p:cNvSpPr txBox="1">
            <a:spLocks noGrp="1"/>
          </p:cNvSpPr>
          <p:nvPr>
            <p:ph type="title"/>
          </p:nvPr>
        </p:nvSpPr>
        <p:spPr>
          <a:xfrm flipH="1">
            <a:off x="2573455" y="2198943"/>
            <a:ext cx="6091053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>
                <a:solidFill>
                  <a:srgbClr val="56A3F3"/>
                </a:solidFill>
              </a:rPr>
              <a:t>What is the next?</a:t>
            </a:r>
            <a:br>
              <a:rPr lang="en-US">
                <a:solidFill>
                  <a:srgbClr val="56A3F3"/>
                </a:solidFill>
              </a:rPr>
            </a:br>
            <a:endParaRPr/>
          </a:p>
        </p:txBody>
      </p:sp>
      <p:grpSp>
        <p:nvGrpSpPr>
          <p:cNvPr id="1002" name="Google Shape;1002;p34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1003" name="Google Shape;1003;p34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6462709" y="2227961"/>
              <a:ext cx="127528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5" name="Google Shape;1035;p34"/>
          <p:cNvSpPr txBox="1">
            <a:spLocks noGrp="1"/>
          </p:cNvSpPr>
          <p:nvPr>
            <p:ph type="title" idx="2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06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What is the next?</a:t>
            </a:r>
            <a:endParaRPr/>
          </a:p>
        </p:txBody>
      </p:sp>
      <p:sp>
        <p:nvSpPr>
          <p:cNvPr id="1041" name="Google Shape;1041;p35"/>
          <p:cNvSpPr txBox="1"/>
          <p:nvPr/>
        </p:nvSpPr>
        <p:spPr>
          <a:xfrm>
            <a:off x="979949" y="1349955"/>
            <a:ext cx="7704000" cy="340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Improving the interface Based on our model “CGAN”.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time permits we can try</a:t>
            </a:r>
            <a:r>
              <a:rPr lang="en-US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different models like EdgeGAN, ControlNet Depth, T2I Adapter, and DISS.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Finishing the documentation.</a:t>
            </a: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cde5258f47_4_7"/>
          <p:cNvSpPr txBox="1">
            <a:spLocks noGrp="1"/>
          </p:cNvSpPr>
          <p:nvPr>
            <p:ph type="title"/>
          </p:nvPr>
        </p:nvSpPr>
        <p:spPr>
          <a:xfrm flipH="1">
            <a:off x="3543174" y="2179350"/>
            <a:ext cx="48876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Time Plan </a:t>
            </a:r>
            <a:endParaRPr/>
          </a:p>
        </p:txBody>
      </p:sp>
      <p:sp>
        <p:nvSpPr>
          <p:cNvPr id="1047" name="Google Shape;1047;g2cde5258f47_4_7"/>
          <p:cNvSpPr txBox="1">
            <a:spLocks noGrp="1"/>
          </p:cNvSpPr>
          <p:nvPr>
            <p:ph type="title" idx="2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07</a:t>
            </a:r>
            <a:endParaRPr/>
          </a:p>
        </p:txBody>
      </p:sp>
      <p:grpSp>
        <p:nvGrpSpPr>
          <p:cNvPr id="1048" name="Google Shape;1048;g2cde5258f47_4_7"/>
          <p:cNvGrpSpPr/>
          <p:nvPr/>
        </p:nvGrpSpPr>
        <p:grpSpPr>
          <a:xfrm>
            <a:off x="-146036" y="1624305"/>
            <a:ext cx="3321059" cy="3519195"/>
            <a:chOff x="5701400" y="1624300"/>
            <a:chExt cx="3810739" cy="3519195"/>
          </a:xfrm>
        </p:grpSpPr>
        <p:sp>
          <p:nvSpPr>
            <p:cNvPr id="1049" name="Google Shape;1049;g2cde5258f47_4_7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g2cde5258f47_4_7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g2cde5258f47_4_7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g2cde5258f47_4_7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g2cde5258f47_4_7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g2cde5258f47_4_7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g2cde5258f47_4_7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g2cde5258f47_4_7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g2cde5258f47_4_7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g2cde5258f47_4_7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g2cde5258f47_4_7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g2cde5258f47_4_7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g2cde5258f47_4_7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g2cde5258f47_4_7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g2cde5258f47_4_7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g2cde5258f47_4_7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g2cde5258f47_4_7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g2cde5258f47_4_7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g2cde5258f47_4_7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g2cde5258f47_4_7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g2cde5258f47_4_7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g2cde5258f47_4_7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g2cde5258f47_4_7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g2cde5258f47_4_7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g2cde5258f47_4_7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g2cde5258f47_4_7"/>
            <p:cNvSpPr/>
            <p:nvPr/>
          </p:nvSpPr>
          <p:spPr>
            <a:xfrm>
              <a:off x="6462709" y="2227961"/>
              <a:ext cx="127527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g2cde5258f47_4_7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g2cde5258f47_4_7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g2cde5258f47_4_7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g2cde5258f47_4_7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g2cde5258f47_4_7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g2cde5258f47_4_7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cde5258f47_4_45"/>
          <p:cNvSpPr txBox="1">
            <a:spLocks noGrp="1"/>
          </p:cNvSpPr>
          <p:nvPr>
            <p:ph type="title"/>
          </p:nvPr>
        </p:nvSpPr>
        <p:spPr>
          <a:xfrm>
            <a:off x="783498" y="12950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Time Plan</a:t>
            </a:r>
            <a:endParaRPr sz="2200"/>
          </a:p>
        </p:txBody>
      </p:sp>
      <p:graphicFrame>
        <p:nvGraphicFramePr>
          <p:cNvPr id="1086" name="Google Shape;1086;g2cde5258f47_4_45"/>
          <p:cNvGraphicFramePr/>
          <p:nvPr/>
        </p:nvGraphicFramePr>
        <p:xfrm>
          <a:off x="720000" y="702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{D193C68C-21D8-4C4B-8041-6568D2298334}</a:tableStyleId>
              </a:tblPr>
              <a:tblGrid>
                <a:gridCol w="235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86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Phase Name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Oct 2023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 2023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 2024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Jan 2024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 2024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 2024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Apr 2024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May 2024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 2024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Survey about related work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Dataset Selection 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Project Design and Architecture 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Implementation 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Testing and Integration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Deployment 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Demo Release 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Documentation </a:t>
                      </a:r>
                      <a:endParaRPr sz="1200" u="none" strike="noStrike" cap="non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45700" marB="457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87" name="Google Shape;1087;g2cde5258f47_4_45"/>
          <p:cNvSpPr/>
          <p:nvPr/>
        </p:nvSpPr>
        <p:spPr>
          <a:xfrm>
            <a:off x="3092449" y="1654876"/>
            <a:ext cx="1139700" cy="23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2cde5258f47_4_45"/>
          <p:cNvSpPr/>
          <p:nvPr/>
        </p:nvSpPr>
        <p:spPr>
          <a:xfrm>
            <a:off x="3690938" y="2065996"/>
            <a:ext cx="1735200" cy="248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2cde5258f47_4_45"/>
          <p:cNvSpPr/>
          <p:nvPr/>
        </p:nvSpPr>
        <p:spPr>
          <a:xfrm>
            <a:off x="3690938" y="2497351"/>
            <a:ext cx="3505800" cy="23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2cde5258f47_4_45"/>
          <p:cNvSpPr/>
          <p:nvPr/>
        </p:nvSpPr>
        <p:spPr>
          <a:xfrm>
            <a:off x="6670675" y="2924101"/>
            <a:ext cx="525900" cy="248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g2cde5258f47_4_45"/>
          <p:cNvSpPr/>
          <p:nvPr/>
        </p:nvSpPr>
        <p:spPr>
          <a:xfrm>
            <a:off x="7267575" y="3355901"/>
            <a:ext cx="525900" cy="2487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g2cde5258f47_4_45"/>
          <p:cNvSpPr/>
          <p:nvPr/>
        </p:nvSpPr>
        <p:spPr>
          <a:xfrm>
            <a:off x="7858125" y="3806751"/>
            <a:ext cx="525900" cy="2487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2cde5258f47_4_45"/>
          <p:cNvSpPr/>
          <p:nvPr/>
        </p:nvSpPr>
        <p:spPr>
          <a:xfrm>
            <a:off x="3092451" y="4247894"/>
            <a:ext cx="5291700" cy="2391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g2cde5258f47_4_45"/>
          <p:cNvSpPr/>
          <p:nvPr/>
        </p:nvSpPr>
        <p:spPr>
          <a:xfrm>
            <a:off x="3092448" y="1248976"/>
            <a:ext cx="1139700" cy="239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cde5258f47_4_58"/>
          <p:cNvSpPr txBox="1">
            <a:spLocks noGrp="1"/>
          </p:cNvSpPr>
          <p:nvPr>
            <p:ph type="title"/>
          </p:nvPr>
        </p:nvSpPr>
        <p:spPr>
          <a:xfrm flipH="1">
            <a:off x="3907675" y="2179350"/>
            <a:ext cx="45231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1100" name="Google Shape;1100;g2cde5258f47_4_58"/>
          <p:cNvSpPr txBox="1">
            <a:spLocks noGrp="1"/>
          </p:cNvSpPr>
          <p:nvPr>
            <p:ph type="title" idx="2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08</a:t>
            </a:r>
            <a:endParaRPr/>
          </a:p>
        </p:txBody>
      </p:sp>
      <p:grpSp>
        <p:nvGrpSpPr>
          <p:cNvPr id="1101" name="Google Shape;1101;g2cde5258f47_4_58"/>
          <p:cNvGrpSpPr/>
          <p:nvPr/>
        </p:nvGrpSpPr>
        <p:grpSpPr>
          <a:xfrm>
            <a:off x="-98813" y="1379450"/>
            <a:ext cx="3370076" cy="3916551"/>
            <a:chOff x="-98813" y="1379450"/>
            <a:chExt cx="3370076" cy="3916551"/>
          </a:xfrm>
        </p:grpSpPr>
        <p:sp>
          <p:nvSpPr>
            <p:cNvPr id="1102" name="Google Shape;1102;g2cde5258f47_4_58"/>
            <p:cNvSpPr/>
            <p:nvPr/>
          </p:nvSpPr>
          <p:spPr>
            <a:xfrm rot="-1738578" flipH="1">
              <a:off x="841101" y="3006392"/>
              <a:ext cx="711304" cy="86295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g2cde5258f47_4_58"/>
            <p:cNvSpPr/>
            <p:nvPr/>
          </p:nvSpPr>
          <p:spPr>
            <a:xfrm flipH="1">
              <a:off x="494364" y="2338580"/>
              <a:ext cx="887179" cy="1103662"/>
            </a:xfrm>
            <a:custGeom>
              <a:avLst/>
              <a:gdLst/>
              <a:ahLst/>
              <a:cxnLst/>
              <a:rect l="l" t="t" r="r" b="b"/>
              <a:pathLst>
                <a:path w="7307" h="9090" extrusionOk="0">
                  <a:moveTo>
                    <a:pt x="5278" y="0"/>
                  </a:moveTo>
                  <a:lnTo>
                    <a:pt x="1603" y="1159"/>
                  </a:lnTo>
                  <a:lnTo>
                    <a:pt x="2979" y="5522"/>
                  </a:lnTo>
                  <a:cubicBezTo>
                    <a:pt x="2381" y="5767"/>
                    <a:pt x="1847" y="6156"/>
                    <a:pt x="1413" y="6663"/>
                  </a:cubicBezTo>
                  <a:cubicBezTo>
                    <a:pt x="996" y="7152"/>
                    <a:pt x="508" y="7686"/>
                    <a:pt x="1" y="8111"/>
                  </a:cubicBezTo>
                  <a:cubicBezTo>
                    <a:pt x="182" y="8265"/>
                    <a:pt x="372" y="8401"/>
                    <a:pt x="490" y="8510"/>
                  </a:cubicBezTo>
                  <a:cubicBezTo>
                    <a:pt x="915" y="8872"/>
                    <a:pt x="1331" y="9080"/>
                    <a:pt x="1893" y="9089"/>
                  </a:cubicBezTo>
                  <a:cubicBezTo>
                    <a:pt x="1900" y="9089"/>
                    <a:pt x="1908" y="9089"/>
                    <a:pt x="1915" y="9089"/>
                  </a:cubicBezTo>
                  <a:cubicBezTo>
                    <a:pt x="3072" y="9089"/>
                    <a:pt x="3990" y="8406"/>
                    <a:pt x="4943" y="7840"/>
                  </a:cubicBezTo>
                  <a:cubicBezTo>
                    <a:pt x="5269" y="7650"/>
                    <a:pt x="5586" y="7441"/>
                    <a:pt x="5894" y="7233"/>
                  </a:cubicBezTo>
                  <a:cubicBezTo>
                    <a:pt x="6319" y="6717"/>
                    <a:pt x="6709" y="6174"/>
                    <a:pt x="7089" y="5622"/>
                  </a:cubicBezTo>
                  <a:cubicBezTo>
                    <a:pt x="7161" y="5522"/>
                    <a:pt x="7234" y="5414"/>
                    <a:pt x="7306" y="5305"/>
                  </a:cubicBezTo>
                  <a:lnTo>
                    <a:pt x="6953" y="5287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g2cde5258f47_4_58"/>
            <p:cNvSpPr/>
            <p:nvPr/>
          </p:nvSpPr>
          <p:spPr>
            <a:xfrm>
              <a:off x="215770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g2cde5258f47_4_58"/>
            <p:cNvSpPr/>
            <p:nvPr/>
          </p:nvSpPr>
          <p:spPr>
            <a:xfrm>
              <a:off x="1198556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g2cde5258f47_4_58"/>
            <p:cNvSpPr/>
            <p:nvPr/>
          </p:nvSpPr>
          <p:spPr>
            <a:xfrm rot="252422">
              <a:off x="664110" y="2687103"/>
              <a:ext cx="405225" cy="248896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g2cde5258f47_4_58"/>
            <p:cNvSpPr/>
            <p:nvPr/>
          </p:nvSpPr>
          <p:spPr>
            <a:xfrm>
              <a:off x="575042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g2cde5258f47_4_58"/>
            <p:cNvSpPr/>
            <p:nvPr/>
          </p:nvSpPr>
          <p:spPr>
            <a:xfrm flipH="1">
              <a:off x="170493" y="3556126"/>
              <a:ext cx="1398215" cy="1344671"/>
            </a:xfrm>
            <a:custGeom>
              <a:avLst/>
              <a:gdLst/>
              <a:ahLst/>
              <a:cxnLst/>
              <a:rect l="l" t="t" r="r" b="b"/>
              <a:pathLst>
                <a:path w="11516" h="11075" extrusionOk="0">
                  <a:moveTo>
                    <a:pt x="10364" y="0"/>
                  </a:moveTo>
                  <a:cubicBezTo>
                    <a:pt x="10335" y="0"/>
                    <a:pt x="10305" y="3"/>
                    <a:pt x="10276" y="8"/>
                  </a:cubicBezTo>
                  <a:cubicBezTo>
                    <a:pt x="10031" y="54"/>
                    <a:pt x="9877" y="298"/>
                    <a:pt x="9760" y="524"/>
                  </a:cubicBezTo>
                  <a:cubicBezTo>
                    <a:pt x="9045" y="1991"/>
                    <a:pt x="8845" y="3693"/>
                    <a:pt x="7994" y="5078"/>
                  </a:cubicBezTo>
                  <a:cubicBezTo>
                    <a:pt x="7732" y="5503"/>
                    <a:pt x="7388" y="5911"/>
                    <a:pt x="6908" y="6038"/>
                  </a:cubicBezTo>
                  <a:cubicBezTo>
                    <a:pt x="6793" y="6070"/>
                    <a:pt x="6677" y="6084"/>
                    <a:pt x="6560" y="6084"/>
                  </a:cubicBezTo>
                  <a:cubicBezTo>
                    <a:pt x="6115" y="6084"/>
                    <a:pt x="5664" y="5876"/>
                    <a:pt x="5270" y="5639"/>
                  </a:cubicBezTo>
                  <a:cubicBezTo>
                    <a:pt x="3658" y="4680"/>
                    <a:pt x="2264" y="3249"/>
                    <a:pt x="436" y="2824"/>
                  </a:cubicBezTo>
                  <a:cubicBezTo>
                    <a:pt x="300" y="2788"/>
                    <a:pt x="155" y="2760"/>
                    <a:pt x="1" y="2760"/>
                  </a:cubicBezTo>
                  <a:cubicBezTo>
                    <a:pt x="481" y="4354"/>
                    <a:pt x="1169" y="6273"/>
                    <a:pt x="1540" y="7432"/>
                  </a:cubicBezTo>
                  <a:cubicBezTo>
                    <a:pt x="1630" y="7694"/>
                    <a:pt x="1694" y="7920"/>
                    <a:pt x="1739" y="8092"/>
                  </a:cubicBezTo>
                  <a:cubicBezTo>
                    <a:pt x="1821" y="8192"/>
                    <a:pt x="1893" y="8292"/>
                    <a:pt x="1974" y="8382"/>
                  </a:cubicBezTo>
                  <a:cubicBezTo>
                    <a:pt x="2780" y="9360"/>
                    <a:pt x="3776" y="10202"/>
                    <a:pt x="4944" y="10681"/>
                  </a:cubicBezTo>
                  <a:cubicBezTo>
                    <a:pt x="5559" y="10934"/>
                    <a:pt x="6228" y="11074"/>
                    <a:pt x="6892" y="11074"/>
                  </a:cubicBezTo>
                  <a:cubicBezTo>
                    <a:pt x="7488" y="11074"/>
                    <a:pt x="8080" y="10962"/>
                    <a:pt x="8628" y="10718"/>
                  </a:cubicBezTo>
                  <a:cubicBezTo>
                    <a:pt x="9660" y="10256"/>
                    <a:pt x="10421" y="9378"/>
                    <a:pt x="11244" y="8572"/>
                  </a:cubicBezTo>
                  <a:cubicBezTo>
                    <a:pt x="11253" y="7911"/>
                    <a:pt x="11344" y="3150"/>
                    <a:pt x="11516" y="1068"/>
                  </a:cubicBezTo>
                  <a:cubicBezTo>
                    <a:pt x="11362" y="832"/>
                    <a:pt x="11190" y="606"/>
                    <a:pt x="11000" y="389"/>
                  </a:cubicBezTo>
                  <a:cubicBezTo>
                    <a:pt x="10830" y="194"/>
                    <a:pt x="10609" y="0"/>
                    <a:pt x="10364" y="0"/>
                  </a:cubicBezTo>
                  <a:close/>
                </a:path>
              </a:pathLst>
            </a:custGeom>
            <a:solidFill>
              <a:srgbClr val="002D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g2cde5258f47_4_58"/>
            <p:cNvSpPr/>
            <p:nvPr/>
          </p:nvSpPr>
          <p:spPr>
            <a:xfrm flipH="1">
              <a:off x="-98813" y="2970175"/>
              <a:ext cx="1737813" cy="2325826"/>
            </a:xfrm>
            <a:custGeom>
              <a:avLst/>
              <a:gdLst/>
              <a:ahLst/>
              <a:cxnLst/>
              <a:rect l="l" t="t" r="r" b="b"/>
              <a:pathLst>
                <a:path w="14313" h="19156" extrusionOk="0">
                  <a:moveTo>
                    <a:pt x="9272" y="0"/>
                  </a:moveTo>
                  <a:cubicBezTo>
                    <a:pt x="9271" y="0"/>
                    <a:pt x="9270" y="0"/>
                    <a:pt x="9270" y="0"/>
                  </a:cubicBezTo>
                  <a:cubicBezTo>
                    <a:pt x="9270" y="0"/>
                    <a:pt x="9252" y="9"/>
                    <a:pt x="9216" y="28"/>
                  </a:cubicBezTo>
                  <a:cubicBezTo>
                    <a:pt x="9207" y="37"/>
                    <a:pt x="9198" y="37"/>
                    <a:pt x="9180" y="46"/>
                  </a:cubicBezTo>
                  <a:cubicBezTo>
                    <a:pt x="8682" y="335"/>
                    <a:pt x="6048" y="1829"/>
                    <a:pt x="4418" y="2553"/>
                  </a:cubicBezTo>
                  <a:cubicBezTo>
                    <a:pt x="3871" y="2796"/>
                    <a:pt x="3441" y="2953"/>
                    <a:pt x="3236" y="2953"/>
                  </a:cubicBezTo>
                  <a:cubicBezTo>
                    <a:pt x="3173" y="2953"/>
                    <a:pt x="3132" y="2938"/>
                    <a:pt x="3115" y="2906"/>
                  </a:cubicBezTo>
                  <a:cubicBezTo>
                    <a:pt x="2952" y="2589"/>
                    <a:pt x="3848" y="1639"/>
                    <a:pt x="4527" y="978"/>
                  </a:cubicBezTo>
                  <a:cubicBezTo>
                    <a:pt x="4907" y="598"/>
                    <a:pt x="5224" y="317"/>
                    <a:pt x="5224" y="317"/>
                  </a:cubicBezTo>
                  <a:lnTo>
                    <a:pt x="5224" y="317"/>
                  </a:lnTo>
                  <a:lnTo>
                    <a:pt x="4726" y="372"/>
                  </a:lnTo>
                  <a:cubicBezTo>
                    <a:pt x="4518" y="399"/>
                    <a:pt x="4319" y="480"/>
                    <a:pt x="4156" y="607"/>
                  </a:cubicBezTo>
                  <a:cubicBezTo>
                    <a:pt x="4002" y="725"/>
                    <a:pt x="3830" y="869"/>
                    <a:pt x="3649" y="1023"/>
                  </a:cubicBezTo>
                  <a:lnTo>
                    <a:pt x="3640" y="1023"/>
                  </a:lnTo>
                  <a:cubicBezTo>
                    <a:pt x="3323" y="1295"/>
                    <a:pt x="2961" y="1603"/>
                    <a:pt x="2599" y="1938"/>
                  </a:cubicBezTo>
                  <a:cubicBezTo>
                    <a:pt x="1422" y="3015"/>
                    <a:pt x="200" y="4318"/>
                    <a:pt x="73" y="5061"/>
                  </a:cubicBezTo>
                  <a:cubicBezTo>
                    <a:pt x="1" y="5468"/>
                    <a:pt x="236" y="6446"/>
                    <a:pt x="580" y="7586"/>
                  </a:cubicBezTo>
                  <a:cubicBezTo>
                    <a:pt x="1060" y="9180"/>
                    <a:pt x="1748" y="11099"/>
                    <a:pt x="2119" y="12258"/>
                  </a:cubicBezTo>
                  <a:cubicBezTo>
                    <a:pt x="2209" y="12520"/>
                    <a:pt x="2273" y="12746"/>
                    <a:pt x="2318" y="12918"/>
                  </a:cubicBezTo>
                  <a:cubicBezTo>
                    <a:pt x="2345" y="13000"/>
                    <a:pt x="2363" y="13072"/>
                    <a:pt x="2372" y="13127"/>
                  </a:cubicBezTo>
                  <a:cubicBezTo>
                    <a:pt x="2553" y="14141"/>
                    <a:pt x="2010" y="19156"/>
                    <a:pt x="2010" y="19156"/>
                  </a:cubicBezTo>
                  <a:lnTo>
                    <a:pt x="14313" y="19156"/>
                  </a:lnTo>
                  <a:lnTo>
                    <a:pt x="11814" y="13480"/>
                  </a:lnTo>
                  <a:cubicBezTo>
                    <a:pt x="11814" y="13480"/>
                    <a:pt x="11814" y="13453"/>
                    <a:pt x="11823" y="13398"/>
                  </a:cubicBezTo>
                  <a:cubicBezTo>
                    <a:pt x="11832" y="12737"/>
                    <a:pt x="11923" y="7976"/>
                    <a:pt x="12095" y="5894"/>
                  </a:cubicBezTo>
                  <a:cubicBezTo>
                    <a:pt x="12104" y="5794"/>
                    <a:pt x="12113" y="5694"/>
                    <a:pt x="12122" y="5613"/>
                  </a:cubicBezTo>
                  <a:cubicBezTo>
                    <a:pt x="12122" y="5559"/>
                    <a:pt x="12131" y="5504"/>
                    <a:pt x="12140" y="5459"/>
                  </a:cubicBezTo>
                  <a:cubicBezTo>
                    <a:pt x="12140" y="5414"/>
                    <a:pt x="12149" y="5369"/>
                    <a:pt x="12158" y="5323"/>
                  </a:cubicBezTo>
                  <a:cubicBezTo>
                    <a:pt x="12158" y="5269"/>
                    <a:pt x="12167" y="5224"/>
                    <a:pt x="12176" y="5178"/>
                  </a:cubicBezTo>
                  <a:cubicBezTo>
                    <a:pt x="12185" y="5151"/>
                    <a:pt x="12185" y="5133"/>
                    <a:pt x="12185" y="5115"/>
                  </a:cubicBezTo>
                  <a:cubicBezTo>
                    <a:pt x="12439" y="3848"/>
                    <a:pt x="12412" y="1657"/>
                    <a:pt x="11506" y="824"/>
                  </a:cubicBezTo>
                  <a:cubicBezTo>
                    <a:pt x="10629" y="9"/>
                    <a:pt x="9327" y="0"/>
                    <a:pt x="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g2cde5258f47_4_58"/>
            <p:cNvSpPr/>
            <p:nvPr/>
          </p:nvSpPr>
          <p:spPr>
            <a:xfrm>
              <a:off x="141445" y="3141320"/>
              <a:ext cx="711312" cy="862961"/>
            </a:xfrm>
            <a:custGeom>
              <a:avLst/>
              <a:gdLst/>
              <a:ahLst/>
              <a:cxnLst/>
              <a:rect l="l" t="t" r="r" b="b"/>
              <a:pathLst>
                <a:path w="6093" h="7392" extrusionOk="0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g2cde5258f47_4_58"/>
            <p:cNvSpPr/>
            <p:nvPr/>
          </p:nvSpPr>
          <p:spPr>
            <a:xfrm>
              <a:off x="257606" y="3766715"/>
              <a:ext cx="2076849" cy="979236"/>
            </a:xfrm>
            <a:custGeom>
              <a:avLst/>
              <a:gdLst/>
              <a:ahLst/>
              <a:cxnLst/>
              <a:rect l="l" t="t" r="r" b="b"/>
              <a:pathLst>
                <a:path w="17790" h="8388" extrusionOk="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g2cde5258f47_4_58"/>
            <p:cNvSpPr/>
            <p:nvPr/>
          </p:nvSpPr>
          <p:spPr>
            <a:xfrm>
              <a:off x="818797" y="4164343"/>
              <a:ext cx="142776" cy="139624"/>
            </a:xfrm>
            <a:custGeom>
              <a:avLst/>
              <a:gdLst/>
              <a:ahLst/>
              <a:cxnLst/>
              <a:rect l="l" t="t" r="r" b="b"/>
              <a:pathLst>
                <a:path w="1223" h="1196" extrusionOk="0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0B2A6B">
                <a:alpha val="11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g2cde5258f47_4_58"/>
            <p:cNvSpPr/>
            <p:nvPr/>
          </p:nvSpPr>
          <p:spPr>
            <a:xfrm>
              <a:off x="404404" y="1668279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g2cde5258f47_4_58"/>
            <p:cNvSpPr/>
            <p:nvPr/>
          </p:nvSpPr>
          <p:spPr>
            <a:xfrm>
              <a:off x="1117011" y="2293157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g2cde5258f47_4_58"/>
            <p:cNvSpPr/>
            <p:nvPr/>
          </p:nvSpPr>
          <p:spPr>
            <a:xfrm>
              <a:off x="1091066" y="2422553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g2cde5258f47_4_58"/>
            <p:cNvSpPr/>
            <p:nvPr/>
          </p:nvSpPr>
          <p:spPr>
            <a:xfrm>
              <a:off x="933857" y="2072185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g2cde5258f47_4_58"/>
            <p:cNvSpPr/>
            <p:nvPr/>
          </p:nvSpPr>
          <p:spPr>
            <a:xfrm>
              <a:off x="1330947" y="2154857"/>
              <a:ext cx="150394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g2cde5258f47_4_58"/>
            <p:cNvSpPr/>
            <p:nvPr/>
          </p:nvSpPr>
          <p:spPr>
            <a:xfrm>
              <a:off x="1292140" y="2294147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g2cde5258f47_4_58"/>
            <p:cNvSpPr/>
            <p:nvPr/>
          </p:nvSpPr>
          <p:spPr>
            <a:xfrm>
              <a:off x="954745" y="2213454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g2cde5258f47_4_58"/>
            <p:cNvSpPr/>
            <p:nvPr/>
          </p:nvSpPr>
          <p:spPr>
            <a:xfrm>
              <a:off x="1287193" y="2435305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g2cde5258f47_4_58"/>
            <p:cNvSpPr/>
            <p:nvPr/>
          </p:nvSpPr>
          <p:spPr>
            <a:xfrm>
              <a:off x="714974" y="2297995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g2cde5258f47_4_58"/>
            <p:cNvSpPr/>
            <p:nvPr/>
          </p:nvSpPr>
          <p:spPr>
            <a:xfrm>
              <a:off x="1052259" y="2579762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g2cde5258f47_4_58"/>
            <p:cNvSpPr/>
            <p:nvPr/>
          </p:nvSpPr>
          <p:spPr>
            <a:xfrm>
              <a:off x="1002568" y="2452345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g2cde5258f47_4_58"/>
            <p:cNvSpPr/>
            <p:nvPr/>
          </p:nvSpPr>
          <p:spPr>
            <a:xfrm>
              <a:off x="1028403" y="2524354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g2cde5258f47_4_58"/>
            <p:cNvSpPr/>
            <p:nvPr/>
          </p:nvSpPr>
          <p:spPr>
            <a:xfrm>
              <a:off x="497959" y="2157386"/>
              <a:ext cx="127527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g2cde5258f47_4_58"/>
            <p:cNvSpPr/>
            <p:nvPr/>
          </p:nvSpPr>
          <p:spPr>
            <a:xfrm>
              <a:off x="368475" y="1379450"/>
              <a:ext cx="1237250" cy="1253974"/>
            </a:xfrm>
            <a:custGeom>
              <a:avLst/>
              <a:gdLst/>
              <a:ahLst/>
              <a:cxnLst/>
              <a:rect l="l" t="t" r="r" b="b"/>
              <a:pathLst>
                <a:path w="11190" h="11341" extrusionOk="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7" name="Google Shape;1127;g2cde5258f47_4_58"/>
            <p:cNvGrpSpPr/>
            <p:nvPr/>
          </p:nvGrpSpPr>
          <p:grpSpPr>
            <a:xfrm>
              <a:off x="1236532" y="3731122"/>
              <a:ext cx="1981507" cy="1412357"/>
              <a:chOff x="1236532" y="3731122"/>
              <a:chExt cx="1981507" cy="1412357"/>
            </a:xfrm>
          </p:grpSpPr>
          <p:sp>
            <p:nvSpPr>
              <p:cNvPr id="1128" name="Google Shape;1128;g2cde5258f47_4_58"/>
              <p:cNvSpPr/>
              <p:nvPr/>
            </p:nvSpPr>
            <p:spPr>
              <a:xfrm>
                <a:off x="1236532" y="4704499"/>
                <a:ext cx="1796489" cy="438980"/>
              </a:xfrm>
              <a:custGeom>
                <a:avLst/>
                <a:gdLst/>
                <a:ahLst/>
                <a:cxnLst/>
                <a:rect l="l" t="t" r="r" b="b"/>
                <a:pathLst>
                  <a:path w="16341" h="3993" extrusionOk="0">
                    <a:moveTo>
                      <a:pt x="0" y="0"/>
                    </a:moveTo>
                    <a:lnTo>
                      <a:pt x="0" y="3992"/>
                    </a:lnTo>
                    <a:lnTo>
                      <a:pt x="15734" y="3992"/>
                    </a:lnTo>
                    <a:cubicBezTo>
                      <a:pt x="16068" y="3992"/>
                      <a:pt x="16340" y="3721"/>
                      <a:pt x="16340" y="3377"/>
                    </a:cubicBezTo>
                    <a:lnTo>
                      <a:pt x="163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g2cde5258f47_4_58"/>
              <p:cNvSpPr/>
              <p:nvPr/>
            </p:nvSpPr>
            <p:spPr>
              <a:xfrm>
                <a:off x="1337013" y="4633810"/>
                <a:ext cx="85300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7759" h="644" extrusionOk="0">
                    <a:moveTo>
                      <a:pt x="0" y="1"/>
                    </a:moveTo>
                    <a:lnTo>
                      <a:pt x="0" y="643"/>
                    </a:lnTo>
                    <a:lnTo>
                      <a:pt x="7758" y="643"/>
                    </a:lnTo>
                    <a:lnTo>
                      <a:pt x="77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g2cde5258f47_4_58"/>
              <p:cNvSpPr/>
              <p:nvPr/>
            </p:nvSpPr>
            <p:spPr>
              <a:xfrm>
                <a:off x="1837554" y="4633810"/>
                <a:ext cx="1213270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644" extrusionOk="0">
                    <a:moveTo>
                      <a:pt x="1" y="1"/>
                    </a:moveTo>
                    <a:lnTo>
                      <a:pt x="1" y="643"/>
                    </a:lnTo>
                    <a:lnTo>
                      <a:pt x="11036" y="643"/>
                    </a:lnTo>
                    <a:lnTo>
                      <a:pt x="11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g2cde5258f47_4_58"/>
              <p:cNvSpPr/>
              <p:nvPr/>
            </p:nvSpPr>
            <p:spPr>
              <a:xfrm>
                <a:off x="1837554" y="3731122"/>
                <a:ext cx="1380485" cy="902807"/>
              </a:xfrm>
              <a:custGeom>
                <a:avLst/>
                <a:gdLst/>
                <a:ahLst/>
                <a:cxnLst/>
                <a:rect l="l" t="t" r="r" b="b"/>
                <a:pathLst>
                  <a:path w="12557" h="8212" extrusionOk="0">
                    <a:moveTo>
                      <a:pt x="1848" y="1"/>
                    </a:moveTo>
                    <a:cubicBezTo>
                      <a:pt x="1685" y="1"/>
                      <a:pt x="1540" y="128"/>
                      <a:pt x="1504" y="291"/>
                    </a:cubicBezTo>
                    <a:lnTo>
                      <a:pt x="1" y="8212"/>
                    </a:lnTo>
                    <a:lnTo>
                      <a:pt x="11036" y="8212"/>
                    </a:lnTo>
                    <a:lnTo>
                      <a:pt x="12512" y="417"/>
                    </a:lnTo>
                    <a:cubicBezTo>
                      <a:pt x="12557" y="200"/>
                      <a:pt x="12394" y="1"/>
                      <a:pt x="12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2" name="Google Shape;1132;g2cde5258f47_4_58"/>
            <p:cNvSpPr/>
            <p:nvPr/>
          </p:nvSpPr>
          <p:spPr>
            <a:xfrm>
              <a:off x="434420" y="3141692"/>
              <a:ext cx="280500" cy="322100"/>
            </a:xfrm>
            <a:custGeom>
              <a:avLst/>
              <a:gdLst/>
              <a:ahLst/>
              <a:cxnLst/>
              <a:rect l="l" t="t" r="r" b="b"/>
              <a:pathLst>
                <a:path w="11220" h="12884" extrusionOk="0">
                  <a:moveTo>
                    <a:pt x="3459" y="86"/>
                  </a:moveTo>
                  <a:cubicBezTo>
                    <a:pt x="4665" y="375"/>
                    <a:pt x="5995" y="575"/>
                    <a:pt x="7276" y="2690"/>
                  </a:cubicBezTo>
                  <a:cubicBezTo>
                    <a:pt x="8557" y="4805"/>
                    <a:pt x="11741" y="11927"/>
                    <a:pt x="11147" y="12776"/>
                  </a:cubicBezTo>
                  <a:cubicBezTo>
                    <a:pt x="10553" y="13625"/>
                    <a:pt x="5289" y="9210"/>
                    <a:pt x="3710" y="7784"/>
                  </a:cubicBezTo>
                  <a:cubicBezTo>
                    <a:pt x="2131" y="6358"/>
                    <a:pt x="2284" y="5356"/>
                    <a:pt x="1673" y="4218"/>
                  </a:cubicBezTo>
                  <a:cubicBezTo>
                    <a:pt x="1062" y="3080"/>
                    <a:pt x="-255" y="1647"/>
                    <a:pt x="43" y="958"/>
                  </a:cubicBezTo>
                  <a:cubicBezTo>
                    <a:pt x="341" y="269"/>
                    <a:pt x="2254" y="-203"/>
                    <a:pt x="3459" y="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cde5258f47_4_9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1138" name="Google Shape;1138;g2cde5258f47_4_95"/>
          <p:cNvSpPr txBox="1">
            <a:spLocks noGrp="1"/>
          </p:cNvSpPr>
          <p:nvPr>
            <p:ph type="subTitle" idx="7"/>
          </p:nvPr>
        </p:nvSpPr>
        <p:spPr>
          <a:xfrm>
            <a:off x="720000" y="1332325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Python </a:t>
            </a:r>
            <a:endParaRPr/>
          </a:p>
        </p:txBody>
      </p:sp>
      <p:sp>
        <p:nvSpPr>
          <p:cNvPr id="1139" name="Google Shape;1139;g2cde5258f47_4_95"/>
          <p:cNvSpPr txBox="1">
            <a:spLocks noGrp="1"/>
          </p:cNvSpPr>
          <p:nvPr>
            <p:ph type="subTitle" idx="8"/>
          </p:nvPr>
        </p:nvSpPr>
        <p:spPr>
          <a:xfrm>
            <a:off x="2322810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Colab</a:t>
            </a:r>
            <a:endParaRPr/>
          </a:p>
        </p:txBody>
      </p:sp>
      <p:sp>
        <p:nvSpPr>
          <p:cNvPr id="1140" name="Google Shape;1140;g2cde5258f47_4_95"/>
          <p:cNvSpPr txBox="1">
            <a:spLocks noGrp="1"/>
          </p:cNvSpPr>
          <p:nvPr>
            <p:ph type="subTitle" idx="9"/>
          </p:nvPr>
        </p:nvSpPr>
        <p:spPr>
          <a:xfrm>
            <a:off x="5971495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PyTorch </a:t>
            </a:r>
            <a:endParaRPr/>
          </a:p>
        </p:txBody>
      </p:sp>
      <p:sp>
        <p:nvSpPr>
          <p:cNvPr id="1141" name="Google Shape;1141;g2cde5258f47_4_95"/>
          <p:cNvSpPr txBox="1">
            <a:spLocks noGrp="1"/>
          </p:cNvSpPr>
          <p:nvPr>
            <p:ph type="subTitle" idx="14"/>
          </p:nvPr>
        </p:nvSpPr>
        <p:spPr>
          <a:xfrm>
            <a:off x="3920535" y="3014389"/>
            <a:ext cx="2622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React JS, Node JS</a:t>
            </a:r>
            <a:endParaRPr/>
          </a:p>
        </p:txBody>
      </p:sp>
      <p:pic>
        <p:nvPicPr>
          <p:cNvPr id="1142" name="Google Shape;1142;g2cde5258f47_4_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8968" y="1557828"/>
            <a:ext cx="983615" cy="98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g2cde5258f47_4_95"/>
          <p:cNvPicPr preferRelativeResize="0"/>
          <p:nvPr/>
        </p:nvPicPr>
        <p:blipFill rotWithShape="1">
          <a:blip r:embed="rId4">
            <a:alphaModFix/>
          </a:blip>
          <a:srcRect r="66101" b="27076"/>
          <a:stretch/>
        </p:blipFill>
        <p:spPr>
          <a:xfrm>
            <a:off x="969584" y="1638193"/>
            <a:ext cx="933449" cy="8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g2cde5258f47_4_95" descr="A red and black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67917" y="1557823"/>
            <a:ext cx="1052550" cy="10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g2cde5258f47_4_9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3398790"/>
            <a:ext cx="1319530" cy="7391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g2cde5258f47_4_95"/>
          <p:cNvSpPr txBox="1">
            <a:spLocks noGrp="1"/>
          </p:cNvSpPr>
          <p:nvPr>
            <p:ph type="subTitle" idx="13"/>
          </p:nvPr>
        </p:nvSpPr>
        <p:spPr>
          <a:xfrm>
            <a:off x="2267418" y="2969381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Flask</a:t>
            </a:r>
            <a:endParaRPr/>
          </a:p>
        </p:txBody>
      </p:sp>
      <p:pic>
        <p:nvPicPr>
          <p:cNvPr id="1147" name="Google Shape;1147;g2cde5258f47_4_95" descr="A black background with a black square&#10;&#10;Description automatically generated with medium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66661" y="3308774"/>
            <a:ext cx="927007" cy="829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g2cde5258f47_4_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58525" y="1746438"/>
            <a:ext cx="1748537" cy="67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g2cde5258f47_4_95"/>
          <p:cNvSpPr txBox="1">
            <a:spLocks noGrp="1"/>
          </p:cNvSpPr>
          <p:nvPr>
            <p:ph type="subTitle" idx="8"/>
          </p:nvPr>
        </p:nvSpPr>
        <p:spPr>
          <a:xfrm>
            <a:off x="4093935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Kaggle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6"/>
          <p:cNvSpPr txBox="1">
            <a:spLocks noGrp="1"/>
          </p:cNvSpPr>
          <p:nvPr>
            <p:ph type="title"/>
          </p:nvPr>
        </p:nvSpPr>
        <p:spPr>
          <a:xfrm flipH="1">
            <a:off x="3708475" y="2179350"/>
            <a:ext cx="47223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	References</a:t>
            </a:r>
            <a:endParaRPr/>
          </a:p>
        </p:txBody>
      </p:sp>
      <p:grpSp>
        <p:nvGrpSpPr>
          <p:cNvPr id="1155" name="Google Shape;1155;p36"/>
          <p:cNvGrpSpPr/>
          <p:nvPr/>
        </p:nvGrpSpPr>
        <p:grpSpPr>
          <a:xfrm>
            <a:off x="-146036" y="1624305"/>
            <a:ext cx="3321059" cy="3519195"/>
            <a:chOff x="5701400" y="1624300"/>
            <a:chExt cx="3810739" cy="3519195"/>
          </a:xfrm>
        </p:grpSpPr>
        <p:sp>
          <p:nvSpPr>
            <p:cNvPr id="1156" name="Google Shape;1156;p36"/>
            <p:cNvSpPr/>
            <p:nvPr/>
          </p:nvSpPr>
          <p:spPr>
            <a:xfrm>
              <a:off x="6107395" y="3356458"/>
              <a:ext cx="3055493" cy="1787034"/>
            </a:xfrm>
            <a:custGeom>
              <a:avLst/>
              <a:gdLst/>
              <a:ahLst/>
              <a:cxnLst/>
              <a:rect l="l" t="t" r="r" b="b"/>
              <a:pathLst>
                <a:path w="27793" h="16255" extrusionOk="0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36"/>
            <p:cNvSpPr/>
            <p:nvPr/>
          </p:nvSpPr>
          <p:spPr>
            <a:xfrm>
              <a:off x="7411131" y="4011789"/>
              <a:ext cx="1237237" cy="625105"/>
            </a:xfrm>
            <a:custGeom>
              <a:avLst/>
              <a:gdLst/>
              <a:ahLst/>
              <a:cxnLst/>
              <a:rect l="l" t="t" r="r" b="b"/>
              <a:pathLst>
                <a:path w="11254" h="5686" extrusionOk="0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36"/>
            <p:cNvSpPr/>
            <p:nvPr/>
          </p:nvSpPr>
          <p:spPr>
            <a:xfrm>
              <a:off x="7046911" y="3213651"/>
              <a:ext cx="679854" cy="850037"/>
            </a:xfrm>
            <a:custGeom>
              <a:avLst/>
              <a:gdLst/>
              <a:ahLst/>
              <a:cxnLst/>
              <a:rect l="l" t="t" r="r" b="b"/>
              <a:pathLst>
                <a:path w="6184" h="7732" extrusionOk="0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36"/>
            <p:cNvSpPr/>
            <p:nvPr/>
          </p:nvSpPr>
          <p:spPr>
            <a:xfrm>
              <a:off x="6477661" y="2654294"/>
              <a:ext cx="591244" cy="792320"/>
            </a:xfrm>
            <a:custGeom>
              <a:avLst/>
              <a:gdLst/>
              <a:ahLst/>
              <a:cxnLst/>
              <a:rect l="l" t="t" r="r" b="b"/>
              <a:pathLst>
                <a:path w="5378" h="7207" extrusionOk="0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36"/>
            <p:cNvSpPr/>
            <p:nvPr/>
          </p:nvSpPr>
          <p:spPr>
            <a:xfrm>
              <a:off x="6601009" y="2771816"/>
              <a:ext cx="405230" cy="248899"/>
            </a:xfrm>
            <a:custGeom>
              <a:avLst/>
              <a:gdLst/>
              <a:ahLst/>
              <a:cxnLst/>
              <a:rect l="l" t="t" r="r" b="b"/>
              <a:pathLst>
                <a:path w="3686" h="2264" extrusionOk="0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36"/>
            <p:cNvSpPr/>
            <p:nvPr/>
          </p:nvSpPr>
          <p:spPr>
            <a:xfrm>
              <a:off x="5975032" y="3085245"/>
              <a:ext cx="1518897" cy="2058250"/>
            </a:xfrm>
            <a:custGeom>
              <a:avLst/>
              <a:gdLst/>
              <a:ahLst/>
              <a:cxnLst/>
              <a:rect l="l" t="t" r="r" b="b"/>
              <a:pathLst>
                <a:path w="13816" h="18722" extrusionOk="0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36"/>
            <p:cNvSpPr/>
            <p:nvPr/>
          </p:nvSpPr>
          <p:spPr>
            <a:xfrm>
              <a:off x="5975032" y="4152178"/>
              <a:ext cx="1472063" cy="904786"/>
            </a:xfrm>
            <a:custGeom>
              <a:avLst/>
              <a:gdLst/>
              <a:ahLst/>
              <a:cxnLst/>
              <a:rect l="l" t="t" r="r" b="b"/>
              <a:pathLst>
                <a:path w="13390" h="8230" extrusionOk="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36"/>
            <p:cNvSpPr/>
            <p:nvPr/>
          </p:nvSpPr>
          <p:spPr>
            <a:xfrm>
              <a:off x="6400046" y="3085245"/>
              <a:ext cx="671828" cy="383022"/>
            </a:xfrm>
            <a:custGeom>
              <a:avLst/>
              <a:gdLst/>
              <a:ahLst/>
              <a:cxnLst/>
              <a:rect l="l" t="t" r="r" b="b"/>
              <a:pathLst>
                <a:path w="6111" h="3484" extrusionOk="0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36"/>
            <p:cNvSpPr/>
            <p:nvPr/>
          </p:nvSpPr>
          <p:spPr>
            <a:xfrm>
              <a:off x="5995920" y="4138216"/>
              <a:ext cx="2282193" cy="811449"/>
            </a:xfrm>
            <a:custGeom>
              <a:avLst/>
              <a:gdLst/>
              <a:ahLst/>
              <a:cxnLst/>
              <a:rect l="l" t="t" r="r" b="b"/>
              <a:pathLst>
                <a:path w="20759" h="7381" extrusionOk="0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36"/>
            <p:cNvSpPr/>
            <p:nvPr/>
          </p:nvSpPr>
          <p:spPr>
            <a:xfrm>
              <a:off x="6466667" y="4274537"/>
              <a:ext cx="204154" cy="186234"/>
            </a:xfrm>
            <a:custGeom>
              <a:avLst/>
              <a:gdLst/>
              <a:ahLst/>
              <a:cxnLst/>
              <a:rect l="l" t="t" r="r" b="b"/>
              <a:pathLst>
                <a:path w="1857" h="1694" extrusionOk="0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36"/>
            <p:cNvSpPr/>
            <p:nvPr/>
          </p:nvSpPr>
          <p:spPr>
            <a:xfrm>
              <a:off x="5995920" y="4138216"/>
              <a:ext cx="637088" cy="322557"/>
            </a:xfrm>
            <a:custGeom>
              <a:avLst/>
              <a:gdLst/>
              <a:ahLst/>
              <a:cxnLst/>
              <a:rect l="l" t="t" r="r" b="b"/>
              <a:pathLst>
                <a:path w="5795" h="2934" extrusionOk="0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36"/>
            <p:cNvSpPr/>
            <p:nvPr/>
          </p:nvSpPr>
          <p:spPr>
            <a:xfrm>
              <a:off x="5701400" y="3222996"/>
              <a:ext cx="928642" cy="1139282"/>
            </a:xfrm>
            <a:custGeom>
              <a:avLst/>
              <a:gdLst/>
              <a:ahLst/>
              <a:cxnLst/>
              <a:rect l="l" t="t" r="r" b="b"/>
              <a:pathLst>
                <a:path w="8447" h="10363" extrusionOk="0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6"/>
            <p:cNvSpPr/>
            <p:nvPr/>
          </p:nvSpPr>
          <p:spPr>
            <a:xfrm>
              <a:off x="6369154" y="1738854"/>
              <a:ext cx="1110809" cy="1195680"/>
            </a:xfrm>
            <a:custGeom>
              <a:avLst/>
              <a:gdLst/>
              <a:ahLst/>
              <a:cxnLst/>
              <a:rect l="l" t="t" r="r" b="b"/>
              <a:pathLst>
                <a:path w="10104" h="10876" extrusionOk="0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36"/>
            <p:cNvSpPr/>
            <p:nvPr/>
          </p:nvSpPr>
          <p:spPr>
            <a:xfrm>
              <a:off x="6608045" y="1852638"/>
              <a:ext cx="871914" cy="559032"/>
            </a:xfrm>
            <a:custGeom>
              <a:avLst/>
              <a:gdLst/>
              <a:ahLst/>
              <a:cxnLst/>
              <a:rect l="l" t="t" r="r" b="b"/>
              <a:pathLst>
                <a:path w="7931" h="5085" extrusionOk="0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36"/>
            <p:cNvSpPr/>
            <p:nvPr/>
          </p:nvSpPr>
          <p:spPr>
            <a:xfrm>
              <a:off x="7081761" y="2363732"/>
              <a:ext cx="95646" cy="168314"/>
            </a:xfrm>
            <a:custGeom>
              <a:avLst/>
              <a:gdLst/>
              <a:ahLst/>
              <a:cxnLst/>
              <a:rect l="l" t="t" r="r" b="b"/>
              <a:pathLst>
                <a:path w="870" h="1531" extrusionOk="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36"/>
            <p:cNvSpPr/>
            <p:nvPr/>
          </p:nvSpPr>
          <p:spPr>
            <a:xfrm>
              <a:off x="7055816" y="2493128"/>
              <a:ext cx="15061" cy="25945"/>
            </a:xfrm>
            <a:custGeom>
              <a:avLst/>
              <a:gdLst/>
              <a:ahLst/>
              <a:cxnLst/>
              <a:rect l="l" t="t" r="r" b="b"/>
              <a:pathLst>
                <a:path w="137" h="236" extrusionOk="0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36"/>
            <p:cNvSpPr/>
            <p:nvPr/>
          </p:nvSpPr>
          <p:spPr>
            <a:xfrm>
              <a:off x="6898607" y="2142760"/>
              <a:ext cx="165346" cy="56178"/>
            </a:xfrm>
            <a:custGeom>
              <a:avLst/>
              <a:gdLst/>
              <a:ahLst/>
              <a:cxnLst/>
              <a:rect l="l" t="t" r="r" b="b"/>
              <a:pathLst>
                <a:path w="1504" h="511" extrusionOk="0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36"/>
            <p:cNvSpPr/>
            <p:nvPr/>
          </p:nvSpPr>
          <p:spPr>
            <a:xfrm>
              <a:off x="7295697" y="2225432"/>
              <a:ext cx="150395" cy="92347"/>
            </a:xfrm>
            <a:custGeom>
              <a:avLst/>
              <a:gdLst/>
              <a:ahLst/>
              <a:cxnLst/>
              <a:rect l="l" t="t" r="r" b="b"/>
              <a:pathLst>
                <a:path w="1368" h="840" extrusionOk="0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36"/>
            <p:cNvSpPr/>
            <p:nvPr/>
          </p:nvSpPr>
          <p:spPr>
            <a:xfrm>
              <a:off x="7256890" y="2364722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36"/>
            <p:cNvSpPr/>
            <p:nvPr/>
          </p:nvSpPr>
          <p:spPr>
            <a:xfrm>
              <a:off x="6919495" y="2284029"/>
              <a:ext cx="104660" cy="110707"/>
            </a:xfrm>
            <a:custGeom>
              <a:avLst/>
              <a:gdLst/>
              <a:ahLst/>
              <a:cxnLst/>
              <a:rect l="l" t="t" r="r" b="b"/>
              <a:pathLst>
                <a:path w="952" h="1007" extrusionOk="0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36"/>
            <p:cNvSpPr/>
            <p:nvPr/>
          </p:nvSpPr>
          <p:spPr>
            <a:xfrm>
              <a:off x="7251943" y="2505880"/>
              <a:ext cx="175240" cy="233177"/>
            </a:xfrm>
            <a:custGeom>
              <a:avLst/>
              <a:gdLst/>
              <a:ahLst/>
              <a:cxnLst/>
              <a:rect l="l" t="t" r="r" b="b"/>
              <a:pathLst>
                <a:path w="1594" h="2121" extrusionOk="0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36"/>
            <p:cNvSpPr/>
            <p:nvPr/>
          </p:nvSpPr>
          <p:spPr>
            <a:xfrm>
              <a:off x="6679724" y="2368570"/>
              <a:ext cx="264839" cy="240653"/>
            </a:xfrm>
            <a:custGeom>
              <a:avLst/>
              <a:gdLst/>
              <a:ahLst/>
              <a:cxnLst/>
              <a:rect l="l" t="t" r="r" b="b"/>
              <a:pathLst>
                <a:path w="2409" h="2189" extrusionOk="0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36"/>
            <p:cNvSpPr/>
            <p:nvPr/>
          </p:nvSpPr>
          <p:spPr>
            <a:xfrm>
              <a:off x="7017009" y="2650337"/>
              <a:ext cx="80804" cy="24626"/>
            </a:xfrm>
            <a:custGeom>
              <a:avLst/>
              <a:gdLst/>
              <a:ahLst/>
              <a:cxnLst/>
              <a:rect l="l" t="t" r="r" b="b"/>
              <a:pathLst>
                <a:path w="735" h="224" extrusionOk="0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36"/>
            <p:cNvSpPr/>
            <p:nvPr/>
          </p:nvSpPr>
          <p:spPr>
            <a:xfrm>
              <a:off x="6967318" y="2522920"/>
              <a:ext cx="233947" cy="128297"/>
            </a:xfrm>
            <a:custGeom>
              <a:avLst/>
              <a:gdLst/>
              <a:ahLst/>
              <a:cxnLst/>
              <a:rect l="l" t="t" r="r" b="b"/>
              <a:pathLst>
                <a:path w="2128" h="1167" extrusionOk="0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36"/>
            <p:cNvSpPr/>
            <p:nvPr/>
          </p:nvSpPr>
          <p:spPr>
            <a:xfrm>
              <a:off x="6993153" y="2594929"/>
              <a:ext cx="149405" cy="56288"/>
            </a:xfrm>
            <a:custGeom>
              <a:avLst/>
              <a:gdLst/>
              <a:ahLst/>
              <a:cxnLst/>
              <a:rect l="l" t="t" r="r" b="b"/>
              <a:pathLst>
                <a:path w="1359" h="512" extrusionOk="0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36"/>
            <p:cNvSpPr/>
            <p:nvPr/>
          </p:nvSpPr>
          <p:spPr>
            <a:xfrm>
              <a:off x="6462709" y="2227961"/>
              <a:ext cx="127527" cy="222074"/>
            </a:xfrm>
            <a:custGeom>
              <a:avLst/>
              <a:gdLst/>
              <a:ahLst/>
              <a:cxnLst/>
              <a:rect l="l" t="t" r="r" b="b"/>
              <a:pathLst>
                <a:path w="1160" h="2020" extrusionOk="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36"/>
            <p:cNvSpPr/>
            <p:nvPr/>
          </p:nvSpPr>
          <p:spPr>
            <a:xfrm>
              <a:off x="6262735" y="1624300"/>
              <a:ext cx="1419293" cy="852016"/>
            </a:xfrm>
            <a:custGeom>
              <a:avLst/>
              <a:gdLst/>
              <a:ahLst/>
              <a:cxnLst/>
              <a:rect l="l" t="t" r="r" b="b"/>
              <a:pathLst>
                <a:path w="12910" h="7750" extrusionOk="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36"/>
            <p:cNvSpPr/>
            <p:nvPr/>
          </p:nvSpPr>
          <p:spPr>
            <a:xfrm>
              <a:off x="6388063" y="1731818"/>
              <a:ext cx="1276045" cy="628073"/>
            </a:xfrm>
            <a:custGeom>
              <a:avLst/>
              <a:gdLst/>
              <a:ahLst/>
              <a:cxnLst/>
              <a:rect l="l" t="t" r="r" b="b"/>
              <a:pathLst>
                <a:path w="11607" h="5713" extrusionOk="0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36"/>
            <p:cNvSpPr/>
            <p:nvPr/>
          </p:nvSpPr>
          <p:spPr>
            <a:xfrm>
              <a:off x="7530632" y="4704499"/>
              <a:ext cx="1796489" cy="438980"/>
            </a:xfrm>
            <a:custGeom>
              <a:avLst/>
              <a:gdLst/>
              <a:ahLst/>
              <a:cxnLst/>
              <a:rect l="l" t="t" r="r" b="b"/>
              <a:pathLst>
                <a:path w="16341" h="3993" extrusionOk="0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36"/>
            <p:cNvSpPr/>
            <p:nvPr/>
          </p:nvSpPr>
          <p:spPr>
            <a:xfrm>
              <a:off x="7631113" y="4633810"/>
              <a:ext cx="853005" cy="70800"/>
            </a:xfrm>
            <a:custGeom>
              <a:avLst/>
              <a:gdLst/>
              <a:ahLst/>
              <a:cxnLst/>
              <a:rect l="l" t="t" r="r" b="b"/>
              <a:pathLst>
                <a:path w="7759" h="644" extrusionOk="0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36"/>
            <p:cNvSpPr/>
            <p:nvPr/>
          </p:nvSpPr>
          <p:spPr>
            <a:xfrm>
              <a:off x="8131654" y="4633810"/>
              <a:ext cx="1213270" cy="70800"/>
            </a:xfrm>
            <a:custGeom>
              <a:avLst/>
              <a:gdLst/>
              <a:ahLst/>
              <a:cxnLst/>
              <a:rect l="l" t="t" r="r" b="b"/>
              <a:pathLst>
                <a:path w="11036" h="644" extrusionOk="0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6"/>
            <p:cNvSpPr/>
            <p:nvPr/>
          </p:nvSpPr>
          <p:spPr>
            <a:xfrm>
              <a:off x="8131654" y="3731122"/>
              <a:ext cx="1380485" cy="902807"/>
            </a:xfrm>
            <a:custGeom>
              <a:avLst/>
              <a:gdLst/>
              <a:ahLst/>
              <a:cxnLst/>
              <a:rect l="l" t="t" r="r" b="b"/>
              <a:pathLst>
                <a:path w="12557" h="8212" extrusionOk="0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References </a:t>
            </a:r>
            <a:endParaRPr/>
          </a:p>
        </p:txBody>
      </p:sp>
      <p:sp>
        <p:nvSpPr>
          <p:cNvPr id="1193" name="Google Shape;1193;p37"/>
          <p:cNvSpPr txBox="1"/>
          <p:nvPr/>
        </p:nvSpPr>
        <p:spPr>
          <a:xfrm>
            <a:off x="828306" y="1085337"/>
            <a:ext cx="7595700" cy="38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 i="0" u="none" strike="noStrike" cap="none">
                <a:solidFill>
                  <a:schemeClr val="lt1"/>
                </a:solidFill>
              </a:rPr>
              <a:t>Runtao Liu, Qian Yu, and Stella Yu</a:t>
            </a:r>
            <a:r>
              <a:rPr lang="en-US" sz="1200">
                <a:solidFill>
                  <a:schemeClr val="lt1"/>
                </a:solidFill>
              </a:rPr>
              <a:t> -</a:t>
            </a:r>
            <a:r>
              <a:rPr lang="en-US" sz="1200" i="0" u="none" strike="noStrike" cap="none">
                <a:solidFill>
                  <a:schemeClr val="lt1"/>
                </a:solidFill>
              </a:rPr>
              <a:t> Unsupervised Sketch-to-Photo Synthesis - Peking University</a:t>
            </a:r>
            <a:r>
              <a:rPr lang="en-US" sz="1200">
                <a:solidFill>
                  <a:schemeClr val="lt1"/>
                </a:solidFill>
              </a:rPr>
              <a:t> (2020)</a:t>
            </a:r>
            <a:endParaRPr sz="1200" i="0" u="none" strike="noStrike" cap="none">
              <a:solidFill>
                <a:schemeClr val="lt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Subhadeep Koley, Ayan Kumar Bhunia, Aneeshan Sain - </a:t>
            </a:r>
            <a:r>
              <a:rPr lang="en-US" sz="1200" i="0" u="none" strike="noStrike" cap="none">
                <a:solidFill>
                  <a:schemeClr val="lt1"/>
                </a:solidFill>
              </a:rPr>
              <a:t>Picture that Sketch: Photorealistic Image Generation from Abstract Sketches - University of Surrey, United Kingdom</a:t>
            </a:r>
            <a:r>
              <a:rPr lang="en-US" sz="1200">
                <a:solidFill>
                  <a:schemeClr val="lt1"/>
                </a:solidFill>
              </a:rPr>
              <a:t> (2023)</a:t>
            </a:r>
            <a:endParaRPr sz="1200" i="0" u="none" strike="noStrike" cap="none">
              <a:solidFill>
                <a:schemeClr val="lt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 i="0" u="none" strike="noStrike" cap="none">
                <a:solidFill>
                  <a:schemeClr val="lt1"/>
                </a:solidFill>
              </a:rPr>
              <a:t>Li Li</a:t>
            </a:r>
            <a:r>
              <a:rPr lang="en-US" sz="1200">
                <a:solidFill>
                  <a:schemeClr val="lt1"/>
                </a:solidFill>
              </a:rPr>
              <a:t>u, Fumin Shen</a:t>
            </a:r>
            <a:r>
              <a:rPr lang="en-US" sz="1200" i="0" u="none" strike="noStrike" cap="none">
                <a:solidFill>
                  <a:schemeClr val="lt1"/>
                </a:solidFill>
              </a:rPr>
              <a:t>, Yuming Shen Xianglong Liu - Deep Sketch Hashing - University of Electronic Science and Technology of China</a:t>
            </a:r>
            <a:r>
              <a:rPr lang="en-US" sz="1200">
                <a:solidFill>
                  <a:schemeClr val="lt1"/>
                </a:solidFill>
              </a:rPr>
              <a:t> (2017)</a:t>
            </a:r>
            <a:endParaRPr sz="1200" i="0" u="none" strike="noStrike" cap="none">
              <a:solidFill>
                <a:schemeClr val="lt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 i="0" u="none" strike="noStrike" cap="none">
                <a:solidFill>
                  <a:schemeClr val="lt1"/>
                </a:solidFill>
              </a:rPr>
              <a:t>Yunji Kim, Jiyoung Lee, Jin-Hwa Kim, Jung-Woo Ha, Jun-Yan Zhu </a:t>
            </a:r>
            <a:r>
              <a:rPr lang="en-US" sz="1200">
                <a:solidFill>
                  <a:schemeClr val="lt1"/>
                </a:solidFill>
              </a:rPr>
              <a:t>- </a:t>
            </a:r>
            <a:r>
              <a:rPr lang="en-US" sz="1200" i="0" u="none" strike="noStrike" cap="none">
                <a:solidFill>
                  <a:schemeClr val="lt1"/>
                </a:solidFill>
              </a:rPr>
              <a:t>Dense Text-to-Image Generation with Attention Modulation</a:t>
            </a:r>
            <a:r>
              <a:rPr lang="en-US" sz="1200">
                <a:solidFill>
                  <a:schemeClr val="lt1"/>
                </a:solidFill>
              </a:rPr>
              <a:t> - </a:t>
            </a:r>
            <a:r>
              <a:rPr lang="en-US" sz="1200" i="0" u="none" strike="noStrike" cap="none">
                <a:solidFill>
                  <a:schemeClr val="lt1"/>
                </a:solidFill>
              </a:rPr>
              <a:t> Carnegie Mellon University </a:t>
            </a:r>
            <a:r>
              <a:rPr lang="en-US" sz="1200">
                <a:solidFill>
                  <a:schemeClr val="lt1"/>
                </a:solidFill>
              </a:rPr>
              <a:t>(2023)</a:t>
            </a:r>
            <a:endParaRPr sz="1200">
              <a:solidFill>
                <a:schemeClr val="lt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Wenjing Huang, Shikui Tu, Lei Xu, Shanghai Jiao, Tong University - PFB-Diff: Progressive Feature Blending Diffusion for Text-driven Image Editing (2023)</a:t>
            </a:r>
            <a:endParaRPr sz="1200">
              <a:solidFill>
                <a:schemeClr val="lt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Muyang Li, Ji Lin, Yaoyao Ding, Zhijian Liu, Jun-Yan Zhu and Song Han - GAN Compression: Efficient Architectures for Interactive Conditional GANs - IEEE (2021)</a:t>
            </a:r>
            <a:endParaRPr sz="1200">
              <a:solidFill>
                <a:schemeClr val="lt1"/>
              </a:solidFill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Yongyi Lu ,Shangzhe Wu,Yu-Wing Tai - Sketch Constraint Using Contextual GAN -  University of Oxford (2018)</a:t>
            </a:r>
            <a:endParaRPr sz="12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cd84d30590_10_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References </a:t>
            </a:r>
            <a:endParaRPr/>
          </a:p>
        </p:txBody>
      </p:sp>
      <p:sp>
        <p:nvSpPr>
          <p:cNvPr id="1199" name="Google Shape;1199;g2cd84d30590_10_16"/>
          <p:cNvSpPr txBox="1"/>
          <p:nvPr/>
        </p:nvSpPr>
        <p:spPr>
          <a:xfrm>
            <a:off x="828431" y="1250462"/>
            <a:ext cx="75957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Chengying Gao, Qi Liu, Qi Xu, Limin Wang, Jianzhuang Liu, Changqing Zou (2022) SketchyCOCO: Image Generation from Freehand Scene Sketches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Xiaoyu Xiang, Ding Liu, Xiao Yang, Yiheng Zhu, Xiaohui Shen, Jan P. Allebach (2021) Adversarial Open Domain Adaptation for Sketch-to-Photo Synthesis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Chengying Gao, Qu Liu, Limin Wang, Jianzhuang Liu, and Changqing Zou </a:t>
            </a:r>
            <a:r>
              <a:rPr lang="en-US" sz="1200">
                <a:solidFill>
                  <a:schemeClr val="lt1"/>
                </a:solidFill>
              </a:rPr>
              <a:t>- </a:t>
            </a: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SketchyCOCO: Image Generation from Freehand Scene Sketches - HMI Lab, Huawei Technologies </a:t>
            </a:r>
            <a:r>
              <a:rPr lang="en-US" sz="1200">
                <a:solidFill>
                  <a:schemeClr val="lt1"/>
                </a:solidFill>
              </a:rPr>
              <a:t>(2020)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Runtao Liu, Qian Yu, and Stella Yu (23.3.2020) Unsupervised Sketch-to-Photo Synthesis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Picture that Sketch: Photorealistic Image Generation from Abstract Sketches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 Liu et al.(2017), Deep Sketch Hashing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Yunji Kim, Jiyoung Lee, Jin-Hwa Kim, Jung-Woo Ha, Jun-Yan Zhu (2023) Dense Text-to-Image Generation with Attention Modulation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cd84d30590_10_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References </a:t>
            </a:r>
            <a:endParaRPr/>
          </a:p>
        </p:txBody>
      </p:sp>
      <p:sp>
        <p:nvSpPr>
          <p:cNvPr id="1205" name="Google Shape;1205;g2cd84d30590_10_21"/>
          <p:cNvSpPr txBox="1"/>
          <p:nvPr/>
        </p:nvSpPr>
        <p:spPr>
          <a:xfrm>
            <a:off x="828425" y="1250451"/>
            <a:ext cx="7595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g2cd84d30590_10_21"/>
          <p:cNvSpPr txBox="1"/>
          <p:nvPr/>
        </p:nvSpPr>
        <p:spPr>
          <a:xfrm>
            <a:off x="828425" y="1250450"/>
            <a:ext cx="75957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 startAt="8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SketchyScene: Richly-Annotated Scene Sketches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 startAt="8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Sheng-Yu Wang, David Bau, Jun-Yan Zhu (2021) Sketch Your Own GAN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 startAt="8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Wenjing Huang, Shikui Tu, Lei Xu, Shanghai Jiao, Tong University - PFB-Diff: Progressive Feature Blending Diffusion for Text-driven Image Editing </a:t>
            </a:r>
            <a:r>
              <a:rPr lang="en-US" sz="1200">
                <a:solidFill>
                  <a:schemeClr val="lt1"/>
                </a:solidFill>
              </a:rPr>
              <a:t>(2023)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 startAt="8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Yongyi Lu ,Shangzhe Wu,Yu-Wing Tai, (2018) , Sketch Constraint Using Contextual GAN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 startAt="8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Hangyu Lin, Yanwei Fu , (2020) ,Sketch-BERT: Learning Sketch Bidirectional Encoder Representation 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 startAt="8"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SketchyGAN: Towards Diverse and Realistic Sketch to Image Synthesis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39"/>
          <p:cNvSpPr txBox="1">
            <a:spLocks noGrp="1"/>
          </p:cNvSpPr>
          <p:nvPr>
            <p:ph type="title"/>
          </p:nvPr>
        </p:nvSpPr>
        <p:spPr>
          <a:xfrm flipH="1">
            <a:off x="3639354" y="1309796"/>
            <a:ext cx="4523100" cy="70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 sz="1600" b="1">
                <a:solidFill>
                  <a:schemeClr val="dk2"/>
                </a:solidFill>
              </a:rPr>
              <a:t>Do you have any questions?</a:t>
            </a:r>
            <a:br>
              <a:rPr lang="en-US" sz="1600" b="1">
                <a:solidFill>
                  <a:schemeClr val="dk2"/>
                </a:solidFill>
              </a:rPr>
            </a:br>
            <a:endParaRPr sz="1600"/>
          </a:p>
        </p:txBody>
      </p:sp>
      <p:sp>
        <p:nvSpPr>
          <p:cNvPr id="1212" name="Google Shape;1212;p39"/>
          <p:cNvSpPr txBox="1">
            <a:spLocks noGrp="1"/>
          </p:cNvSpPr>
          <p:nvPr>
            <p:ph type="title" idx="2"/>
          </p:nvPr>
        </p:nvSpPr>
        <p:spPr>
          <a:xfrm flipH="1">
            <a:off x="4114388" y="501258"/>
            <a:ext cx="3509525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Thanks!</a:t>
            </a:r>
            <a:endParaRPr/>
          </a:p>
        </p:txBody>
      </p:sp>
      <p:grpSp>
        <p:nvGrpSpPr>
          <p:cNvPr id="1213" name="Google Shape;1213;p39"/>
          <p:cNvGrpSpPr/>
          <p:nvPr/>
        </p:nvGrpSpPr>
        <p:grpSpPr>
          <a:xfrm>
            <a:off x="3368520" y="3278678"/>
            <a:ext cx="1491735" cy="1864809"/>
            <a:chOff x="3021500" y="684925"/>
            <a:chExt cx="862075" cy="1077675"/>
          </a:xfrm>
        </p:grpSpPr>
        <p:sp>
          <p:nvSpPr>
            <p:cNvPr id="1214" name="Google Shape;1214;p39"/>
            <p:cNvSpPr/>
            <p:nvPr/>
          </p:nvSpPr>
          <p:spPr>
            <a:xfrm>
              <a:off x="3257550" y="767000"/>
              <a:ext cx="308725" cy="553600"/>
            </a:xfrm>
            <a:custGeom>
              <a:avLst/>
              <a:gdLst/>
              <a:ahLst/>
              <a:cxnLst/>
              <a:rect l="l" t="t" r="r" b="b"/>
              <a:pathLst>
                <a:path w="12349" h="22144" extrusionOk="0">
                  <a:moveTo>
                    <a:pt x="3015" y="1"/>
                  </a:moveTo>
                  <a:cubicBezTo>
                    <a:pt x="2671" y="408"/>
                    <a:pt x="2517" y="942"/>
                    <a:pt x="2390" y="1458"/>
                  </a:cubicBezTo>
                  <a:cubicBezTo>
                    <a:pt x="2191" y="2318"/>
                    <a:pt x="2037" y="3178"/>
                    <a:pt x="1938" y="4057"/>
                  </a:cubicBezTo>
                  <a:cubicBezTo>
                    <a:pt x="1856" y="4799"/>
                    <a:pt x="1585" y="5867"/>
                    <a:pt x="1585" y="5867"/>
                  </a:cubicBezTo>
                  <a:cubicBezTo>
                    <a:pt x="1585" y="5867"/>
                    <a:pt x="915" y="6356"/>
                    <a:pt x="643" y="6790"/>
                  </a:cubicBezTo>
                  <a:cubicBezTo>
                    <a:pt x="191" y="7487"/>
                    <a:pt x="1" y="8402"/>
                    <a:pt x="1" y="8402"/>
                  </a:cubicBezTo>
                  <a:cubicBezTo>
                    <a:pt x="1" y="8402"/>
                    <a:pt x="1105" y="8845"/>
                    <a:pt x="1648" y="9072"/>
                  </a:cubicBezTo>
                  <a:cubicBezTo>
                    <a:pt x="1648" y="9533"/>
                    <a:pt x="1657" y="10004"/>
                    <a:pt x="1693" y="10475"/>
                  </a:cubicBezTo>
                  <a:cubicBezTo>
                    <a:pt x="2218" y="10321"/>
                    <a:pt x="2716" y="10067"/>
                    <a:pt x="3142" y="9733"/>
                  </a:cubicBezTo>
                  <a:lnTo>
                    <a:pt x="3142" y="9733"/>
                  </a:lnTo>
                  <a:cubicBezTo>
                    <a:pt x="2834" y="10312"/>
                    <a:pt x="2345" y="10801"/>
                    <a:pt x="1775" y="11118"/>
                  </a:cubicBezTo>
                  <a:cubicBezTo>
                    <a:pt x="1838" y="11507"/>
                    <a:pt x="1929" y="11887"/>
                    <a:pt x="2083" y="12240"/>
                  </a:cubicBezTo>
                  <a:cubicBezTo>
                    <a:pt x="2191" y="12494"/>
                    <a:pt x="2327" y="12747"/>
                    <a:pt x="2526" y="12937"/>
                  </a:cubicBezTo>
                  <a:cubicBezTo>
                    <a:pt x="2916" y="13335"/>
                    <a:pt x="3495" y="13462"/>
                    <a:pt x="4047" y="13544"/>
                  </a:cubicBezTo>
                  <a:cubicBezTo>
                    <a:pt x="4279" y="13576"/>
                    <a:pt x="4511" y="13587"/>
                    <a:pt x="4745" y="13587"/>
                  </a:cubicBezTo>
                  <a:cubicBezTo>
                    <a:pt x="5231" y="13587"/>
                    <a:pt x="5721" y="13538"/>
                    <a:pt x="6211" y="13526"/>
                  </a:cubicBezTo>
                  <a:lnTo>
                    <a:pt x="6211" y="13526"/>
                  </a:lnTo>
                  <a:cubicBezTo>
                    <a:pt x="6301" y="14005"/>
                    <a:pt x="6337" y="14766"/>
                    <a:pt x="6066" y="15182"/>
                  </a:cubicBezTo>
                  <a:cubicBezTo>
                    <a:pt x="5984" y="15318"/>
                    <a:pt x="5867" y="15427"/>
                    <a:pt x="5731" y="15517"/>
                  </a:cubicBezTo>
                  <a:lnTo>
                    <a:pt x="7016" y="22144"/>
                  </a:lnTo>
                  <a:lnTo>
                    <a:pt x="12348" y="15173"/>
                  </a:lnTo>
                  <a:lnTo>
                    <a:pt x="11090" y="11552"/>
                  </a:lnTo>
                  <a:lnTo>
                    <a:pt x="9216" y="1006"/>
                  </a:lnTo>
                  <a:lnTo>
                    <a:pt x="3015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39"/>
            <p:cNvSpPr/>
            <p:nvPr/>
          </p:nvSpPr>
          <p:spPr>
            <a:xfrm>
              <a:off x="3327475" y="909600"/>
              <a:ext cx="23800" cy="23775"/>
            </a:xfrm>
            <a:custGeom>
              <a:avLst/>
              <a:gdLst/>
              <a:ahLst/>
              <a:cxnLst/>
              <a:rect l="l" t="t" r="r" b="b"/>
              <a:pathLst>
                <a:path w="952" h="951" extrusionOk="0">
                  <a:moveTo>
                    <a:pt x="481" y="0"/>
                  </a:moveTo>
                  <a:cubicBezTo>
                    <a:pt x="218" y="0"/>
                    <a:pt x="10" y="208"/>
                    <a:pt x="1" y="471"/>
                  </a:cubicBezTo>
                  <a:cubicBezTo>
                    <a:pt x="1" y="724"/>
                    <a:pt x="209" y="942"/>
                    <a:pt x="463" y="951"/>
                  </a:cubicBezTo>
                  <a:cubicBezTo>
                    <a:pt x="725" y="951"/>
                    <a:pt x="942" y="742"/>
                    <a:pt x="942" y="480"/>
                  </a:cubicBezTo>
                  <a:cubicBezTo>
                    <a:pt x="951" y="226"/>
                    <a:pt x="743" y="9"/>
                    <a:pt x="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39"/>
            <p:cNvSpPr/>
            <p:nvPr/>
          </p:nvSpPr>
          <p:spPr>
            <a:xfrm>
              <a:off x="3315275" y="874650"/>
              <a:ext cx="62475" cy="39275"/>
            </a:xfrm>
            <a:custGeom>
              <a:avLst/>
              <a:gdLst/>
              <a:ahLst/>
              <a:cxnLst/>
              <a:rect l="l" t="t" r="r" b="b"/>
              <a:pathLst>
                <a:path w="2499" h="1571" extrusionOk="0">
                  <a:moveTo>
                    <a:pt x="661" y="1"/>
                  </a:moveTo>
                  <a:cubicBezTo>
                    <a:pt x="435" y="1"/>
                    <a:pt x="210" y="64"/>
                    <a:pt x="0" y="212"/>
                  </a:cubicBezTo>
                  <a:lnTo>
                    <a:pt x="9" y="257"/>
                  </a:lnTo>
                  <a:cubicBezTo>
                    <a:pt x="272" y="339"/>
                    <a:pt x="498" y="393"/>
                    <a:pt x="724" y="457"/>
                  </a:cubicBezTo>
                  <a:cubicBezTo>
                    <a:pt x="941" y="529"/>
                    <a:pt x="1168" y="538"/>
                    <a:pt x="1385" y="638"/>
                  </a:cubicBezTo>
                  <a:cubicBezTo>
                    <a:pt x="1829" y="828"/>
                    <a:pt x="2209" y="1154"/>
                    <a:pt x="2462" y="1570"/>
                  </a:cubicBezTo>
                  <a:lnTo>
                    <a:pt x="2499" y="1552"/>
                  </a:lnTo>
                  <a:cubicBezTo>
                    <a:pt x="2435" y="1308"/>
                    <a:pt x="2308" y="1072"/>
                    <a:pt x="2155" y="855"/>
                  </a:cubicBezTo>
                  <a:cubicBezTo>
                    <a:pt x="1810" y="407"/>
                    <a:pt x="1233" y="1"/>
                    <a:pt x="6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39"/>
            <p:cNvSpPr/>
            <p:nvPr/>
          </p:nvSpPr>
          <p:spPr>
            <a:xfrm>
              <a:off x="3254600" y="684925"/>
              <a:ext cx="404225" cy="370900"/>
            </a:xfrm>
            <a:custGeom>
              <a:avLst/>
              <a:gdLst/>
              <a:ahLst/>
              <a:cxnLst/>
              <a:rect l="l" t="t" r="r" b="b"/>
              <a:pathLst>
                <a:path w="16169" h="14836" extrusionOk="0">
                  <a:moveTo>
                    <a:pt x="9796" y="1"/>
                  </a:moveTo>
                  <a:cubicBezTo>
                    <a:pt x="9512" y="1"/>
                    <a:pt x="9227" y="12"/>
                    <a:pt x="8945" y="25"/>
                  </a:cubicBezTo>
                  <a:cubicBezTo>
                    <a:pt x="8556" y="43"/>
                    <a:pt x="8271" y="49"/>
                    <a:pt x="8030" y="49"/>
                  </a:cubicBezTo>
                  <a:cubicBezTo>
                    <a:pt x="7639" y="49"/>
                    <a:pt x="7366" y="34"/>
                    <a:pt x="6961" y="34"/>
                  </a:cubicBezTo>
                  <a:cubicBezTo>
                    <a:pt x="6738" y="34"/>
                    <a:pt x="6475" y="38"/>
                    <a:pt x="6130" y="52"/>
                  </a:cubicBezTo>
                  <a:cubicBezTo>
                    <a:pt x="5369" y="88"/>
                    <a:pt x="4618" y="116"/>
                    <a:pt x="3866" y="224"/>
                  </a:cubicBezTo>
                  <a:cubicBezTo>
                    <a:pt x="3070" y="342"/>
                    <a:pt x="2264" y="550"/>
                    <a:pt x="1594" y="994"/>
                  </a:cubicBezTo>
                  <a:cubicBezTo>
                    <a:pt x="788" y="1537"/>
                    <a:pt x="218" y="2433"/>
                    <a:pt x="55" y="3393"/>
                  </a:cubicBezTo>
                  <a:cubicBezTo>
                    <a:pt x="1" y="3764"/>
                    <a:pt x="1" y="4144"/>
                    <a:pt x="91" y="4497"/>
                  </a:cubicBezTo>
                  <a:cubicBezTo>
                    <a:pt x="291" y="5248"/>
                    <a:pt x="1015" y="5819"/>
                    <a:pt x="1712" y="6154"/>
                  </a:cubicBezTo>
                  <a:cubicBezTo>
                    <a:pt x="1241" y="5429"/>
                    <a:pt x="1160" y="4895"/>
                    <a:pt x="1639" y="4180"/>
                  </a:cubicBezTo>
                  <a:lnTo>
                    <a:pt x="1639" y="4180"/>
                  </a:lnTo>
                  <a:cubicBezTo>
                    <a:pt x="1639" y="4180"/>
                    <a:pt x="2056" y="5710"/>
                    <a:pt x="3857" y="6108"/>
                  </a:cubicBezTo>
                  <a:cubicBezTo>
                    <a:pt x="4138" y="6169"/>
                    <a:pt x="4414" y="6194"/>
                    <a:pt x="4679" y="6194"/>
                  </a:cubicBezTo>
                  <a:cubicBezTo>
                    <a:pt x="6121" y="6194"/>
                    <a:pt x="7252" y="5439"/>
                    <a:pt x="7252" y="5438"/>
                  </a:cubicBezTo>
                  <a:lnTo>
                    <a:pt x="7252" y="5438"/>
                  </a:lnTo>
                  <a:cubicBezTo>
                    <a:pt x="7252" y="5439"/>
                    <a:pt x="6627" y="7638"/>
                    <a:pt x="7922" y="10789"/>
                  </a:cubicBezTo>
                  <a:cubicBezTo>
                    <a:pt x="9216" y="13939"/>
                    <a:pt x="11208" y="14835"/>
                    <a:pt x="11208" y="14835"/>
                  </a:cubicBezTo>
                  <a:cubicBezTo>
                    <a:pt x="11208" y="14835"/>
                    <a:pt x="13761" y="12382"/>
                    <a:pt x="15327" y="8851"/>
                  </a:cubicBezTo>
                  <a:cubicBezTo>
                    <a:pt x="16169" y="6959"/>
                    <a:pt x="16069" y="5022"/>
                    <a:pt x="15245" y="3420"/>
                  </a:cubicBezTo>
                  <a:cubicBezTo>
                    <a:pt x="14929" y="2804"/>
                    <a:pt x="13815" y="1772"/>
                    <a:pt x="13127" y="1727"/>
                  </a:cubicBezTo>
                  <a:cubicBezTo>
                    <a:pt x="12883" y="957"/>
                    <a:pt x="12140" y="414"/>
                    <a:pt x="11362" y="188"/>
                  </a:cubicBezTo>
                  <a:cubicBezTo>
                    <a:pt x="10856" y="41"/>
                    <a:pt x="10326" y="1"/>
                    <a:pt x="97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39"/>
            <p:cNvSpPr/>
            <p:nvPr/>
          </p:nvSpPr>
          <p:spPr>
            <a:xfrm>
              <a:off x="3441775" y="896675"/>
              <a:ext cx="77425" cy="99475"/>
            </a:xfrm>
            <a:custGeom>
              <a:avLst/>
              <a:gdLst/>
              <a:ahLst/>
              <a:cxnLst/>
              <a:rect l="l" t="t" r="r" b="b"/>
              <a:pathLst>
                <a:path w="3097" h="3979" extrusionOk="0">
                  <a:moveTo>
                    <a:pt x="1668" y="1"/>
                  </a:moveTo>
                  <a:cubicBezTo>
                    <a:pt x="1290" y="1"/>
                    <a:pt x="912" y="220"/>
                    <a:pt x="688" y="508"/>
                  </a:cubicBezTo>
                  <a:cubicBezTo>
                    <a:pt x="408" y="879"/>
                    <a:pt x="317" y="1350"/>
                    <a:pt x="163" y="1766"/>
                  </a:cubicBezTo>
                  <a:cubicBezTo>
                    <a:pt x="0" y="2183"/>
                    <a:pt x="19" y="2726"/>
                    <a:pt x="172" y="3142"/>
                  </a:cubicBezTo>
                  <a:cubicBezTo>
                    <a:pt x="327" y="3581"/>
                    <a:pt x="760" y="3979"/>
                    <a:pt x="1260" y="3979"/>
                  </a:cubicBezTo>
                  <a:cubicBezTo>
                    <a:pt x="1287" y="3979"/>
                    <a:pt x="1313" y="3977"/>
                    <a:pt x="1340" y="3975"/>
                  </a:cubicBezTo>
                  <a:cubicBezTo>
                    <a:pt x="1630" y="3948"/>
                    <a:pt x="1901" y="3794"/>
                    <a:pt x="2110" y="3604"/>
                  </a:cubicBezTo>
                  <a:cubicBezTo>
                    <a:pt x="2915" y="2898"/>
                    <a:pt x="3096" y="1703"/>
                    <a:pt x="2653" y="762"/>
                  </a:cubicBezTo>
                  <a:cubicBezTo>
                    <a:pt x="2517" y="463"/>
                    <a:pt x="2291" y="164"/>
                    <a:pt x="1956" y="46"/>
                  </a:cubicBezTo>
                  <a:cubicBezTo>
                    <a:pt x="1862" y="15"/>
                    <a:pt x="1765" y="1"/>
                    <a:pt x="1668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39"/>
            <p:cNvSpPr/>
            <p:nvPr/>
          </p:nvSpPr>
          <p:spPr>
            <a:xfrm>
              <a:off x="3458525" y="915800"/>
              <a:ext cx="43700" cy="69400"/>
            </a:xfrm>
            <a:custGeom>
              <a:avLst/>
              <a:gdLst/>
              <a:ahLst/>
              <a:cxnLst/>
              <a:rect l="l" t="t" r="r" b="b"/>
              <a:pathLst>
                <a:path w="1748" h="2776" extrusionOk="0">
                  <a:moveTo>
                    <a:pt x="899" y="1"/>
                  </a:moveTo>
                  <a:cubicBezTo>
                    <a:pt x="600" y="1"/>
                    <a:pt x="325" y="266"/>
                    <a:pt x="190" y="594"/>
                  </a:cubicBezTo>
                  <a:cubicBezTo>
                    <a:pt x="46" y="947"/>
                    <a:pt x="27" y="1363"/>
                    <a:pt x="0" y="1762"/>
                  </a:cubicBezTo>
                  <a:cubicBezTo>
                    <a:pt x="209" y="1798"/>
                    <a:pt x="408" y="1889"/>
                    <a:pt x="589" y="2033"/>
                  </a:cubicBezTo>
                  <a:cubicBezTo>
                    <a:pt x="616" y="2051"/>
                    <a:pt x="643" y="2079"/>
                    <a:pt x="652" y="2106"/>
                  </a:cubicBezTo>
                  <a:cubicBezTo>
                    <a:pt x="670" y="2142"/>
                    <a:pt x="670" y="2187"/>
                    <a:pt x="661" y="2223"/>
                  </a:cubicBezTo>
                  <a:cubicBezTo>
                    <a:pt x="634" y="2468"/>
                    <a:pt x="462" y="2649"/>
                    <a:pt x="290" y="2776"/>
                  </a:cubicBezTo>
                  <a:cubicBezTo>
                    <a:pt x="290" y="2776"/>
                    <a:pt x="1141" y="2640"/>
                    <a:pt x="1449" y="1925"/>
                  </a:cubicBezTo>
                  <a:cubicBezTo>
                    <a:pt x="1747" y="1201"/>
                    <a:pt x="1530" y="603"/>
                    <a:pt x="1530" y="603"/>
                  </a:cubicBezTo>
                  <a:cubicBezTo>
                    <a:pt x="1467" y="295"/>
                    <a:pt x="1231" y="42"/>
                    <a:pt x="969" y="6"/>
                  </a:cubicBezTo>
                  <a:cubicBezTo>
                    <a:pt x="946" y="2"/>
                    <a:pt x="922" y="1"/>
                    <a:pt x="899" y="1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39"/>
            <p:cNvSpPr/>
            <p:nvPr/>
          </p:nvSpPr>
          <p:spPr>
            <a:xfrm>
              <a:off x="3455800" y="913875"/>
              <a:ext cx="41000" cy="71325"/>
            </a:xfrm>
            <a:custGeom>
              <a:avLst/>
              <a:gdLst/>
              <a:ahLst/>
              <a:cxnLst/>
              <a:rect l="l" t="t" r="r" b="b"/>
              <a:pathLst>
                <a:path w="1640" h="2853" extrusionOk="0">
                  <a:moveTo>
                    <a:pt x="964" y="1"/>
                  </a:moveTo>
                  <a:cubicBezTo>
                    <a:pt x="770" y="1"/>
                    <a:pt x="566" y="90"/>
                    <a:pt x="399" y="291"/>
                  </a:cubicBezTo>
                  <a:cubicBezTo>
                    <a:pt x="37" y="725"/>
                    <a:pt x="19" y="1305"/>
                    <a:pt x="1" y="1830"/>
                  </a:cubicBezTo>
                  <a:lnTo>
                    <a:pt x="1" y="1929"/>
                  </a:lnTo>
                  <a:lnTo>
                    <a:pt x="91" y="1947"/>
                  </a:lnTo>
                  <a:cubicBezTo>
                    <a:pt x="290" y="1984"/>
                    <a:pt x="562" y="2074"/>
                    <a:pt x="698" y="2228"/>
                  </a:cubicBezTo>
                  <a:cubicBezTo>
                    <a:pt x="725" y="2319"/>
                    <a:pt x="680" y="2463"/>
                    <a:pt x="634" y="2554"/>
                  </a:cubicBezTo>
                  <a:cubicBezTo>
                    <a:pt x="580" y="2663"/>
                    <a:pt x="490" y="2762"/>
                    <a:pt x="399" y="2853"/>
                  </a:cubicBezTo>
                  <a:cubicBezTo>
                    <a:pt x="680" y="2717"/>
                    <a:pt x="1069" y="2246"/>
                    <a:pt x="698" y="2002"/>
                  </a:cubicBezTo>
                  <a:cubicBezTo>
                    <a:pt x="561" y="1888"/>
                    <a:pt x="405" y="1805"/>
                    <a:pt x="235" y="1755"/>
                  </a:cubicBezTo>
                  <a:lnTo>
                    <a:pt x="235" y="1755"/>
                  </a:lnTo>
                  <a:cubicBezTo>
                    <a:pt x="274" y="1298"/>
                    <a:pt x="298" y="802"/>
                    <a:pt x="571" y="436"/>
                  </a:cubicBezTo>
                  <a:cubicBezTo>
                    <a:pt x="705" y="249"/>
                    <a:pt x="868" y="168"/>
                    <a:pt x="1029" y="168"/>
                  </a:cubicBezTo>
                  <a:cubicBezTo>
                    <a:pt x="1282" y="168"/>
                    <a:pt x="1528" y="370"/>
                    <a:pt x="1639" y="680"/>
                  </a:cubicBezTo>
                  <a:cubicBezTo>
                    <a:pt x="1599" y="263"/>
                    <a:pt x="1296" y="1"/>
                    <a:pt x="9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39"/>
            <p:cNvSpPr/>
            <p:nvPr/>
          </p:nvSpPr>
          <p:spPr>
            <a:xfrm>
              <a:off x="3518725" y="797575"/>
              <a:ext cx="67000" cy="195550"/>
            </a:xfrm>
            <a:custGeom>
              <a:avLst/>
              <a:gdLst/>
              <a:ahLst/>
              <a:cxnLst/>
              <a:rect l="l" t="t" r="r" b="b"/>
              <a:pathLst>
                <a:path w="2680" h="7822" extrusionOk="0">
                  <a:moveTo>
                    <a:pt x="1259" y="0"/>
                  </a:moveTo>
                  <a:lnTo>
                    <a:pt x="1259" y="0"/>
                  </a:lnTo>
                  <a:cubicBezTo>
                    <a:pt x="18" y="1829"/>
                    <a:pt x="0" y="4372"/>
                    <a:pt x="1195" y="6228"/>
                  </a:cubicBezTo>
                  <a:cubicBezTo>
                    <a:pt x="1585" y="6844"/>
                    <a:pt x="2082" y="7396"/>
                    <a:pt x="2680" y="7822"/>
                  </a:cubicBezTo>
                  <a:cubicBezTo>
                    <a:pt x="2128" y="7351"/>
                    <a:pt x="1657" y="6799"/>
                    <a:pt x="1295" y="6174"/>
                  </a:cubicBezTo>
                  <a:cubicBezTo>
                    <a:pt x="172" y="4309"/>
                    <a:pt x="190" y="1883"/>
                    <a:pt x="1259" y="0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39"/>
            <p:cNvSpPr/>
            <p:nvPr/>
          </p:nvSpPr>
          <p:spPr>
            <a:xfrm>
              <a:off x="3570550" y="797100"/>
              <a:ext cx="43700" cy="150300"/>
            </a:xfrm>
            <a:custGeom>
              <a:avLst/>
              <a:gdLst/>
              <a:ahLst/>
              <a:cxnLst/>
              <a:rect l="l" t="t" r="r" b="b"/>
              <a:pathLst>
                <a:path w="1748" h="6012" extrusionOk="0">
                  <a:moveTo>
                    <a:pt x="697" y="1"/>
                  </a:moveTo>
                  <a:lnTo>
                    <a:pt x="697" y="1"/>
                  </a:lnTo>
                  <a:cubicBezTo>
                    <a:pt x="0" y="1739"/>
                    <a:pt x="0" y="3894"/>
                    <a:pt x="1186" y="5423"/>
                  </a:cubicBezTo>
                  <a:cubicBezTo>
                    <a:pt x="1349" y="5641"/>
                    <a:pt x="1539" y="5840"/>
                    <a:pt x="1748" y="6012"/>
                  </a:cubicBezTo>
                  <a:cubicBezTo>
                    <a:pt x="1557" y="5813"/>
                    <a:pt x="1385" y="5605"/>
                    <a:pt x="1241" y="5387"/>
                  </a:cubicBezTo>
                  <a:cubicBezTo>
                    <a:pt x="172" y="3812"/>
                    <a:pt x="200" y="1775"/>
                    <a:pt x="697" y="1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39"/>
            <p:cNvSpPr/>
            <p:nvPr/>
          </p:nvSpPr>
          <p:spPr>
            <a:xfrm>
              <a:off x="3314800" y="700025"/>
              <a:ext cx="234950" cy="92250"/>
            </a:xfrm>
            <a:custGeom>
              <a:avLst/>
              <a:gdLst/>
              <a:ahLst/>
              <a:cxnLst/>
              <a:rect l="l" t="t" r="r" b="b"/>
              <a:pathLst>
                <a:path w="9398" h="3690" extrusionOk="0">
                  <a:moveTo>
                    <a:pt x="1" y="0"/>
                  </a:moveTo>
                  <a:cubicBezTo>
                    <a:pt x="908" y="2227"/>
                    <a:pt x="3216" y="3689"/>
                    <a:pt x="5582" y="3689"/>
                  </a:cubicBezTo>
                  <a:cubicBezTo>
                    <a:pt x="6025" y="3689"/>
                    <a:pt x="6470" y="3638"/>
                    <a:pt x="6908" y="3531"/>
                  </a:cubicBezTo>
                  <a:cubicBezTo>
                    <a:pt x="7813" y="3323"/>
                    <a:pt x="8682" y="2915"/>
                    <a:pt x="9398" y="2318"/>
                  </a:cubicBezTo>
                  <a:lnTo>
                    <a:pt x="9398" y="2318"/>
                  </a:lnTo>
                  <a:cubicBezTo>
                    <a:pt x="8655" y="2861"/>
                    <a:pt x="7786" y="3241"/>
                    <a:pt x="6881" y="3413"/>
                  </a:cubicBezTo>
                  <a:cubicBezTo>
                    <a:pt x="6466" y="3506"/>
                    <a:pt x="6048" y="3550"/>
                    <a:pt x="5632" y="3550"/>
                  </a:cubicBezTo>
                  <a:cubicBezTo>
                    <a:pt x="3289" y="3550"/>
                    <a:pt x="1031" y="2138"/>
                    <a:pt x="1" y="0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39"/>
            <p:cNvSpPr/>
            <p:nvPr/>
          </p:nvSpPr>
          <p:spPr>
            <a:xfrm>
              <a:off x="3373425" y="688700"/>
              <a:ext cx="153025" cy="46975"/>
            </a:xfrm>
            <a:custGeom>
              <a:avLst/>
              <a:gdLst/>
              <a:ahLst/>
              <a:cxnLst/>
              <a:rect l="l" t="t" r="r" b="b"/>
              <a:pathLst>
                <a:path w="6121" h="1879" extrusionOk="0">
                  <a:moveTo>
                    <a:pt x="1" y="1"/>
                  </a:moveTo>
                  <a:lnTo>
                    <a:pt x="1" y="1"/>
                  </a:lnTo>
                  <a:cubicBezTo>
                    <a:pt x="915" y="1202"/>
                    <a:pt x="2406" y="1879"/>
                    <a:pt x="3900" y="1879"/>
                  </a:cubicBezTo>
                  <a:cubicBezTo>
                    <a:pt x="4387" y="1879"/>
                    <a:pt x="4874" y="1807"/>
                    <a:pt x="5342" y="1657"/>
                  </a:cubicBezTo>
                  <a:cubicBezTo>
                    <a:pt x="5613" y="1567"/>
                    <a:pt x="5876" y="1467"/>
                    <a:pt x="6120" y="1331"/>
                  </a:cubicBezTo>
                  <a:lnTo>
                    <a:pt x="6120" y="1331"/>
                  </a:lnTo>
                  <a:cubicBezTo>
                    <a:pt x="5858" y="1440"/>
                    <a:pt x="5595" y="1522"/>
                    <a:pt x="5323" y="1585"/>
                  </a:cubicBezTo>
                  <a:cubicBezTo>
                    <a:pt x="4900" y="1692"/>
                    <a:pt x="4469" y="1743"/>
                    <a:pt x="4038" y="1743"/>
                  </a:cubicBezTo>
                  <a:cubicBezTo>
                    <a:pt x="2533" y="1743"/>
                    <a:pt x="1042" y="1113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39"/>
            <p:cNvSpPr/>
            <p:nvPr/>
          </p:nvSpPr>
          <p:spPr>
            <a:xfrm>
              <a:off x="3162275" y="1104000"/>
              <a:ext cx="721300" cy="658600"/>
            </a:xfrm>
            <a:custGeom>
              <a:avLst/>
              <a:gdLst/>
              <a:ahLst/>
              <a:cxnLst/>
              <a:rect l="l" t="t" r="r" b="b"/>
              <a:pathLst>
                <a:path w="28852" h="26344" extrusionOk="0">
                  <a:moveTo>
                    <a:pt x="15571" y="0"/>
                  </a:moveTo>
                  <a:lnTo>
                    <a:pt x="11850" y="3078"/>
                  </a:lnTo>
                  <a:lnTo>
                    <a:pt x="10076" y="1023"/>
                  </a:lnTo>
                  <a:cubicBezTo>
                    <a:pt x="10076" y="1023"/>
                    <a:pt x="4916" y="3069"/>
                    <a:pt x="2789" y="6265"/>
                  </a:cubicBezTo>
                  <a:cubicBezTo>
                    <a:pt x="661" y="9451"/>
                    <a:pt x="0" y="26343"/>
                    <a:pt x="0" y="26343"/>
                  </a:cubicBezTo>
                  <a:lnTo>
                    <a:pt x="25456" y="26343"/>
                  </a:lnTo>
                  <a:lnTo>
                    <a:pt x="25130" y="16033"/>
                  </a:lnTo>
                  <a:lnTo>
                    <a:pt x="28851" y="16033"/>
                  </a:lnTo>
                  <a:cubicBezTo>
                    <a:pt x="28851" y="16033"/>
                    <a:pt x="28118" y="7921"/>
                    <a:pt x="25791" y="5595"/>
                  </a:cubicBezTo>
                  <a:cubicBezTo>
                    <a:pt x="23465" y="3268"/>
                    <a:pt x="16621" y="1213"/>
                    <a:pt x="16621" y="1213"/>
                  </a:cubicBezTo>
                  <a:lnTo>
                    <a:pt x="155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3411900" y="1180950"/>
              <a:ext cx="110925" cy="424350"/>
            </a:xfrm>
            <a:custGeom>
              <a:avLst/>
              <a:gdLst/>
              <a:ahLst/>
              <a:cxnLst/>
              <a:rect l="l" t="t" r="r" b="b"/>
              <a:pathLst>
                <a:path w="4437" h="16974" extrusionOk="0">
                  <a:moveTo>
                    <a:pt x="1865" y="0"/>
                  </a:moveTo>
                  <a:lnTo>
                    <a:pt x="661" y="1259"/>
                  </a:lnTo>
                  <a:lnTo>
                    <a:pt x="1241" y="2508"/>
                  </a:lnTo>
                  <a:lnTo>
                    <a:pt x="0" y="16974"/>
                  </a:lnTo>
                  <a:lnTo>
                    <a:pt x="4436" y="16974"/>
                  </a:lnTo>
                  <a:lnTo>
                    <a:pt x="2372" y="2508"/>
                  </a:lnTo>
                  <a:lnTo>
                    <a:pt x="2988" y="1259"/>
                  </a:lnTo>
                  <a:lnTo>
                    <a:pt x="18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3442900" y="1242050"/>
              <a:ext cx="28325" cy="4600"/>
            </a:xfrm>
            <a:custGeom>
              <a:avLst/>
              <a:gdLst/>
              <a:ahLst/>
              <a:cxnLst/>
              <a:rect l="l" t="t" r="r" b="b"/>
              <a:pathLst>
                <a:path w="1133" h="184" extrusionOk="0">
                  <a:moveTo>
                    <a:pt x="1" y="0"/>
                  </a:moveTo>
                  <a:cubicBezTo>
                    <a:pt x="182" y="121"/>
                    <a:pt x="406" y="183"/>
                    <a:pt x="627" y="183"/>
                  </a:cubicBezTo>
                  <a:cubicBezTo>
                    <a:pt x="804" y="183"/>
                    <a:pt x="980" y="144"/>
                    <a:pt x="1132" y="64"/>
                  </a:cubicBezTo>
                  <a:cubicBezTo>
                    <a:pt x="734" y="37"/>
                    <a:pt x="399" y="1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39"/>
            <p:cNvSpPr/>
            <p:nvPr/>
          </p:nvSpPr>
          <p:spPr>
            <a:xfrm>
              <a:off x="3377275" y="1134325"/>
              <a:ext cx="200550" cy="115000"/>
            </a:xfrm>
            <a:custGeom>
              <a:avLst/>
              <a:gdLst/>
              <a:ahLst/>
              <a:cxnLst/>
              <a:rect l="l" t="t" r="r" b="b"/>
              <a:pathLst>
                <a:path w="8022" h="4600" extrusionOk="0">
                  <a:moveTo>
                    <a:pt x="8021" y="0"/>
                  </a:moveTo>
                  <a:lnTo>
                    <a:pt x="8021" y="0"/>
                  </a:lnTo>
                  <a:cubicBezTo>
                    <a:pt x="7559" y="706"/>
                    <a:pt x="7116" y="1422"/>
                    <a:pt x="6672" y="2137"/>
                  </a:cubicBezTo>
                  <a:cubicBezTo>
                    <a:pt x="6261" y="2799"/>
                    <a:pt x="5850" y="3470"/>
                    <a:pt x="5446" y="4141"/>
                  </a:cubicBezTo>
                  <a:lnTo>
                    <a:pt x="5446" y="4141"/>
                  </a:lnTo>
                  <a:cubicBezTo>
                    <a:pt x="4725" y="3302"/>
                    <a:pt x="3996" y="2471"/>
                    <a:pt x="3259" y="1648"/>
                  </a:cubicBezTo>
                  <a:cubicBezTo>
                    <a:pt x="2563" y="2379"/>
                    <a:pt x="1866" y="3117"/>
                    <a:pt x="1177" y="3856"/>
                  </a:cubicBezTo>
                  <a:lnTo>
                    <a:pt x="1177" y="3856"/>
                  </a:lnTo>
                  <a:cubicBezTo>
                    <a:pt x="799" y="2726"/>
                    <a:pt x="412" y="1603"/>
                    <a:pt x="0" y="489"/>
                  </a:cubicBezTo>
                  <a:lnTo>
                    <a:pt x="0" y="489"/>
                  </a:lnTo>
                  <a:cubicBezTo>
                    <a:pt x="335" y="1766"/>
                    <a:pt x="697" y="3033"/>
                    <a:pt x="1069" y="4300"/>
                  </a:cubicBezTo>
                  <a:lnTo>
                    <a:pt x="1213" y="4165"/>
                  </a:lnTo>
                  <a:cubicBezTo>
                    <a:pt x="1900" y="3478"/>
                    <a:pt x="2579" y="2783"/>
                    <a:pt x="3249" y="2087"/>
                  </a:cubicBezTo>
                  <a:lnTo>
                    <a:pt x="3249" y="2087"/>
                  </a:lnTo>
                  <a:cubicBezTo>
                    <a:pt x="3992" y="2933"/>
                    <a:pt x="4735" y="3770"/>
                    <a:pt x="5495" y="4599"/>
                  </a:cubicBezTo>
                  <a:cubicBezTo>
                    <a:pt x="6156" y="3440"/>
                    <a:pt x="6799" y="2291"/>
                    <a:pt x="7433" y="1114"/>
                  </a:cubicBezTo>
                  <a:cubicBezTo>
                    <a:pt x="7632" y="743"/>
                    <a:pt x="7831" y="372"/>
                    <a:pt x="80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39"/>
            <p:cNvSpPr/>
            <p:nvPr/>
          </p:nvSpPr>
          <p:spPr>
            <a:xfrm>
              <a:off x="3522800" y="1504800"/>
              <a:ext cx="335425" cy="257800"/>
            </a:xfrm>
            <a:custGeom>
              <a:avLst/>
              <a:gdLst/>
              <a:ahLst/>
              <a:cxnLst/>
              <a:rect l="l" t="t" r="r" b="b"/>
              <a:pathLst>
                <a:path w="13417" h="10312" extrusionOk="0">
                  <a:moveTo>
                    <a:pt x="7776" y="1"/>
                  </a:moveTo>
                  <a:lnTo>
                    <a:pt x="8428" y="6410"/>
                  </a:lnTo>
                  <a:lnTo>
                    <a:pt x="0" y="6410"/>
                  </a:lnTo>
                  <a:lnTo>
                    <a:pt x="380" y="10311"/>
                  </a:lnTo>
                  <a:lnTo>
                    <a:pt x="13172" y="10311"/>
                  </a:lnTo>
                  <a:lnTo>
                    <a:pt x="13416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39"/>
            <p:cNvSpPr/>
            <p:nvPr/>
          </p:nvSpPr>
          <p:spPr>
            <a:xfrm>
              <a:off x="3857525" y="1504800"/>
              <a:ext cx="26050" cy="24025"/>
            </a:xfrm>
            <a:custGeom>
              <a:avLst/>
              <a:gdLst/>
              <a:ahLst/>
              <a:cxnLst/>
              <a:rect l="l" t="t" r="r" b="b"/>
              <a:pathLst>
                <a:path w="1042" h="961" extrusionOk="0">
                  <a:moveTo>
                    <a:pt x="27" y="1"/>
                  </a:moveTo>
                  <a:lnTo>
                    <a:pt x="0" y="960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0A2A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39"/>
            <p:cNvSpPr/>
            <p:nvPr/>
          </p:nvSpPr>
          <p:spPr>
            <a:xfrm>
              <a:off x="3699325" y="1244300"/>
              <a:ext cx="43025" cy="260525"/>
            </a:xfrm>
            <a:custGeom>
              <a:avLst/>
              <a:gdLst/>
              <a:ahLst/>
              <a:cxnLst/>
              <a:rect l="l" t="t" r="r" b="b"/>
              <a:pathLst>
                <a:path w="1721" h="10421" extrusionOk="0">
                  <a:moveTo>
                    <a:pt x="1720" y="1"/>
                  </a:moveTo>
                  <a:lnTo>
                    <a:pt x="1720" y="1"/>
                  </a:lnTo>
                  <a:cubicBezTo>
                    <a:pt x="0" y="2183"/>
                    <a:pt x="263" y="5161"/>
                    <a:pt x="444" y="7768"/>
                  </a:cubicBezTo>
                  <a:cubicBezTo>
                    <a:pt x="507" y="8655"/>
                    <a:pt x="589" y="9533"/>
                    <a:pt x="679" y="10421"/>
                  </a:cubicBezTo>
                  <a:cubicBezTo>
                    <a:pt x="734" y="8646"/>
                    <a:pt x="634" y="6863"/>
                    <a:pt x="616" y="5098"/>
                  </a:cubicBezTo>
                  <a:cubicBezTo>
                    <a:pt x="598" y="3341"/>
                    <a:pt x="797" y="1540"/>
                    <a:pt x="17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39"/>
            <p:cNvSpPr/>
            <p:nvPr/>
          </p:nvSpPr>
          <p:spPr>
            <a:xfrm>
              <a:off x="3231975" y="1308350"/>
              <a:ext cx="79925" cy="454250"/>
            </a:xfrm>
            <a:custGeom>
              <a:avLst/>
              <a:gdLst/>
              <a:ahLst/>
              <a:cxnLst/>
              <a:rect l="l" t="t" r="r" b="b"/>
              <a:pathLst>
                <a:path w="3197" h="18170" extrusionOk="0">
                  <a:moveTo>
                    <a:pt x="1" y="1"/>
                  </a:moveTo>
                  <a:cubicBezTo>
                    <a:pt x="897" y="2889"/>
                    <a:pt x="1983" y="6012"/>
                    <a:pt x="2662" y="8945"/>
                  </a:cubicBezTo>
                  <a:cubicBezTo>
                    <a:pt x="3024" y="10457"/>
                    <a:pt x="2744" y="12014"/>
                    <a:pt x="2599" y="13544"/>
                  </a:cubicBezTo>
                  <a:cubicBezTo>
                    <a:pt x="2418" y="15082"/>
                    <a:pt x="2191" y="16630"/>
                    <a:pt x="1956" y="18169"/>
                  </a:cubicBezTo>
                  <a:cubicBezTo>
                    <a:pt x="2309" y="16649"/>
                    <a:pt x="2608" y="15119"/>
                    <a:pt x="2834" y="13571"/>
                  </a:cubicBezTo>
                  <a:cubicBezTo>
                    <a:pt x="3006" y="12312"/>
                    <a:pt x="3196" y="11036"/>
                    <a:pt x="3106" y="9760"/>
                  </a:cubicBezTo>
                  <a:cubicBezTo>
                    <a:pt x="2843" y="7913"/>
                    <a:pt x="2209" y="6139"/>
                    <a:pt x="1630" y="4382"/>
                  </a:cubicBezTo>
                  <a:cubicBezTo>
                    <a:pt x="1132" y="2907"/>
                    <a:pt x="589" y="1449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39"/>
            <p:cNvSpPr/>
            <p:nvPr/>
          </p:nvSpPr>
          <p:spPr>
            <a:xfrm>
              <a:off x="3537725" y="1308350"/>
              <a:ext cx="135600" cy="28325"/>
            </a:xfrm>
            <a:custGeom>
              <a:avLst/>
              <a:gdLst/>
              <a:ahLst/>
              <a:cxnLst/>
              <a:rect l="l" t="t" r="r" b="b"/>
              <a:pathLst>
                <a:path w="5424" h="1133" extrusionOk="0">
                  <a:moveTo>
                    <a:pt x="1" y="1"/>
                  </a:moveTo>
                  <a:lnTo>
                    <a:pt x="1" y="1132"/>
                  </a:lnTo>
                  <a:lnTo>
                    <a:pt x="5423" y="1132"/>
                  </a:lnTo>
                  <a:lnTo>
                    <a:pt x="54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39"/>
            <p:cNvSpPr/>
            <p:nvPr/>
          </p:nvSpPr>
          <p:spPr>
            <a:xfrm>
              <a:off x="3036000" y="1395025"/>
              <a:ext cx="528675" cy="367575"/>
            </a:xfrm>
            <a:custGeom>
              <a:avLst/>
              <a:gdLst/>
              <a:ahLst/>
              <a:cxnLst/>
              <a:rect l="l" t="t" r="r" b="b"/>
              <a:pathLst>
                <a:path w="21147" h="14703" extrusionOk="0">
                  <a:moveTo>
                    <a:pt x="815" y="1"/>
                  </a:moveTo>
                  <a:cubicBezTo>
                    <a:pt x="326" y="1"/>
                    <a:pt x="0" y="635"/>
                    <a:pt x="199" y="1205"/>
                  </a:cubicBezTo>
                  <a:lnTo>
                    <a:pt x="4780" y="14702"/>
                  </a:lnTo>
                  <a:lnTo>
                    <a:pt x="21147" y="14702"/>
                  </a:lnTo>
                  <a:lnTo>
                    <a:pt x="16494" y="988"/>
                  </a:lnTo>
                  <a:cubicBezTo>
                    <a:pt x="16286" y="381"/>
                    <a:pt x="15824" y="1"/>
                    <a:pt x="15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39"/>
            <p:cNvSpPr/>
            <p:nvPr/>
          </p:nvSpPr>
          <p:spPr>
            <a:xfrm>
              <a:off x="3021500" y="1395025"/>
              <a:ext cx="530975" cy="367575"/>
            </a:xfrm>
            <a:custGeom>
              <a:avLst/>
              <a:gdLst/>
              <a:ahLst/>
              <a:cxnLst/>
              <a:rect l="l" t="t" r="r" b="b"/>
              <a:pathLst>
                <a:path w="21239" h="14703" extrusionOk="0">
                  <a:moveTo>
                    <a:pt x="480" y="1"/>
                  </a:moveTo>
                  <a:cubicBezTo>
                    <a:pt x="200" y="1"/>
                    <a:pt x="1" y="372"/>
                    <a:pt x="118" y="716"/>
                  </a:cubicBezTo>
                  <a:lnTo>
                    <a:pt x="4871" y="14702"/>
                  </a:lnTo>
                  <a:lnTo>
                    <a:pt x="21238" y="14702"/>
                  </a:lnTo>
                  <a:lnTo>
                    <a:pt x="16504" y="770"/>
                  </a:lnTo>
                  <a:cubicBezTo>
                    <a:pt x="16350" y="300"/>
                    <a:pt x="15979" y="1"/>
                    <a:pt x="155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39"/>
            <p:cNvSpPr/>
            <p:nvPr/>
          </p:nvSpPr>
          <p:spPr>
            <a:xfrm>
              <a:off x="3195100" y="1528325"/>
              <a:ext cx="110450" cy="100975"/>
            </a:xfrm>
            <a:custGeom>
              <a:avLst/>
              <a:gdLst/>
              <a:ahLst/>
              <a:cxnLst/>
              <a:rect l="l" t="t" r="r" b="b"/>
              <a:pathLst>
                <a:path w="4418" h="4039" extrusionOk="0">
                  <a:moveTo>
                    <a:pt x="1865" y="1"/>
                  </a:moveTo>
                  <a:cubicBezTo>
                    <a:pt x="751" y="1"/>
                    <a:pt x="0" y="906"/>
                    <a:pt x="190" y="2020"/>
                  </a:cubicBezTo>
                  <a:cubicBezTo>
                    <a:pt x="380" y="3133"/>
                    <a:pt x="1430" y="4038"/>
                    <a:pt x="2544" y="4038"/>
                  </a:cubicBezTo>
                  <a:cubicBezTo>
                    <a:pt x="3657" y="4038"/>
                    <a:pt x="4418" y="3133"/>
                    <a:pt x="4228" y="2020"/>
                  </a:cubicBezTo>
                  <a:cubicBezTo>
                    <a:pt x="4038" y="906"/>
                    <a:pt x="2987" y="1"/>
                    <a:pt x="1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7" name="Google Shape;1237;p39"/>
          <p:cNvGrpSpPr/>
          <p:nvPr/>
        </p:nvGrpSpPr>
        <p:grpSpPr>
          <a:xfrm>
            <a:off x="1932072" y="3309479"/>
            <a:ext cx="1525391" cy="1834008"/>
            <a:chOff x="2191375" y="702725"/>
            <a:chExt cx="881525" cy="1059875"/>
          </a:xfrm>
        </p:grpSpPr>
        <p:sp>
          <p:nvSpPr>
            <p:cNvPr id="1238" name="Google Shape;1238;p39"/>
            <p:cNvSpPr/>
            <p:nvPr/>
          </p:nvSpPr>
          <p:spPr>
            <a:xfrm>
              <a:off x="2737475" y="1124375"/>
              <a:ext cx="253500" cy="528125"/>
            </a:xfrm>
            <a:custGeom>
              <a:avLst/>
              <a:gdLst/>
              <a:ahLst/>
              <a:cxnLst/>
              <a:rect l="l" t="t" r="r" b="b"/>
              <a:pathLst>
                <a:path w="10140" h="21125" extrusionOk="0">
                  <a:moveTo>
                    <a:pt x="7732" y="0"/>
                  </a:moveTo>
                  <a:cubicBezTo>
                    <a:pt x="6645" y="4400"/>
                    <a:pt x="5731" y="8736"/>
                    <a:pt x="4943" y="13199"/>
                  </a:cubicBezTo>
                  <a:cubicBezTo>
                    <a:pt x="4455" y="11524"/>
                    <a:pt x="3966" y="9849"/>
                    <a:pt x="3468" y="8175"/>
                  </a:cubicBezTo>
                  <a:cubicBezTo>
                    <a:pt x="3260" y="7459"/>
                    <a:pt x="3051" y="6735"/>
                    <a:pt x="2662" y="6102"/>
                  </a:cubicBezTo>
                  <a:cubicBezTo>
                    <a:pt x="2119" y="5178"/>
                    <a:pt x="1250" y="4490"/>
                    <a:pt x="363" y="3875"/>
                  </a:cubicBezTo>
                  <a:cubicBezTo>
                    <a:pt x="245" y="3784"/>
                    <a:pt x="127" y="3703"/>
                    <a:pt x="1" y="3621"/>
                  </a:cubicBezTo>
                  <a:lnTo>
                    <a:pt x="1" y="3621"/>
                  </a:lnTo>
                  <a:cubicBezTo>
                    <a:pt x="734" y="5115"/>
                    <a:pt x="1621" y="7278"/>
                    <a:pt x="1829" y="9351"/>
                  </a:cubicBezTo>
                  <a:cubicBezTo>
                    <a:pt x="2210" y="13045"/>
                    <a:pt x="227" y="16231"/>
                    <a:pt x="227" y="16231"/>
                  </a:cubicBezTo>
                  <a:cubicBezTo>
                    <a:pt x="227" y="16231"/>
                    <a:pt x="3448" y="21124"/>
                    <a:pt x="5449" y="21124"/>
                  </a:cubicBezTo>
                  <a:cubicBezTo>
                    <a:pt x="5808" y="21124"/>
                    <a:pt x="6128" y="20967"/>
                    <a:pt x="6383" y="20595"/>
                  </a:cubicBezTo>
                  <a:cubicBezTo>
                    <a:pt x="8058" y="18142"/>
                    <a:pt x="10140" y="426"/>
                    <a:pt x="10140" y="426"/>
                  </a:cubicBezTo>
                  <a:cubicBezTo>
                    <a:pt x="9343" y="217"/>
                    <a:pt x="8546" y="145"/>
                    <a:pt x="7732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39"/>
            <p:cNvSpPr/>
            <p:nvPr/>
          </p:nvSpPr>
          <p:spPr>
            <a:xfrm>
              <a:off x="2928500" y="885575"/>
              <a:ext cx="144400" cy="267775"/>
            </a:xfrm>
            <a:custGeom>
              <a:avLst/>
              <a:gdLst/>
              <a:ahLst/>
              <a:cxnLst/>
              <a:rect l="l" t="t" r="r" b="b"/>
              <a:pathLst>
                <a:path w="5776" h="10711" extrusionOk="0">
                  <a:moveTo>
                    <a:pt x="2368" y="0"/>
                  </a:moveTo>
                  <a:cubicBezTo>
                    <a:pt x="2363" y="0"/>
                    <a:pt x="2359" y="1"/>
                    <a:pt x="2354" y="2"/>
                  </a:cubicBezTo>
                  <a:cubicBezTo>
                    <a:pt x="1829" y="92"/>
                    <a:pt x="1159" y="5379"/>
                    <a:pt x="1159" y="5379"/>
                  </a:cubicBezTo>
                  <a:cubicBezTo>
                    <a:pt x="1159" y="5379"/>
                    <a:pt x="453" y="6139"/>
                    <a:pt x="226" y="6528"/>
                  </a:cubicBezTo>
                  <a:cubicBezTo>
                    <a:pt x="0" y="6909"/>
                    <a:pt x="91" y="9552"/>
                    <a:pt x="91" y="9552"/>
                  </a:cubicBezTo>
                  <a:lnTo>
                    <a:pt x="2408" y="10711"/>
                  </a:lnTo>
                  <a:lnTo>
                    <a:pt x="3585" y="9036"/>
                  </a:lnTo>
                  <a:cubicBezTo>
                    <a:pt x="3585" y="9036"/>
                    <a:pt x="5776" y="7850"/>
                    <a:pt x="5350" y="5641"/>
                  </a:cubicBezTo>
                  <a:cubicBezTo>
                    <a:pt x="5115" y="4419"/>
                    <a:pt x="2354" y="4283"/>
                    <a:pt x="2354" y="4283"/>
                  </a:cubicBezTo>
                  <a:cubicBezTo>
                    <a:pt x="2354" y="4283"/>
                    <a:pt x="2869" y="0"/>
                    <a:pt x="2368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39"/>
            <p:cNvSpPr/>
            <p:nvPr/>
          </p:nvSpPr>
          <p:spPr>
            <a:xfrm>
              <a:off x="2402300" y="767000"/>
              <a:ext cx="366900" cy="553600"/>
            </a:xfrm>
            <a:custGeom>
              <a:avLst/>
              <a:gdLst/>
              <a:ahLst/>
              <a:cxnLst/>
              <a:rect l="l" t="t" r="r" b="b"/>
              <a:pathLst>
                <a:path w="14676" h="22144" extrusionOk="0">
                  <a:moveTo>
                    <a:pt x="11860" y="1"/>
                  </a:moveTo>
                  <a:lnTo>
                    <a:pt x="5659" y="1006"/>
                  </a:lnTo>
                  <a:lnTo>
                    <a:pt x="1" y="12023"/>
                  </a:lnTo>
                  <a:cubicBezTo>
                    <a:pt x="1730" y="14259"/>
                    <a:pt x="7849" y="22144"/>
                    <a:pt x="7849" y="22144"/>
                  </a:cubicBezTo>
                  <a:lnTo>
                    <a:pt x="9144" y="15517"/>
                  </a:lnTo>
                  <a:cubicBezTo>
                    <a:pt x="9008" y="15427"/>
                    <a:pt x="8890" y="15318"/>
                    <a:pt x="8800" y="15182"/>
                  </a:cubicBezTo>
                  <a:cubicBezTo>
                    <a:pt x="8537" y="14766"/>
                    <a:pt x="8574" y="14005"/>
                    <a:pt x="8664" y="13526"/>
                  </a:cubicBezTo>
                  <a:lnTo>
                    <a:pt x="8664" y="13526"/>
                  </a:lnTo>
                  <a:cubicBezTo>
                    <a:pt x="9148" y="13538"/>
                    <a:pt x="9639" y="13587"/>
                    <a:pt x="10128" y="13587"/>
                  </a:cubicBezTo>
                  <a:cubicBezTo>
                    <a:pt x="10362" y="13587"/>
                    <a:pt x="10596" y="13576"/>
                    <a:pt x="10828" y="13544"/>
                  </a:cubicBezTo>
                  <a:cubicBezTo>
                    <a:pt x="11380" y="13462"/>
                    <a:pt x="11950" y="13335"/>
                    <a:pt x="12349" y="12937"/>
                  </a:cubicBezTo>
                  <a:cubicBezTo>
                    <a:pt x="12548" y="12747"/>
                    <a:pt x="12683" y="12494"/>
                    <a:pt x="12792" y="12240"/>
                  </a:cubicBezTo>
                  <a:cubicBezTo>
                    <a:pt x="12937" y="11887"/>
                    <a:pt x="13037" y="11507"/>
                    <a:pt x="13100" y="11118"/>
                  </a:cubicBezTo>
                  <a:cubicBezTo>
                    <a:pt x="12521" y="10801"/>
                    <a:pt x="12041" y="10312"/>
                    <a:pt x="11724" y="9733"/>
                  </a:cubicBezTo>
                  <a:lnTo>
                    <a:pt x="11724" y="9733"/>
                  </a:lnTo>
                  <a:cubicBezTo>
                    <a:pt x="12158" y="10067"/>
                    <a:pt x="12656" y="10321"/>
                    <a:pt x="13181" y="10475"/>
                  </a:cubicBezTo>
                  <a:cubicBezTo>
                    <a:pt x="13218" y="10004"/>
                    <a:pt x="13218" y="9533"/>
                    <a:pt x="13218" y="9072"/>
                  </a:cubicBezTo>
                  <a:cubicBezTo>
                    <a:pt x="13761" y="8845"/>
                    <a:pt x="14313" y="8438"/>
                    <a:pt x="14675" y="7985"/>
                  </a:cubicBezTo>
                  <a:cubicBezTo>
                    <a:pt x="13996" y="7669"/>
                    <a:pt x="13543" y="6990"/>
                    <a:pt x="13308" y="6274"/>
                  </a:cubicBezTo>
                  <a:cubicBezTo>
                    <a:pt x="13073" y="5559"/>
                    <a:pt x="13018" y="4799"/>
                    <a:pt x="12937" y="4057"/>
                  </a:cubicBezTo>
                  <a:cubicBezTo>
                    <a:pt x="12828" y="3178"/>
                    <a:pt x="12683" y="2318"/>
                    <a:pt x="12475" y="1458"/>
                  </a:cubicBezTo>
                  <a:cubicBezTo>
                    <a:pt x="12358" y="942"/>
                    <a:pt x="12204" y="408"/>
                    <a:pt x="11860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39"/>
            <p:cNvSpPr/>
            <p:nvPr/>
          </p:nvSpPr>
          <p:spPr>
            <a:xfrm>
              <a:off x="2282800" y="1067550"/>
              <a:ext cx="509925" cy="695050"/>
            </a:xfrm>
            <a:custGeom>
              <a:avLst/>
              <a:gdLst/>
              <a:ahLst/>
              <a:cxnLst/>
              <a:rect l="l" t="t" r="r" b="b"/>
              <a:pathLst>
                <a:path w="20397" h="27802" extrusionOk="0">
                  <a:moveTo>
                    <a:pt x="4781" y="1"/>
                  </a:moveTo>
                  <a:lnTo>
                    <a:pt x="1" y="9316"/>
                  </a:lnTo>
                  <a:lnTo>
                    <a:pt x="5089" y="27801"/>
                  </a:lnTo>
                  <a:lnTo>
                    <a:pt x="18414" y="27801"/>
                  </a:lnTo>
                  <a:lnTo>
                    <a:pt x="18414" y="18504"/>
                  </a:lnTo>
                  <a:cubicBezTo>
                    <a:pt x="18414" y="18504"/>
                    <a:pt x="20397" y="15318"/>
                    <a:pt x="20016" y="11624"/>
                  </a:cubicBezTo>
                  <a:cubicBezTo>
                    <a:pt x="19808" y="9551"/>
                    <a:pt x="18921" y="7388"/>
                    <a:pt x="18188" y="5894"/>
                  </a:cubicBezTo>
                  <a:cubicBezTo>
                    <a:pt x="17011" y="5107"/>
                    <a:pt x="15771" y="4400"/>
                    <a:pt x="14485" y="3803"/>
                  </a:cubicBezTo>
                  <a:cubicBezTo>
                    <a:pt x="14295" y="3712"/>
                    <a:pt x="14096" y="3613"/>
                    <a:pt x="13924" y="3495"/>
                  </a:cubicBezTo>
                  <a:lnTo>
                    <a:pt x="12629" y="10122"/>
                  </a:lnTo>
                  <a:cubicBezTo>
                    <a:pt x="12629" y="10122"/>
                    <a:pt x="6510" y="2237"/>
                    <a:pt x="47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9"/>
            <p:cNvSpPr/>
            <p:nvPr/>
          </p:nvSpPr>
          <p:spPr>
            <a:xfrm>
              <a:off x="2195900" y="1300425"/>
              <a:ext cx="282250" cy="462175"/>
            </a:xfrm>
            <a:custGeom>
              <a:avLst/>
              <a:gdLst/>
              <a:ahLst/>
              <a:cxnLst/>
              <a:rect l="l" t="t" r="r" b="b"/>
              <a:pathLst>
                <a:path w="11290" h="18487" extrusionOk="0">
                  <a:moveTo>
                    <a:pt x="3477" y="1"/>
                  </a:moveTo>
                  <a:cubicBezTo>
                    <a:pt x="3477" y="1"/>
                    <a:pt x="2137" y="915"/>
                    <a:pt x="1123" y="6854"/>
                  </a:cubicBezTo>
                  <a:cubicBezTo>
                    <a:pt x="100" y="12801"/>
                    <a:pt x="1" y="18486"/>
                    <a:pt x="1" y="18486"/>
                  </a:cubicBezTo>
                  <a:lnTo>
                    <a:pt x="10592" y="18486"/>
                  </a:lnTo>
                  <a:lnTo>
                    <a:pt x="11289" y="15264"/>
                  </a:lnTo>
                  <a:lnTo>
                    <a:pt x="4228" y="14567"/>
                  </a:lnTo>
                  <a:cubicBezTo>
                    <a:pt x="4228" y="14567"/>
                    <a:pt x="6636" y="9588"/>
                    <a:pt x="6473" y="5786"/>
                  </a:cubicBezTo>
                  <a:cubicBezTo>
                    <a:pt x="6310" y="1984"/>
                    <a:pt x="3477" y="1"/>
                    <a:pt x="3477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39"/>
            <p:cNvSpPr/>
            <p:nvPr/>
          </p:nvSpPr>
          <p:spPr>
            <a:xfrm>
              <a:off x="2191375" y="702725"/>
              <a:ext cx="566500" cy="706825"/>
            </a:xfrm>
            <a:custGeom>
              <a:avLst/>
              <a:gdLst/>
              <a:ahLst/>
              <a:cxnLst/>
              <a:rect l="l" t="t" r="r" b="b"/>
              <a:pathLst>
                <a:path w="22660" h="28273" extrusionOk="0">
                  <a:moveTo>
                    <a:pt x="15499" y="1"/>
                  </a:moveTo>
                  <a:cubicBezTo>
                    <a:pt x="15460" y="1"/>
                    <a:pt x="15421" y="1"/>
                    <a:pt x="15381" y="1"/>
                  </a:cubicBezTo>
                  <a:cubicBezTo>
                    <a:pt x="13435" y="10"/>
                    <a:pt x="10610" y="861"/>
                    <a:pt x="8918" y="2853"/>
                  </a:cubicBezTo>
                  <a:cubicBezTo>
                    <a:pt x="7686" y="4310"/>
                    <a:pt x="7080" y="6184"/>
                    <a:pt x="6446" y="7994"/>
                  </a:cubicBezTo>
                  <a:cubicBezTo>
                    <a:pt x="4971" y="12213"/>
                    <a:pt x="3169" y="16314"/>
                    <a:pt x="1395" y="20415"/>
                  </a:cubicBezTo>
                  <a:cubicBezTo>
                    <a:pt x="933" y="21492"/>
                    <a:pt x="462" y="22569"/>
                    <a:pt x="236" y="23719"/>
                  </a:cubicBezTo>
                  <a:cubicBezTo>
                    <a:pt x="1" y="24860"/>
                    <a:pt x="10" y="26082"/>
                    <a:pt x="471" y="27150"/>
                  </a:cubicBezTo>
                  <a:cubicBezTo>
                    <a:pt x="318" y="25792"/>
                    <a:pt x="806" y="24371"/>
                    <a:pt x="1757" y="23393"/>
                  </a:cubicBezTo>
                  <a:lnTo>
                    <a:pt x="1757" y="23393"/>
                  </a:lnTo>
                  <a:cubicBezTo>
                    <a:pt x="942" y="24669"/>
                    <a:pt x="1223" y="26878"/>
                    <a:pt x="1811" y="28272"/>
                  </a:cubicBezTo>
                  <a:cubicBezTo>
                    <a:pt x="2472" y="26145"/>
                    <a:pt x="4002" y="23493"/>
                    <a:pt x="5695" y="22035"/>
                  </a:cubicBezTo>
                  <a:cubicBezTo>
                    <a:pt x="7388" y="20578"/>
                    <a:pt x="9253" y="19310"/>
                    <a:pt x="10773" y="17672"/>
                  </a:cubicBezTo>
                  <a:cubicBezTo>
                    <a:pt x="11851" y="16504"/>
                    <a:pt x="12738" y="15173"/>
                    <a:pt x="13562" y="13815"/>
                  </a:cubicBezTo>
                  <a:cubicBezTo>
                    <a:pt x="14983" y="11489"/>
                    <a:pt x="16332" y="9054"/>
                    <a:pt x="16431" y="6320"/>
                  </a:cubicBezTo>
                  <a:cubicBezTo>
                    <a:pt x="16571" y="6331"/>
                    <a:pt x="16710" y="6336"/>
                    <a:pt x="16850" y="6336"/>
                  </a:cubicBezTo>
                  <a:cubicBezTo>
                    <a:pt x="18425" y="6336"/>
                    <a:pt x="19997" y="5641"/>
                    <a:pt x="21003" y="4419"/>
                  </a:cubicBezTo>
                  <a:cubicBezTo>
                    <a:pt x="21066" y="4699"/>
                    <a:pt x="21148" y="4898"/>
                    <a:pt x="21211" y="5179"/>
                  </a:cubicBezTo>
                  <a:cubicBezTo>
                    <a:pt x="21437" y="4989"/>
                    <a:pt x="21573" y="4699"/>
                    <a:pt x="21636" y="4410"/>
                  </a:cubicBezTo>
                  <a:cubicBezTo>
                    <a:pt x="21700" y="4111"/>
                    <a:pt x="21700" y="3812"/>
                    <a:pt x="21691" y="3513"/>
                  </a:cubicBezTo>
                  <a:lnTo>
                    <a:pt x="21691" y="3513"/>
                  </a:lnTo>
                  <a:cubicBezTo>
                    <a:pt x="21917" y="4111"/>
                    <a:pt x="22071" y="4717"/>
                    <a:pt x="22098" y="5351"/>
                  </a:cubicBezTo>
                  <a:cubicBezTo>
                    <a:pt x="22659" y="4464"/>
                    <a:pt x="22487" y="3260"/>
                    <a:pt x="21899" y="2400"/>
                  </a:cubicBezTo>
                  <a:cubicBezTo>
                    <a:pt x="21302" y="1540"/>
                    <a:pt x="20360" y="979"/>
                    <a:pt x="19373" y="617"/>
                  </a:cubicBezTo>
                  <a:cubicBezTo>
                    <a:pt x="18317" y="226"/>
                    <a:pt x="17469" y="1"/>
                    <a:pt x="154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9"/>
            <p:cNvSpPr/>
            <p:nvPr/>
          </p:nvSpPr>
          <p:spPr>
            <a:xfrm>
              <a:off x="2680450" y="909600"/>
              <a:ext cx="23775" cy="23775"/>
            </a:xfrm>
            <a:custGeom>
              <a:avLst/>
              <a:gdLst/>
              <a:ahLst/>
              <a:cxnLst/>
              <a:rect l="l" t="t" r="r" b="b"/>
              <a:pathLst>
                <a:path w="951" h="951" extrusionOk="0">
                  <a:moveTo>
                    <a:pt x="462" y="0"/>
                  </a:moveTo>
                  <a:cubicBezTo>
                    <a:pt x="209" y="9"/>
                    <a:pt x="0" y="226"/>
                    <a:pt x="0" y="480"/>
                  </a:cubicBezTo>
                  <a:cubicBezTo>
                    <a:pt x="9" y="742"/>
                    <a:pt x="218" y="951"/>
                    <a:pt x="480" y="951"/>
                  </a:cubicBezTo>
                  <a:cubicBezTo>
                    <a:pt x="743" y="942"/>
                    <a:pt x="951" y="724"/>
                    <a:pt x="942" y="471"/>
                  </a:cubicBezTo>
                  <a:cubicBezTo>
                    <a:pt x="942" y="208"/>
                    <a:pt x="725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9"/>
            <p:cNvSpPr/>
            <p:nvPr/>
          </p:nvSpPr>
          <p:spPr>
            <a:xfrm>
              <a:off x="2653750" y="874800"/>
              <a:ext cx="62475" cy="39125"/>
            </a:xfrm>
            <a:custGeom>
              <a:avLst/>
              <a:gdLst/>
              <a:ahLst/>
              <a:cxnLst/>
              <a:rect l="l" t="t" r="r" b="b"/>
              <a:pathLst>
                <a:path w="2499" h="1565" extrusionOk="0">
                  <a:moveTo>
                    <a:pt x="1825" y="1"/>
                  </a:moveTo>
                  <a:cubicBezTo>
                    <a:pt x="1014" y="1"/>
                    <a:pt x="212" y="790"/>
                    <a:pt x="0" y="1546"/>
                  </a:cubicBezTo>
                  <a:lnTo>
                    <a:pt x="45" y="1564"/>
                  </a:lnTo>
                  <a:cubicBezTo>
                    <a:pt x="299" y="1148"/>
                    <a:pt x="679" y="822"/>
                    <a:pt x="1123" y="632"/>
                  </a:cubicBezTo>
                  <a:cubicBezTo>
                    <a:pt x="1593" y="478"/>
                    <a:pt x="2001" y="414"/>
                    <a:pt x="2499" y="251"/>
                  </a:cubicBezTo>
                  <a:lnTo>
                    <a:pt x="2499" y="206"/>
                  </a:lnTo>
                  <a:cubicBezTo>
                    <a:pt x="2282" y="63"/>
                    <a:pt x="2053" y="1"/>
                    <a:pt x="1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9"/>
            <p:cNvSpPr/>
            <p:nvPr/>
          </p:nvSpPr>
          <p:spPr>
            <a:xfrm>
              <a:off x="2513425" y="898925"/>
              <a:ext cx="77425" cy="99450"/>
            </a:xfrm>
            <a:custGeom>
              <a:avLst/>
              <a:gdLst/>
              <a:ahLst/>
              <a:cxnLst/>
              <a:rect l="l" t="t" r="r" b="b"/>
              <a:pathLst>
                <a:path w="3097" h="3978" extrusionOk="0">
                  <a:moveTo>
                    <a:pt x="1440" y="0"/>
                  </a:moveTo>
                  <a:cubicBezTo>
                    <a:pt x="1342" y="0"/>
                    <a:pt x="1244" y="15"/>
                    <a:pt x="1150" y="47"/>
                  </a:cubicBezTo>
                  <a:cubicBezTo>
                    <a:pt x="806" y="156"/>
                    <a:pt x="589" y="454"/>
                    <a:pt x="444" y="762"/>
                  </a:cubicBezTo>
                  <a:cubicBezTo>
                    <a:pt x="1" y="1704"/>
                    <a:pt x="191" y="2889"/>
                    <a:pt x="987" y="3605"/>
                  </a:cubicBezTo>
                  <a:cubicBezTo>
                    <a:pt x="1205" y="3795"/>
                    <a:pt x="1467" y="3949"/>
                    <a:pt x="1766" y="3976"/>
                  </a:cubicBezTo>
                  <a:cubicBezTo>
                    <a:pt x="1788" y="3977"/>
                    <a:pt x="1809" y="3978"/>
                    <a:pt x="1831" y="3978"/>
                  </a:cubicBezTo>
                  <a:cubicBezTo>
                    <a:pt x="2330" y="3978"/>
                    <a:pt x="2769" y="3585"/>
                    <a:pt x="2934" y="3143"/>
                  </a:cubicBezTo>
                  <a:cubicBezTo>
                    <a:pt x="3088" y="2717"/>
                    <a:pt x="3097" y="2183"/>
                    <a:pt x="2943" y="1758"/>
                  </a:cubicBezTo>
                  <a:cubicBezTo>
                    <a:pt x="2780" y="1341"/>
                    <a:pt x="2698" y="880"/>
                    <a:pt x="2418" y="509"/>
                  </a:cubicBezTo>
                  <a:cubicBezTo>
                    <a:pt x="2195" y="215"/>
                    <a:pt x="1814" y="0"/>
                    <a:pt x="1440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9"/>
            <p:cNvSpPr/>
            <p:nvPr/>
          </p:nvSpPr>
          <p:spPr>
            <a:xfrm>
              <a:off x="2530400" y="918075"/>
              <a:ext cx="43700" cy="69400"/>
            </a:xfrm>
            <a:custGeom>
              <a:avLst/>
              <a:gdLst/>
              <a:ahLst/>
              <a:cxnLst/>
              <a:rect l="l" t="t" r="r" b="b"/>
              <a:pathLst>
                <a:path w="1748" h="2776" extrusionOk="0">
                  <a:moveTo>
                    <a:pt x="850" y="0"/>
                  </a:moveTo>
                  <a:cubicBezTo>
                    <a:pt x="827" y="0"/>
                    <a:pt x="803" y="2"/>
                    <a:pt x="779" y="5"/>
                  </a:cubicBezTo>
                  <a:cubicBezTo>
                    <a:pt x="526" y="41"/>
                    <a:pt x="290" y="295"/>
                    <a:pt x="227" y="603"/>
                  </a:cubicBezTo>
                  <a:cubicBezTo>
                    <a:pt x="227" y="603"/>
                    <a:pt x="1" y="1200"/>
                    <a:pt x="308" y="1915"/>
                  </a:cubicBezTo>
                  <a:cubicBezTo>
                    <a:pt x="607" y="2639"/>
                    <a:pt x="1458" y="2775"/>
                    <a:pt x="1458" y="2775"/>
                  </a:cubicBezTo>
                  <a:cubicBezTo>
                    <a:pt x="1286" y="2639"/>
                    <a:pt x="1123" y="2467"/>
                    <a:pt x="1087" y="2223"/>
                  </a:cubicBezTo>
                  <a:cubicBezTo>
                    <a:pt x="1078" y="2187"/>
                    <a:pt x="1078" y="2142"/>
                    <a:pt x="1096" y="2105"/>
                  </a:cubicBezTo>
                  <a:cubicBezTo>
                    <a:pt x="1114" y="2069"/>
                    <a:pt x="1141" y="2051"/>
                    <a:pt x="1159" y="2024"/>
                  </a:cubicBezTo>
                  <a:cubicBezTo>
                    <a:pt x="1340" y="1888"/>
                    <a:pt x="1539" y="1798"/>
                    <a:pt x="1748" y="1752"/>
                  </a:cubicBezTo>
                  <a:cubicBezTo>
                    <a:pt x="1730" y="1354"/>
                    <a:pt x="1702" y="947"/>
                    <a:pt x="1558" y="594"/>
                  </a:cubicBezTo>
                  <a:cubicBezTo>
                    <a:pt x="1423" y="266"/>
                    <a:pt x="1156" y="0"/>
                    <a:pt x="850" y="0"/>
                  </a:cubicBez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9"/>
            <p:cNvSpPr/>
            <p:nvPr/>
          </p:nvSpPr>
          <p:spPr>
            <a:xfrm>
              <a:off x="2536050" y="916000"/>
              <a:ext cx="40775" cy="71475"/>
            </a:xfrm>
            <a:custGeom>
              <a:avLst/>
              <a:gdLst/>
              <a:ahLst/>
              <a:cxnLst/>
              <a:rect l="l" t="t" r="r" b="b"/>
              <a:pathLst>
                <a:path w="1631" h="2859" extrusionOk="0">
                  <a:moveTo>
                    <a:pt x="667" y="0"/>
                  </a:moveTo>
                  <a:cubicBezTo>
                    <a:pt x="339" y="0"/>
                    <a:pt x="41" y="264"/>
                    <a:pt x="1" y="686"/>
                  </a:cubicBezTo>
                  <a:cubicBezTo>
                    <a:pt x="106" y="370"/>
                    <a:pt x="354" y="169"/>
                    <a:pt x="607" y="169"/>
                  </a:cubicBezTo>
                  <a:cubicBezTo>
                    <a:pt x="768" y="169"/>
                    <a:pt x="930" y="250"/>
                    <a:pt x="1060" y="432"/>
                  </a:cubicBezTo>
                  <a:cubicBezTo>
                    <a:pt x="1340" y="805"/>
                    <a:pt x="1365" y="1297"/>
                    <a:pt x="1405" y="1753"/>
                  </a:cubicBezTo>
                  <a:lnTo>
                    <a:pt x="1405" y="1753"/>
                  </a:lnTo>
                  <a:cubicBezTo>
                    <a:pt x="1235" y="1805"/>
                    <a:pt x="1079" y="1892"/>
                    <a:pt x="942" y="1998"/>
                  </a:cubicBezTo>
                  <a:cubicBezTo>
                    <a:pt x="562" y="2243"/>
                    <a:pt x="960" y="2722"/>
                    <a:pt x="1232" y="2858"/>
                  </a:cubicBezTo>
                  <a:cubicBezTo>
                    <a:pt x="1141" y="2768"/>
                    <a:pt x="1060" y="2668"/>
                    <a:pt x="1006" y="2559"/>
                  </a:cubicBezTo>
                  <a:cubicBezTo>
                    <a:pt x="951" y="2460"/>
                    <a:pt x="915" y="2315"/>
                    <a:pt x="933" y="2225"/>
                  </a:cubicBezTo>
                  <a:cubicBezTo>
                    <a:pt x="942" y="2215"/>
                    <a:pt x="951" y="2206"/>
                    <a:pt x="969" y="2188"/>
                  </a:cubicBezTo>
                  <a:cubicBezTo>
                    <a:pt x="1160" y="2053"/>
                    <a:pt x="1395" y="1962"/>
                    <a:pt x="1630" y="1935"/>
                  </a:cubicBezTo>
                  <a:cubicBezTo>
                    <a:pt x="1621" y="1374"/>
                    <a:pt x="1621" y="749"/>
                    <a:pt x="1232" y="296"/>
                  </a:cubicBezTo>
                  <a:cubicBezTo>
                    <a:pt x="1064" y="92"/>
                    <a:pt x="860" y="0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9"/>
            <p:cNvSpPr/>
            <p:nvPr/>
          </p:nvSpPr>
          <p:spPr>
            <a:xfrm>
              <a:off x="2582225" y="1102650"/>
              <a:ext cx="36700" cy="18800"/>
            </a:xfrm>
            <a:custGeom>
              <a:avLst/>
              <a:gdLst/>
              <a:ahLst/>
              <a:cxnLst/>
              <a:rect l="l" t="t" r="r" b="b"/>
              <a:pathLst>
                <a:path w="1468" h="752" extrusionOk="0">
                  <a:moveTo>
                    <a:pt x="1" y="0"/>
                  </a:moveTo>
                  <a:lnTo>
                    <a:pt x="1404" y="751"/>
                  </a:lnTo>
                  <a:lnTo>
                    <a:pt x="1467" y="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9"/>
            <p:cNvSpPr/>
            <p:nvPr/>
          </p:nvSpPr>
          <p:spPr>
            <a:xfrm>
              <a:off x="2434675" y="1137275"/>
              <a:ext cx="212300" cy="233350"/>
            </a:xfrm>
            <a:custGeom>
              <a:avLst/>
              <a:gdLst/>
              <a:ahLst/>
              <a:cxnLst/>
              <a:rect l="l" t="t" r="r" b="b"/>
              <a:pathLst>
                <a:path w="8492" h="9334" extrusionOk="0">
                  <a:moveTo>
                    <a:pt x="109" y="0"/>
                  </a:moveTo>
                  <a:lnTo>
                    <a:pt x="0" y="109"/>
                  </a:lnTo>
                  <a:cubicBezTo>
                    <a:pt x="136" y="254"/>
                    <a:pt x="4671" y="6111"/>
                    <a:pt x="7043" y="9198"/>
                  </a:cubicBezTo>
                  <a:lnTo>
                    <a:pt x="7152" y="9333"/>
                  </a:lnTo>
                  <a:lnTo>
                    <a:pt x="8492" y="1023"/>
                  </a:lnTo>
                  <a:lnTo>
                    <a:pt x="8338" y="996"/>
                  </a:lnTo>
                  <a:lnTo>
                    <a:pt x="7061" y="8962"/>
                  </a:lnTo>
                  <a:cubicBezTo>
                    <a:pt x="6156" y="7794"/>
                    <a:pt x="245" y="145"/>
                    <a:pt x="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9"/>
            <p:cNvSpPr/>
            <p:nvPr/>
          </p:nvSpPr>
          <p:spPr>
            <a:xfrm>
              <a:off x="2216050" y="1662225"/>
              <a:ext cx="98925" cy="28400"/>
            </a:xfrm>
            <a:custGeom>
              <a:avLst/>
              <a:gdLst/>
              <a:ahLst/>
              <a:cxnLst/>
              <a:rect l="l" t="t" r="r" b="b"/>
              <a:pathLst>
                <a:path w="3957" h="1136" extrusionOk="0">
                  <a:moveTo>
                    <a:pt x="2993" y="0"/>
                  </a:moveTo>
                  <a:cubicBezTo>
                    <a:pt x="1906" y="0"/>
                    <a:pt x="810" y="400"/>
                    <a:pt x="0" y="1136"/>
                  </a:cubicBezTo>
                  <a:cubicBezTo>
                    <a:pt x="1023" y="466"/>
                    <a:pt x="2218" y="95"/>
                    <a:pt x="3440" y="95"/>
                  </a:cubicBezTo>
                  <a:cubicBezTo>
                    <a:pt x="3594" y="95"/>
                    <a:pt x="3812" y="104"/>
                    <a:pt x="3956" y="113"/>
                  </a:cubicBezTo>
                  <a:cubicBezTo>
                    <a:pt x="3875" y="95"/>
                    <a:pt x="3784" y="77"/>
                    <a:pt x="3703" y="58"/>
                  </a:cubicBezTo>
                  <a:cubicBezTo>
                    <a:pt x="3469" y="19"/>
                    <a:pt x="3231" y="0"/>
                    <a:pt x="29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9"/>
            <p:cNvSpPr/>
            <p:nvPr/>
          </p:nvSpPr>
          <p:spPr>
            <a:xfrm>
              <a:off x="2407975" y="741900"/>
              <a:ext cx="310300" cy="80350"/>
            </a:xfrm>
            <a:custGeom>
              <a:avLst/>
              <a:gdLst/>
              <a:ahLst/>
              <a:cxnLst/>
              <a:rect l="l" t="t" r="r" b="b"/>
              <a:pathLst>
                <a:path w="12412" h="3214" extrusionOk="0">
                  <a:moveTo>
                    <a:pt x="12411" y="0"/>
                  </a:moveTo>
                  <a:cubicBezTo>
                    <a:pt x="11931" y="1068"/>
                    <a:pt x="10863" y="1702"/>
                    <a:pt x="9822" y="2155"/>
                  </a:cubicBezTo>
                  <a:cubicBezTo>
                    <a:pt x="8487" y="2742"/>
                    <a:pt x="7024" y="3069"/>
                    <a:pt x="5563" y="3069"/>
                  </a:cubicBezTo>
                  <a:cubicBezTo>
                    <a:pt x="4725" y="3069"/>
                    <a:pt x="3889" y="2962"/>
                    <a:pt x="3078" y="2734"/>
                  </a:cubicBezTo>
                  <a:cubicBezTo>
                    <a:pt x="1974" y="2435"/>
                    <a:pt x="914" y="1910"/>
                    <a:pt x="0" y="1213"/>
                  </a:cubicBezTo>
                  <a:lnTo>
                    <a:pt x="0" y="1213"/>
                  </a:lnTo>
                  <a:cubicBezTo>
                    <a:pt x="878" y="1965"/>
                    <a:pt x="1937" y="2517"/>
                    <a:pt x="3051" y="2843"/>
                  </a:cubicBezTo>
                  <a:cubicBezTo>
                    <a:pt x="3884" y="3095"/>
                    <a:pt x="4747" y="3213"/>
                    <a:pt x="5611" y="3213"/>
                  </a:cubicBezTo>
                  <a:cubicBezTo>
                    <a:pt x="7075" y="3213"/>
                    <a:pt x="8541" y="2872"/>
                    <a:pt x="9867" y="2263"/>
                  </a:cubicBezTo>
                  <a:cubicBezTo>
                    <a:pt x="10908" y="1783"/>
                    <a:pt x="11986" y="1105"/>
                    <a:pt x="12411" y="0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2455725" y="723325"/>
              <a:ext cx="221800" cy="38875"/>
            </a:xfrm>
            <a:custGeom>
              <a:avLst/>
              <a:gdLst/>
              <a:ahLst/>
              <a:cxnLst/>
              <a:rect l="l" t="t" r="r" b="b"/>
              <a:pathLst>
                <a:path w="8872" h="1555" extrusionOk="0">
                  <a:moveTo>
                    <a:pt x="8872" y="1"/>
                  </a:moveTo>
                  <a:cubicBezTo>
                    <a:pt x="7305" y="931"/>
                    <a:pt x="5493" y="1411"/>
                    <a:pt x="3681" y="1411"/>
                  </a:cubicBezTo>
                  <a:cubicBezTo>
                    <a:pt x="2813" y="1411"/>
                    <a:pt x="1946" y="1301"/>
                    <a:pt x="1105" y="1078"/>
                  </a:cubicBezTo>
                  <a:lnTo>
                    <a:pt x="543" y="924"/>
                  </a:lnTo>
                  <a:lnTo>
                    <a:pt x="0" y="725"/>
                  </a:lnTo>
                  <a:lnTo>
                    <a:pt x="534" y="960"/>
                  </a:lnTo>
                  <a:lnTo>
                    <a:pt x="1077" y="1150"/>
                  </a:lnTo>
                  <a:cubicBezTo>
                    <a:pt x="1949" y="1421"/>
                    <a:pt x="2860" y="1555"/>
                    <a:pt x="3771" y="1555"/>
                  </a:cubicBezTo>
                  <a:cubicBezTo>
                    <a:pt x="5576" y="1555"/>
                    <a:pt x="7380" y="1030"/>
                    <a:pt x="8872" y="1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2224650" y="860475"/>
              <a:ext cx="309625" cy="449950"/>
            </a:xfrm>
            <a:custGeom>
              <a:avLst/>
              <a:gdLst/>
              <a:ahLst/>
              <a:cxnLst/>
              <a:rect l="l" t="t" r="r" b="b"/>
              <a:pathLst>
                <a:path w="12385" h="17998" extrusionOk="0">
                  <a:moveTo>
                    <a:pt x="12384" y="1"/>
                  </a:moveTo>
                  <a:lnTo>
                    <a:pt x="12384" y="1"/>
                  </a:lnTo>
                  <a:cubicBezTo>
                    <a:pt x="10981" y="3395"/>
                    <a:pt x="8999" y="6519"/>
                    <a:pt x="6672" y="9343"/>
                  </a:cubicBezTo>
                  <a:cubicBezTo>
                    <a:pt x="4998" y="11525"/>
                    <a:pt x="2879" y="13335"/>
                    <a:pt x="1232" y="15544"/>
                  </a:cubicBezTo>
                  <a:cubicBezTo>
                    <a:pt x="698" y="16286"/>
                    <a:pt x="263" y="17110"/>
                    <a:pt x="0" y="17997"/>
                  </a:cubicBezTo>
                  <a:cubicBezTo>
                    <a:pt x="290" y="17119"/>
                    <a:pt x="743" y="16314"/>
                    <a:pt x="1295" y="15589"/>
                  </a:cubicBezTo>
                  <a:cubicBezTo>
                    <a:pt x="1829" y="14847"/>
                    <a:pt x="2454" y="14177"/>
                    <a:pt x="3096" y="13516"/>
                  </a:cubicBezTo>
                  <a:cubicBezTo>
                    <a:pt x="4373" y="12213"/>
                    <a:pt x="5631" y="10864"/>
                    <a:pt x="6790" y="9443"/>
                  </a:cubicBezTo>
                  <a:cubicBezTo>
                    <a:pt x="9107" y="6591"/>
                    <a:pt x="11090" y="3450"/>
                    <a:pt x="12384" y="1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39"/>
            <p:cNvSpPr/>
            <p:nvPr/>
          </p:nvSpPr>
          <p:spPr>
            <a:xfrm>
              <a:off x="2252025" y="867275"/>
              <a:ext cx="222500" cy="283375"/>
            </a:xfrm>
            <a:custGeom>
              <a:avLst/>
              <a:gdLst/>
              <a:ahLst/>
              <a:cxnLst/>
              <a:rect l="l" t="t" r="r" b="b"/>
              <a:pathLst>
                <a:path w="8900" h="11335" extrusionOk="0">
                  <a:moveTo>
                    <a:pt x="8900" y="0"/>
                  </a:moveTo>
                  <a:lnTo>
                    <a:pt x="8900" y="0"/>
                  </a:lnTo>
                  <a:cubicBezTo>
                    <a:pt x="7931" y="2218"/>
                    <a:pt x="6600" y="4291"/>
                    <a:pt x="4925" y="6047"/>
                  </a:cubicBezTo>
                  <a:cubicBezTo>
                    <a:pt x="3712" y="7414"/>
                    <a:pt x="2137" y="8392"/>
                    <a:pt x="933" y="9768"/>
                  </a:cubicBezTo>
                  <a:cubicBezTo>
                    <a:pt x="544" y="10239"/>
                    <a:pt x="209" y="10764"/>
                    <a:pt x="1" y="11334"/>
                  </a:cubicBezTo>
                  <a:cubicBezTo>
                    <a:pt x="245" y="10773"/>
                    <a:pt x="580" y="10266"/>
                    <a:pt x="997" y="9822"/>
                  </a:cubicBezTo>
                  <a:cubicBezTo>
                    <a:pt x="2228" y="8483"/>
                    <a:pt x="3812" y="7514"/>
                    <a:pt x="5034" y="6147"/>
                  </a:cubicBezTo>
                  <a:cubicBezTo>
                    <a:pt x="6700" y="4373"/>
                    <a:pt x="8040" y="2282"/>
                    <a:pt x="8900" y="0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9"/>
            <p:cNvSpPr/>
            <p:nvPr/>
          </p:nvSpPr>
          <p:spPr>
            <a:xfrm>
              <a:off x="2307700" y="850300"/>
              <a:ext cx="105275" cy="158225"/>
            </a:xfrm>
            <a:custGeom>
              <a:avLst/>
              <a:gdLst/>
              <a:ahLst/>
              <a:cxnLst/>
              <a:rect l="l" t="t" r="r" b="b"/>
              <a:pathLst>
                <a:path w="4211" h="6329" extrusionOk="0">
                  <a:moveTo>
                    <a:pt x="4210" y="0"/>
                  </a:moveTo>
                  <a:lnTo>
                    <a:pt x="4210" y="0"/>
                  </a:lnTo>
                  <a:cubicBezTo>
                    <a:pt x="2916" y="2182"/>
                    <a:pt x="1513" y="4300"/>
                    <a:pt x="1" y="6328"/>
                  </a:cubicBezTo>
                  <a:cubicBezTo>
                    <a:pt x="1676" y="4418"/>
                    <a:pt x="3097" y="2282"/>
                    <a:pt x="4210" y="0"/>
                  </a:cubicBezTo>
                  <a:close/>
                </a:path>
              </a:pathLst>
            </a:custGeom>
            <a:solidFill>
              <a:srgbClr val="FFFFFF">
                <a:alpha val="6039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9"/>
            <p:cNvSpPr/>
            <p:nvPr/>
          </p:nvSpPr>
          <p:spPr>
            <a:xfrm>
              <a:off x="2241175" y="1736550"/>
              <a:ext cx="616500" cy="26050"/>
            </a:xfrm>
            <a:custGeom>
              <a:avLst/>
              <a:gdLst/>
              <a:ahLst/>
              <a:cxnLst/>
              <a:rect l="l" t="t" r="r" b="b"/>
              <a:pathLst>
                <a:path w="24660" h="1042" extrusionOk="0">
                  <a:moveTo>
                    <a:pt x="0" y="0"/>
                  </a:moveTo>
                  <a:lnTo>
                    <a:pt x="0" y="1041"/>
                  </a:lnTo>
                  <a:lnTo>
                    <a:pt x="24660" y="1041"/>
                  </a:lnTo>
                  <a:lnTo>
                    <a:pt x="24660" y="0"/>
                  </a:lnTo>
                  <a:close/>
                </a:path>
              </a:pathLst>
            </a:custGeom>
            <a:solidFill>
              <a:srgbClr val="9DD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39"/>
            <p:cNvSpPr/>
            <p:nvPr/>
          </p:nvSpPr>
          <p:spPr>
            <a:xfrm>
              <a:off x="2448475" y="1395025"/>
              <a:ext cx="528700" cy="367575"/>
            </a:xfrm>
            <a:custGeom>
              <a:avLst/>
              <a:gdLst/>
              <a:ahLst/>
              <a:cxnLst/>
              <a:rect l="l" t="t" r="r" b="b"/>
              <a:pathLst>
                <a:path w="21148" h="14703" extrusionOk="0">
                  <a:moveTo>
                    <a:pt x="5839" y="1"/>
                  </a:moveTo>
                  <a:cubicBezTo>
                    <a:pt x="5323" y="1"/>
                    <a:pt x="4862" y="381"/>
                    <a:pt x="4663" y="988"/>
                  </a:cubicBezTo>
                  <a:lnTo>
                    <a:pt x="1" y="14702"/>
                  </a:lnTo>
                  <a:lnTo>
                    <a:pt x="16368" y="14702"/>
                  </a:lnTo>
                  <a:lnTo>
                    <a:pt x="20957" y="1205"/>
                  </a:lnTo>
                  <a:cubicBezTo>
                    <a:pt x="21147" y="635"/>
                    <a:pt x="20822" y="1"/>
                    <a:pt x="20333" y="1"/>
                  </a:cubicBezTo>
                  <a:close/>
                </a:path>
              </a:pathLst>
            </a:custGeom>
            <a:solidFill>
              <a:srgbClr val="9DD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9"/>
            <p:cNvSpPr/>
            <p:nvPr/>
          </p:nvSpPr>
          <p:spPr>
            <a:xfrm>
              <a:off x="2460700" y="1395025"/>
              <a:ext cx="530950" cy="367575"/>
            </a:xfrm>
            <a:custGeom>
              <a:avLst/>
              <a:gdLst/>
              <a:ahLst/>
              <a:cxnLst/>
              <a:rect l="l" t="t" r="r" b="b"/>
              <a:pathLst>
                <a:path w="21238" h="14703" extrusionOk="0">
                  <a:moveTo>
                    <a:pt x="5658" y="1"/>
                  </a:moveTo>
                  <a:cubicBezTo>
                    <a:pt x="5260" y="1"/>
                    <a:pt x="4889" y="300"/>
                    <a:pt x="4735" y="770"/>
                  </a:cubicBezTo>
                  <a:lnTo>
                    <a:pt x="0" y="14702"/>
                  </a:lnTo>
                  <a:lnTo>
                    <a:pt x="16367" y="14702"/>
                  </a:lnTo>
                  <a:lnTo>
                    <a:pt x="21120" y="716"/>
                  </a:lnTo>
                  <a:cubicBezTo>
                    <a:pt x="21238" y="372"/>
                    <a:pt x="21048" y="1"/>
                    <a:pt x="20758" y="1"/>
                  </a:cubicBezTo>
                  <a:close/>
                </a:path>
              </a:pathLst>
            </a:custGeom>
            <a:solidFill>
              <a:srgbClr val="55A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9"/>
            <p:cNvSpPr/>
            <p:nvPr/>
          </p:nvSpPr>
          <p:spPr>
            <a:xfrm>
              <a:off x="2707825" y="1528325"/>
              <a:ext cx="110250" cy="100975"/>
            </a:xfrm>
            <a:custGeom>
              <a:avLst/>
              <a:gdLst/>
              <a:ahLst/>
              <a:cxnLst/>
              <a:rect l="l" t="t" r="r" b="b"/>
              <a:pathLst>
                <a:path w="4410" h="4039" extrusionOk="0">
                  <a:moveTo>
                    <a:pt x="2545" y="1"/>
                  </a:moveTo>
                  <a:cubicBezTo>
                    <a:pt x="1422" y="1"/>
                    <a:pt x="372" y="906"/>
                    <a:pt x="182" y="2020"/>
                  </a:cubicBezTo>
                  <a:cubicBezTo>
                    <a:pt x="1" y="3133"/>
                    <a:pt x="752" y="4038"/>
                    <a:pt x="1866" y="4038"/>
                  </a:cubicBezTo>
                  <a:cubicBezTo>
                    <a:pt x="2979" y="4038"/>
                    <a:pt x="4029" y="3133"/>
                    <a:pt x="4219" y="2020"/>
                  </a:cubicBezTo>
                  <a:cubicBezTo>
                    <a:pt x="4409" y="906"/>
                    <a:pt x="3658" y="1"/>
                    <a:pt x="2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39"/>
            <p:cNvSpPr/>
            <p:nvPr/>
          </p:nvSpPr>
          <p:spPr>
            <a:xfrm>
              <a:off x="2957450" y="989475"/>
              <a:ext cx="44450" cy="130375"/>
            </a:xfrm>
            <a:custGeom>
              <a:avLst/>
              <a:gdLst/>
              <a:ahLst/>
              <a:cxnLst/>
              <a:rect l="l" t="t" r="r" b="b"/>
              <a:pathLst>
                <a:path w="1778" h="5215" extrusionOk="0">
                  <a:moveTo>
                    <a:pt x="1214" y="1"/>
                  </a:moveTo>
                  <a:lnTo>
                    <a:pt x="1214" y="1"/>
                  </a:lnTo>
                  <a:cubicBezTo>
                    <a:pt x="807" y="399"/>
                    <a:pt x="381" y="815"/>
                    <a:pt x="1" y="1223"/>
                  </a:cubicBezTo>
                  <a:cubicBezTo>
                    <a:pt x="388" y="920"/>
                    <a:pt x="784" y="585"/>
                    <a:pt x="1172" y="263"/>
                  </a:cubicBezTo>
                  <a:lnTo>
                    <a:pt x="1172" y="263"/>
                  </a:lnTo>
                  <a:cubicBezTo>
                    <a:pt x="1496" y="997"/>
                    <a:pt x="1027" y="2072"/>
                    <a:pt x="399" y="2499"/>
                  </a:cubicBezTo>
                  <a:cubicBezTo>
                    <a:pt x="707" y="2879"/>
                    <a:pt x="951" y="3350"/>
                    <a:pt x="1105" y="3821"/>
                  </a:cubicBezTo>
                  <a:cubicBezTo>
                    <a:pt x="1250" y="4264"/>
                    <a:pt x="1341" y="4735"/>
                    <a:pt x="1332" y="5215"/>
                  </a:cubicBezTo>
                  <a:cubicBezTo>
                    <a:pt x="1480" y="4292"/>
                    <a:pt x="1225" y="3318"/>
                    <a:pt x="698" y="2544"/>
                  </a:cubicBezTo>
                  <a:lnTo>
                    <a:pt x="698" y="2544"/>
                  </a:lnTo>
                  <a:cubicBezTo>
                    <a:pt x="1377" y="1959"/>
                    <a:pt x="1778" y="755"/>
                    <a:pt x="1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2" name="Google Shape;1262;p39"/>
          <p:cNvGrpSpPr/>
          <p:nvPr/>
        </p:nvGrpSpPr>
        <p:grpSpPr>
          <a:xfrm>
            <a:off x="-7786" y="4335533"/>
            <a:ext cx="1579423" cy="807967"/>
            <a:chOff x="2028200" y="2907950"/>
            <a:chExt cx="912750" cy="466925"/>
          </a:xfrm>
        </p:grpSpPr>
        <p:sp>
          <p:nvSpPr>
            <p:cNvPr id="1263" name="Google Shape;1263;p39"/>
            <p:cNvSpPr/>
            <p:nvPr/>
          </p:nvSpPr>
          <p:spPr>
            <a:xfrm>
              <a:off x="2028200" y="2907950"/>
              <a:ext cx="894425" cy="465325"/>
            </a:xfrm>
            <a:custGeom>
              <a:avLst/>
              <a:gdLst/>
              <a:ahLst/>
              <a:cxnLst/>
              <a:rect l="l" t="t" r="r" b="b"/>
              <a:pathLst>
                <a:path w="35777" h="18613" extrusionOk="0">
                  <a:moveTo>
                    <a:pt x="14123" y="1"/>
                  </a:moveTo>
                  <a:cubicBezTo>
                    <a:pt x="13299" y="1"/>
                    <a:pt x="12557" y="526"/>
                    <a:pt x="12294" y="1304"/>
                  </a:cubicBezTo>
                  <a:lnTo>
                    <a:pt x="7134" y="16187"/>
                  </a:lnTo>
                  <a:lnTo>
                    <a:pt x="861" y="16422"/>
                  </a:lnTo>
                  <a:cubicBezTo>
                    <a:pt x="444" y="16431"/>
                    <a:pt x="109" y="16757"/>
                    <a:pt x="82" y="17174"/>
                  </a:cubicBezTo>
                  <a:lnTo>
                    <a:pt x="1" y="18613"/>
                  </a:lnTo>
                  <a:lnTo>
                    <a:pt x="30581" y="18486"/>
                  </a:lnTo>
                  <a:lnTo>
                    <a:pt x="35623" y="1087"/>
                  </a:lnTo>
                  <a:cubicBezTo>
                    <a:pt x="35777" y="544"/>
                    <a:pt x="35369" y="1"/>
                    <a:pt x="348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39"/>
            <p:cNvSpPr/>
            <p:nvPr/>
          </p:nvSpPr>
          <p:spPr>
            <a:xfrm>
              <a:off x="2879825" y="2914525"/>
              <a:ext cx="55250" cy="59325"/>
            </a:xfrm>
            <a:custGeom>
              <a:avLst/>
              <a:gdLst/>
              <a:ahLst/>
              <a:cxnLst/>
              <a:rect l="l" t="t" r="r" b="b"/>
              <a:pathLst>
                <a:path w="2210" h="2373" extrusionOk="0">
                  <a:moveTo>
                    <a:pt x="1359" y="0"/>
                  </a:moveTo>
                  <a:lnTo>
                    <a:pt x="1" y="254"/>
                  </a:lnTo>
                  <a:lnTo>
                    <a:pt x="598" y="2372"/>
                  </a:lnTo>
                  <a:lnTo>
                    <a:pt x="2210" y="1947"/>
                  </a:lnTo>
                  <a:lnTo>
                    <a:pt x="13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39"/>
            <p:cNvSpPr/>
            <p:nvPr/>
          </p:nvSpPr>
          <p:spPr>
            <a:xfrm>
              <a:off x="2234050" y="2944175"/>
              <a:ext cx="706900" cy="430700"/>
            </a:xfrm>
            <a:custGeom>
              <a:avLst/>
              <a:gdLst/>
              <a:ahLst/>
              <a:cxnLst/>
              <a:rect l="l" t="t" r="r" b="b"/>
              <a:pathLst>
                <a:path w="28276" h="17228" extrusionOk="0">
                  <a:moveTo>
                    <a:pt x="7533" y="0"/>
                  </a:moveTo>
                  <a:cubicBezTo>
                    <a:pt x="6736" y="0"/>
                    <a:pt x="6022" y="496"/>
                    <a:pt x="5753" y="1249"/>
                  </a:cubicBezTo>
                  <a:lnTo>
                    <a:pt x="5" y="17227"/>
                  </a:lnTo>
                  <a:lnTo>
                    <a:pt x="5" y="17227"/>
                  </a:lnTo>
                  <a:cubicBezTo>
                    <a:pt x="332" y="17225"/>
                    <a:pt x="23623" y="17146"/>
                    <a:pt x="23623" y="17146"/>
                  </a:cubicBezTo>
                  <a:lnTo>
                    <a:pt x="28077" y="1612"/>
                  </a:lnTo>
                  <a:cubicBezTo>
                    <a:pt x="28276" y="924"/>
                    <a:pt x="27760" y="226"/>
                    <a:pt x="27036" y="217"/>
                  </a:cubicBezTo>
                  <a:lnTo>
                    <a:pt x="7555" y="0"/>
                  </a:lnTo>
                  <a:cubicBezTo>
                    <a:pt x="7547" y="0"/>
                    <a:pt x="7540" y="0"/>
                    <a:pt x="7533" y="0"/>
                  </a:cubicBezTo>
                  <a:close/>
                  <a:moveTo>
                    <a:pt x="5" y="17227"/>
                  </a:moveTo>
                  <a:lnTo>
                    <a:pt x="5" y="17227"/>
                  </a:lnTo>
                  <a:cubicBezTo>
                    <a:pt x="0" y="17227"/>
                    <a:pt x="0" y="17227"/>
                    <a:pt x="5" y="17227"/>
                  </a:cubicBezTo>
                  <a:lnTo>
                    <a:pt x="5" y="1722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39"/>
            <p:cNvSpPr/>
            <p:nvPr/>
          </p:nvSpPr>
          <p:spPr>
            <a:xfrm>
              <a:off x="2234150" y="3010025"/>
              <a:ext cx="694375" cy="364850"/>
            </a:xfrm>
            <a:custGeom>
              <a:avLst/>
              <a:gdLst/>
              <a:ahLst/>
              <a:cxnLst/>
              <a:rect l="l" t="t" r="r" b="b"/>
              <a:pathLst>
                <a:path w="27775" h="14594" extrusionOk="0">
                  <a:moveTo>
                    <a:pt x="27774" y="0"/>
                  </a:moveTo>
                  <a:lnTo>
                    <a:pt x="27774" y="0"/>
                  </a:lnTo>
                  <a:cubicBezTo>
                    <a:pt x="20967" y="5043"/>
                    <a:pt x="13263" y="8863"/>
                    <a:pt x="5134" y="11226"/>
                  </a:cubicBezTo>
                  <a:cubicBezTo>
                    <a:pt x="3730" y="11633"/>
                    <a:pt x="2309" y="11995"/>
                    <a:pt x="879" y="12167"/>
                  </a:cubicBezTo>
                  <a:lnTo>
                    <a:pt x="1" y="14593"/>
                  </a:lnTo>
                  <a:cubicBezTo>
                    <a:pt x="290" y="14593"/>
                    <a:pt x="23619" y="14512"/>
                    <a:pt x="23619" y="14512"/>
                  </a:cubicBezTo>
                  <a:lnTo>
                    <a:pt x="27774" y="0"/>
                  </a:lnTo>
                  <a:close/>
                </a:path>
              </a:pathLst>
            </a:custGeom>
            <a:solidFill>
              <a:srgbClr val="0B2A6B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7" name="Google Shape;1267;p39"/>
          <p:cNvGrpSpPr/>
          <p:nvPr/>
        </p:nvGrpSpPr>
        <p:grpSpPr>
          <a:xfrm>
            <a:off x="96316" y="2345860"/>
            <a:ext cx="1764688" cy="1878699"/>
            <a:chOff x="1834502" y="1598694"/>
            <a:chExt cx="1764688" cy="1878699"/>
          </a:xfrm>
        </p:grpSpPr>
        <p:sp>
          <p:nvSpPr>
            <p:cNvPr id="1268" name="Google Shape;1268;p39"/>
            <p:cNvSpPr/>
            <p:nvPr/>
          </p:nvSpPr>
          <p:spPr>
            <a:xfrm flipH="1">
              <a:off x="1834502" y="1598694"/>
              <a:ext cx="1002686" cy="1000275"/>
            </a:xfrm>
            <a:custGeom>
              <a:avLst/>
              <a:gdLst/>
              <a:ahLst/>
              <a:cxnLst/>
              <a:rect l="l" t="t" r="r" b="b"/>
              <a:pathLst>
                <a:path w="14557" h="14522" extrusionOk="0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39"/>
            <p:cNvSpPr/>
            <p:nvPr/>
          </p:nvSpPr>
          <p:spPr>
            <a:xfrm flipH="1">
              <a:off x="2794121" y="2674252"/>
              <a:ext cx="805069" cy="803141"/>
            </a:xfrm>
            <a:custGeom>
              <a:avLst/>
              <a:gdLst/>
              <a:ahLst/>
              <a:cxnLst/>
              <a:rect l="l" t="t" r="r" b="b"/>
              <a:pathLst>
                <a:path w="11688" h="11660" extrusionOk="0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 Editor Tool Project Proposal by Slidesgo">
  <a:themeElements>
    <a:clrScheme name="Simple Light">
      <a:dk1>
        <a:srgbClr val="FFFFFF"/>
      </a:dk1>
      <a:lt1>
        <a:srgbClr val="0B2A6B"/>
      </a:lt1>
      <a:dk2>
        <a:srgbClr val="56A3F3"/>
      </a:dk2>
      <a:lt2>
        <a:srgbClr val="9CDDF9"/>
      </a:lt2>
      <a:accent1>
        <a:srgbClr val="DDECFF"/>
      </a:accent1>
      <a:accent2>
        <a:srgbClr val="FFC5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B2A6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2081</Words>
  <Application>Microsoft Office PowerPoint</Application>
  <PresentationFormat>On-screen Show (16:9)</PresentationFormat>
  <Paragraphs>420</Paragraphs>
  <Slides>49</Slides>
  <Notes>49</Notes>
  <HiddenSlides>6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Raleway</vt:lpstr>
      <vt:lpstr>Anaheim</vt:lpstr>
      <vt:lpstr>Montserrat</vt:lpstr>
      <vt:lpstr>Open Sans</vt:lpstr>
      <vt:lpstr>Albert Sans</vt:lpstr>
      <vt:lpstr>AI Editor Tool Project Proposal by Slidesgo</vt:lpstr>
      <vt:lpstr>Realistic Images Generation </vt:lpstr>
      <vt:lpstr>Under Supervision</vt:lpstr>
      <vt:lpstr>Table of content</vt:lpstr>
      <vt:lpstr>Problem Definition</vt:lpstr>
      <vt:lpstr>Problem Definition</vt:lpstr>
      <vt:lpstr>Motivation</vt:lpstr>
      <vt:lpstr>Motivation</vt:lpstr>
      <vt:lpstr>Objective </vt:lpstr>
      <vt:lpstr>Objective</vt:lpstr>
      <vt:lpstr>Survey</vt:lpstr>
      <vt:lpstr>Survey </vt:lpstr>
      <vt:lpstr>Survey</vt:lpstr>
      <vt:lpstr>Survey cont. </vt:lpstr>
      <vt:lpstr>Survey cont. </vt:lpstr>
      <vt:lpstr>Survey cont. </vt:lpstr>
      <vt:lpstr>Comments on survey</vt:lpstr>
      <vt:lpstr>System Architecture</vt:lpstr>
      <vt:lpstr>System Architecture </vt:lpstr>
      <vt:lpstr>Implementation Results </vt:lpstr>
      <vt:lpstr>Common Datasets</vt:lpstr>
      <vt:lpstr>Common Datasets</vt:lpstr>
      <vt:lpstr>Datasets</vt:lpstr>
      <vt:lpstr>Selected Datasets: Collected Dataset</vt:lpstr>
      <vt:lpstr>Selected Datasets: pix2pix edges2shoes</vt:lpstr>
      <vt:lpstr> Preprocessing</vt:lpstr>
      <vt:lpstr>Algorithms: Diffusion Models</vt:lpstr>
      <vt:lpstr>Algorithms: ControlNet</vt:lpstr>
      <vt:lpstr> Algorithms: GANs</vt:lpstr>
      <vt:lpstr> Algorithms: CGAN</vt:lpstr>
      <vt:lpstr>Experimental Results </vt:lpstr>
      <vt:lpstr>Fréchet Inception Distance (FID)  Evaluation method of  the quality of generated images from any deep learning models as: GAN, etc.  It measures the difference between the extracted feature vectors from real and generated images.   FID provides a numerical score that indicates the realism of the generated images, with lower scores suggesting higher quality.</vt:lpstr>
      <vt:lpstr> ControlNet</vt:lpstr>
      <vt:lpstr> Conditional GAN (CGAN)</vt:lpstr>
      <vt:lpstr>Demo </vt:lpstr>
      <vt:lpstr>Demo ( ControlNet ) </vt:lpstr>
      <vt:lpstr>Demo ( CGAN )</vt:lpstr>
      <vt:lpstr>Summary </vt:lpstr>
      <vt:lpstr> Summary</vt:lpstr>
      <vt:lpstr>What is the next? </vt:lpstr>
      <vt:lpstr> What is the next?</vt:lpstr>
      <vt:lpstr>Time Plan </vt:lpstr>
      <vt:lpstr>Time Plan</vt:lpstr>
      <vt:lpstr>Tools</vt:lpstr>
      <vt:lpstr>Tools</vt:lpstr>
      <vt:lpstr> References</vt:lpstr>
      <vt:lpstr>References </vt:lpstr>
      <vt:lpstr>References </vt:lpstr>
      <vt:lpstr>References </vt:lpstr>
      <vt:lpstr>Do you have any 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Realistic Images Generation </dc:title>
  <cp:lastModifiedBy>Ammar Yasser</cp:lastModifiedBy>
  <cp:revision>1</cp:revision>
  <dcterms:created xsi:type="dcterms:W3CDTF">2024-04-14T21:10:09Z</dcterms:created>
  <dcterms:modified xsi:type="dcterms:W3CDTF">2024-04-20T02:49:38Z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3BEB3E1F92224753BE2D4DD4B61C7750_12</vt:lpwstr>
  </property>
  <property fmtid="{D5CDD505-2E9C-101B-9397-08002B2CF9AE}" pid="3" name="KSOProductBuildVer">
    <vt:lpwstr>1033-12.2.0.13472</vt:lpwstr>
  </property>
</Properties>
</file>